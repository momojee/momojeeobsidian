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3"/>
    <p:sldMasterId id="2147483656" r:id="rId4"/>
    <p:sldMasterId id="2147483660" r:id="rId5"/>
    <p:sldMasterId id="2147483664" r:id="rId6"/>
    <p:sldMasterId id="2147483668" r:id="rId7"/>
    <p:sldMasterId id="2147483672" r:id="rId8"/>
    <p:sldMasterId id="2147483676" r:id="rId9"/>
  </p:sldMasterIdLst>
  <p:sldIdLst>
    <p:sldId id="305" r:id="rId10"/>
    <p:sldId id="306" r:id="rId11"/>
    <p:sldId id="307" r:id="rId12"/>
    <p:sldId id="309" r:id="rId13"/>
    <p:sldId id="310" r:id="rId14"/>
    <p:sldId id="327" r:id="rId15"/>
    <p:sldId id="328" r:id="rId16"/>
    <p:sldId id="329" r:id="rId17"/>
    <p:sldId id="330" r:id="rId18"/>
    <p:sldId id="331" r:id="rId19"/>
    <p:sldId id="332" r:id="rId20"/>
    <p:sldId id="334" r:id="rId21"/>
    <p:sldId id="333" r:id="rId22"/>
    <p:sldId id="335" r:id="rId23"/>
    <p:sldId id="345" r:id="rId24"/>
    <p:sldId id="311" r:id="rId25"/>
    <p:sldId id="319" r:id="rId26"/>
    <p:sldId id="318" r:id="rId27"/>
    <p:sldId id="344" r:id="rId28"/>
    <p:sldId id="323" r:id="rId29"/>
    <p:sldId id="324" r:id="rId30"/>
    <p:sldId id="343" r:id="rId31"/>
  </p:sldIdLst>
  <p:sldSz cx="12192000" cy="6858000"/>
  <p:notesSz cx="6858000" cy="9144000"/>
  <p:embeddedFontLst>
    <p:embeddedFont>
      <p:font typeface="黑体" panose="02010609060101010101" charset="-122"/>
      <p:regular r:id="rId35"/>
    </p:embeddedFont>
    <p:embeddedFont>
      <p:font typeface="Palatino Linotype" panose="02040502050505030304"/>
      <p:regular r:id="rId36"/>
      <p:bold r:id="rId37"/>
      <p:italic r:id="rId38"/>
      <p:boldItalic r:id="rId39"/>
    </p:embeddedFont>
    <p:embeddedFont>
      <p:font typeface="Constantia" panose="02030602050306030303"/>
      <p:regular r:id="rId40"/>
      <p:bold r:id="rId41"/>
      <p:italic r:id="rId42"/>
      <p:boldItalic r:id="rId43"/>
    </p:embeddedFont>
    <p:embeddedFont>
      <p:font typeface="Bookman Old Style" panose="02050604050505020204" pitchFamily="18" charset="0"/>
      <p:regular r:id="rId44"/>
      <p:bold r:id="rId45"/>
      <p:italic r:id="rId46"/>
    </p:embeddedFont>
    <p:embeddedFont>
      <p:font typeface="Source Han Sans CN Bold" panose="020B0800000000000000" charset="-122"/>
      <p:bold r:id="rId47"/>
    </p:embeddedFont>
    <p:embeddedFont>
      <p:font typeface="Source Han Sans" panose="020B0500000000000000" charset="-122"/>
      <p:regular r:id="rId4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6B3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8" Type="http://schemas.openxmlformats.org/officeDocument/2006/relationships/font" Target="fonts/font14.fntdata"/><Relationship Id="rId47" Type="http://schemas.openxmlformats.org/officeDocument/2006/relationships/font" Target="fonts/font13.fntdata"/><Relationship Id="rId46" Type="http://schemas.openxmlformats.org/officeDocument/2006/relationships/font" Target="fonts/font12.fntdata"/><Relationship Id="rId45" Type="http://schemas.openxmlformats.org/officeDocument/2006/relationships/font" Target="fonts/font11.fntdata"/><Relationship Id="rId44" Type="http://schemas.openxmlformats.org/officeDocument/2006/relationships/font" Target="fonts/font10.fntdata"/><Relationship Id="rId43" Type="http://schemas.openxmlformats.org/officeDocument/2006/relationships/font" Target="fonts/font9.fntdata"/><Relationship Id="rId42" Type="http://schemas.openxmlformats.org/officeDocument/2006/relationships/font" Target="fonts/font8.fntdata"/><Relationship Id="rId41" Type="http://schemas.openxmlformats.org/officeDocument/2006/relationships/font" Target="fonts/font7.fntdata"/><Relationship Id="rId40" Type="http://schemas.openxmlformats.org/officeDocument/2006/relationships/font" Target="fonts/font6.fntdata"/><Relationship Id="rId4" Type="http://schemas.openxmlformats.org/officeDocument/2006/relationships/slideMaster" Target="slideMasters/slideMaster3.xml"/><Relationship Id="rId39" Type="http://schemas.openxmlformats.org/officeDocument/2006/relationships/font" Target="fonts/font5.fntdata"/><Relationship Id="rId38" Type="http://schemas.openxmlformats.org/officeDocument/2006/relationships/font" Target="fonts/font4.fntdata"/><Relationship Id="rId37" Type="http://schemas.openxmlformats.org/officeDocument/2006/relationships/font" Target="fonts/font3.fntdata"/><Relationship Id="rId36" Type="http://schemas.openxmlformats.org/officeDocument/2006/relationships/font" Target="fonts/font2.fntdata"/><Relationship Id="rId35" Type="http://schemas.openxmlformats.org/officeDocument/2006/relationships/font" Target="fonts/font1.fntdata"/><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2.xml"/><Relationship Id="rId30" Type="http://schemas.openxmlformats.org/officeDocument/2006/relationships/slide" Target="slides/slide21.xml"/><Relationship Id="rId3" Type="http://schemas.openxmlformats.org/officeDocument/2006/relationships/slideMaster" Target="slideMasters/slideMaster2.xml"/><Relationship Id="rId29" Type="http://schemas.openxmlformats.org/officeDocument/2006/relationships/slide" Target="slides/slide20.xml"/><Relationship Id="rId28" Type="http://schemas.openxmlformats.org/officeDocument/2006/relationships/slide" Target="slides/slide19.xml"/><Relationship Id="rId27" Type="http://schemas.openxmlformats.org/officeDocument/2006/relationships/slide" Target="slides/slide18.xml"/><Relationship Id="rId26" Type="http://schemas.openxmlformats.org/officeDocument/2006/relationships/slide" Target="slides/slide17.xml"/><Relationship Id="rId25" Type="http://schemas.openxmlformats.org/officeDocument/2006/relationships/slide" Target="slides/slide16.xml"/><Relationship Id="rId24" Type="http://schemas.openxmlformats.org/officeDocument/2006/relationships/slide" Target="slides/slide15.xml"/><Relationship Id="rId23" Type="http://schemas.openxmlformats.org/officeDocument/2006/relationships/slide" Target="slides/slide14.xml"/><Relationship Id="rId22" Type="http://schemas.openxmlformats.org/officeDocument/2006/relationships/slide" Target="slides/slide13.xml"/><Relationship Id="rId21" Type="http://schemas.openxmlformats.org/officeDocument/2006/relationships/slide" Target="slides/slide12.xml"/><Relationship Id="rId20" Type="http://schemas.openxmlformats.org/officeDocument/2006/relationships/slide" Target="slides/slide11.xml"/><Relationship Id="rId2" Type="http://schemas.openxmlformats.org/officeDocument/2006/relationships/theme" Target="theme/theme1.xml"/><Relationship Id="rId19" Type="http://schemas.openxmlformats.org/officeDocument/2006/relationships/slide" Target="slides/slide10.xml"/><Relationship Id="rId18" Type="http://schemas.openxmlformats.org/officeDocument/2006/relationships/slide" Target="slides/slide9.xml"/><Relationship Id="rId17" Type="http://schemas.openxmlformats.org/officeDocument/2006/relationships/slide" Target="slides/slide8.xml"/><Relationship Id="rId16" Type="http://schemas.openxmlformats.org/officeDocument/2006/relationships/slide" Target="slides/slide7.xml"/><Relationship Id="rId15" Type="http://schemas.openxmlformats.org/officeDocument/2006/relationships/slide" Target="slides/slide6.xml"/><Relationship Id="rId14" Type="http://schemas.openxmlformats.org/officeDocument/2006/relationships/slide" Target="slides/slide5.xml"/><Relationship Id="rId13" Type="http://schemas.openxmlformats.org/officeDocument/2006/relationships/slide" Target="slides/slide4.xml"/><Relationship Id="rId12" Type="http://schemas.openxmlformats.org/officeDocument/2006/relationships/slide" Target="slides/slide3.xml"/><Relationship Id="rId11" Type="http://schemas.openxmlformats.org/officeDocument/2006/relationships/slide" Target="slides/slide2.xml"/><Relationship Id="rId10" Type="http://schemas.openxmlformats.org/officeDocument/2006/relationships/slide" Target="slides/slide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4" Type="http://schemas.openxmlformats.org/officeDocument/2006/relationships/image" Target="../media/image10.wmf"/><Relationship Id="rId3" Type="http://schemas.openxmlformats.org/officeDocument/2006/relationships/image" Target="../media/image9.wmf"/><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image" Target="../media/image12.wmf"/><Relationship Id="rId1" Type="http://schemas.openxmlformats.org/officeDocument/2006/relationships/image" Target="../media/image10.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18.wmf"/><Relationship Id="rId4" Type="http://schemas.openxmlformats.org/officeDocument/2006/relationships/image" Target="../media/image17.wmf"/><Relationship Id="rId3" Type="http://schemas.openxmlformats.org/officeDocument/2006/relationships/image" Target="../media/image16.wmf"/><Relationship Id="rId2" Type="http://schemas.openxmlformats.org/officeDocument/2006/relationships/image" Target="../media/image15.wmf"/><Relationship Id="rId1" Type="http://schemas.openxmlformats.org/officeDocument/2006/relationships/image" Target="../media/image14.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image" Target="../media/image25.wmf"/><Relationship Id="rId1" Type="http://schemas.openxmlformats.org/officeDocument/2006/relationships/image" Target="../media/image24.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31.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0.vml.rels><?xml version="1.0" encoding="UTF-8" standalone="yes"?>
<Relationships xmlns="http://schemas.openxmlformats.org/package/2006/relationships"><Relationship Id="rId6" Type="http://schemas.openxmlformats.org/officeDocument/2006/relationships/image" Target="../media/image31.wmf"/><Relationship Id="rId5" Type="http://schemas.openxmlformats.org/officeDocument/2006/relationships/image" Target="../media/image34.wmf"/><Relationship Id="rId4" Type="http://schemas.openxmlformats.org/officeDocument/2006/relationships/image" Target="../media/image33.wmf"/><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8.xml"/><Relationship Id="rId5" Type="http://schemas.openxmlformats.org/officeDocument/2006/relationships/tags" Target="../tags/tag7.xml"/><Relationship Id="rId4" Type="http://schemas.openxmlformats.org/officeDocument/2006/relationships/tags" Target="../tags/tag6.xml"/><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4" Type="http://schemas.openxmlformats.org/officeDocument/2006/relationships/tags" Target="../tags/tag11.xml"/><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4" Type="http://schemas.openxmlformats.org/officeDocument/2006/relationships/tags" Target="../tags/tag19.xml"/><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xml.rels><?xml version="1.0" encoding="UTF-8" standalone="yes"?>
<Relationships xmlns="http://schemas.openxmlformats.org/package/2006/relationships"><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 Type="http://schemas.openxmlformats.org/officeDocument/2006/relationships/slideMaster" Target="../slideMasters/slideMaster4.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40.xml"/><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43.xml"/><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slideMaster" Target="../slideMasters/slideMaster6.xml"/></Relationships>
</file>

<file path=ppt/slideLayouts/_rels/slideLayout18.xml.rels><?xml version="1.0" encoding="UTF-8" standalone="yes"?>
<Relationships xmlns="http://schemas.openxmlformats.org/package/2006/relationships"><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xml.rels><?xml version="1.0" encoding="UTF-8" standalone="yes"?>
<Relationships xmlns="http://schemas.openxmlformats.org/package/2006/relationships"><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7.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7.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23.xml.rels><?xml version="1.0" encoding="UTF-8" standalone="yes"?>
<Relationships xmlns="http://schemas.openxmlformats.org/package/2006/relationships"><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8.xml"/></Relationships>
</file>

<file path=ppt/slideLayouts/_rels/slideLayout24.xml.rels><?xml version="1.0" encoding="UTF-8" standalone="yes"?>
<Relationships xmlns="http://schemas.openxmlformats.org/package/2006/relationships"><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tags" Target="../tags/tag62.xml"/><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p:spPr>
        <p:txBody>
          <a:bodyPr/>
          <a:lstStyle/>
          <a:p>
            <a:fld id="{49AE70B2-8BF9-45C0-BB95-33D1B9D3A854}" type="slidenum">
              <a:rPr lang="zh-CN" altLang="en-US" smtClean="0"/>
            </a:fld>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_rels/slideMaster3.xml.rels><?xml version="1.0" encoding="UTF-8" standalone="yes"?>
<Relationships xmlns="http://schemas.openxmlformats.org/package/2006/relationships"><Relationship Id="rId4" Type="http://schemas.openxmlformats.org/officeDocument/2006/relationships/theme" Target="../theme/theme3.xml"/><Relationship Id="rId3" Type="http://schemas.openxmlformats.org/officeDocument/2006/relationships/slideLayout" Target="../slideLayouts/slideLayout9.xml"/><Relationship Id="rId2" Type="http://schemas.openxmlformats.org/officeDocument/2006/relationships/slideLayout" Target="../slideLayouts/slideLayout8.xml"/><Relationship Id="rId1" Type="http://schemas.openxmlformats.org/officeDocument/2006/relationships/slideLayout" Target="../slideLayouts/slideLayout7.xml"/></Relationships>
</file>

<file path=ppt/slideMasters/_rels/slideMaster4.xml.rels><?xml version="1.0" encoding="UTF-8" standalone="yes"?>
<Relationships xmlns="http://schemas.openxmlformats.org/package/2006/relationships"><Relationship Id="rId4" Type="http://schemas.openxmlformats.org/officeDocument/2006/relationships/theme" Target="../theme/theme4.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 Type="http://schemas.openxmlformats.org/officeDocument/2006/relationships/slideLayout" Target="../slideLayouts/slideLayout10.xml"/></Relationships>
</file>

<file path=ppt/slideMasters/_rels/slideMaster5.xml.rels><?xml version="1.0" encoding="UTF-8" standalone="yes"?>
<Relationships xmlns="http://schemas.openxmlformats.org/package/2006/relationships"><Relationship Id="rId4" Type="http://schemas.openxmlformats.org/officeDocument/2006/relationships/theme" Target="../theme/theme5.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s>
</file>

<file path=ppt/slideMasters/_rels/slideMaster6.xml.rels><?xml version="1.0" encoding="UTF-8" standalone="yes"?>
<Relationships xmlns="http://schemas.openxmlformats.org/package/2006/relationships"><Relationship Id="rId4" Type="http://schemas.openxmlformats.org/officeDocument/2006/relationships/theme" Target="../theme/theme6.xml"/><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s>
</file>

<file path=ppt/slideMasters/_rels/slideMaster7.xml.rels><?xml version="1.0" encoding="UTF-8" standalone="yes"?>
<Relationships xmlns="http://schemas.openxmlformats.org/package/2006/relationships"><Relationship Id="rId4" Type="http://schemas.openxmlformats.org/officeDocument/2006/relationships/theme" Target="../theme/theme7.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s>
</file>

<file path=ppt/slideMasters/_rels/slideMaster8.xml.rels><?xml version="1.0" encoding="UTF-8" standalone="yes"?>
<Relationships xmlns="http://schemas.openxmlformats.org/package/2006/relationships"><Relationship Id="rId4" Type="http://schemas.openxmlformats.org/officeDocument/2006/relationships/theme" Target="../theme/theme8.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Lst>
  <p:txStyles>
    <p:titleStyle/>
    <p:bodyStyle/>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Lst>
  <p:txStyles>
    <p:titleStyle/>
    <p:bodyStyle/>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Lst>
  <p:txStyles>
    <p:titleStyle/>
    <p:bodyStyle/>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Lst>
  <p:txStyles>
    <p:titleStyle/>
    <p:bodyStyle/>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67.xml"/><Relationship Id="rId2" Type="http://schemas.openxmlformats.org/officeDocument/2006/relationships/tags" Target="../tags/tag66.xml"/><Relationship Id="rId1" Type="http://schemas.openxmlformats.org/officeDocument/2006/relationships/tags" Target="../tags/tag65.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9" Type="http://schemas.openxmlformats.org/officeDocument/2006/relationships/vmlDrawing" Target="../drawings/vmlDrawing1.vml"/><Relationship Id="rId8" Type="http://schemas.openxmlformats.org/officeDocument/2006/relationships/slideLayout" Target="../slideLayouts/slideLayout5.xml"/><Relationship Id="rId7" Type="http://schemas.openxmlformats.org/officeDocument/2006/relationships/image" Target="../media/image6.wmf"/><Relationship Id="rId6" Type="http://schemas.openxmlformats.org/officeDocument/2006/relationships/oleObject" Target="../embeddings/oleObject3.bin"/><Relationship Id="rId5" Type="http://schemas.openxmlformats.org/officeDocument/2006/relationships/image" Target="../media/image5.wmf"/><Relationship Id="rId4" Type="http://schemas.openxmlformats.org/officeDocument/2006/relationships/oleObject" Target="../embeddings/oleObject2.bin"/><Relationship Id="rId3" Type="http://schemas.openxmlformats.org/officeDocument/2006/relationships/image" Target="../media/image4.wmf"/><Relationship Id="rId2" Type="http://schemas.openxmlformats.org/officeDocument/2006/relationships/image" Target="../media/image3.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0.wmf"/><Relationship Id="rId7" Type="http://schemas.openxmlformats.org/officeDocument/2006/relationships/oleObject" Target="../embeddings/oleObject7.bin"/><Relationship Id="rId6" Type="http://schemas.openxmlformats.org/officeDocument/2006/relationships/image" Target="../media/image9.wmf"/><Relationship Id="rId5" Type="http://schemas.openxmlformats.org/officeDocument/2006/relationships/oleObject" Target="../embeddings/oleObject6.bin"/><Relationship Id="rId4" Type="http://schemas.openxmlformats.org/officeDocument/2006/relationships/image" Target="../media/image8.wmf"/><Relationship Id="rId3" Type="http://schemas.openxmlformats.org/officeDocument/2006/relationships/oleObject" Target="../embeddings/oleObject5.bin"/><Relationship Id="rId2" Type="http://schemas.openxmlformats.org/officeDocument/2006/relationships/image" Target="../media/image7.wmf"/><Relationship Id="rId10" Type="http://schemas.openxmlformats.org/officeDocument/2006/relationships/vmlDrawing" Target="../drawings/vmlDrawing2.vml"/><Relationship Id="rId1" Type="http://schemas.openxmlformats.org/officeDocument/2006/relationships/oleObject" Target="../embeddings/oleObject4.bin"/></Relationships>
</file>

<file path=ppt/slides/_rels/slide7.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5.xml"/><Relationship Id="rId2" Type="http://schemas.openxmlformats.org/officeDocument/2006/relationships/image" Target="../media/image11.wmf"/><Relationship Id="rId1" Type="http://schemas.openxmlformats.org/officeDocument/2006/relationships/oleObject" Target="../embeddings/oleObject8.bin"/></Relationships>
</file>

<file path=ppt/slides/_rels/slide8.xml.rels><?xml version="1.0" encoding="UTF-8" standalone="yes"?>
<Relationships xmlns="http://schemas.openxmlformats.org/package/2006/relationships"><Relationship Id="rId8" Type="http://schemas.openxmlformats.org/officeDocument/2006/relationships/vmlDrawing" Target="../drawings/vmlDrawing4.vml"/><Relationship Id="rId7" Type="http://schemas.openxmlformats.org/officeDocument/2006/relationships/slideLayout" Target="../slideLayouts/slideLayout5.xml"/><Relationship Id="rId6" Type="http://schemas.openxmlformats.org/officeDocument/2006/relationships/image" Target="../media/image13.wmf"/><Relationship Id="rId5" Type="http://schemas.openxmlformats.org/officeDocument/2006/relationships/oleObject" Target="../embeddings/oleObject11.bin"/><Relationship Id="rId4" Type="http://schemas.openxmlformats.org/officeDocument/2006/relationships/image" Target="../media/image12.wmf"/><Relationship Id="rId3" Type="http://schemas.openxmlformats.org/officeDocument/2006/relationships/oleObject" Target="../embeddings/oleObject10.bin"/><Relationship Id="rId2" Type="http://schemas.openxmlformats.org/officeDocument/2006/relationships/image" Target="../media/image10.wmf"/><Relationship Id="rId1" Type="http://schemas.openxmlformats.org/officeDocument/2006/relationships/oleObject" Target="../embeddings/oleObject9.bin"/></Relationships>
</file>

<file path=ppt/slides/_rels/slide9.xml.rels><?xml version="1.0" encoding="UTF-8" standalone="yes"?>
<Relationships xmlns="http://schemas.openxmlformats.org/package/2006/relationships"><Relationship Id="rId9" Type="http://schemas.openxmlformats.org/officeDocument/2006/relationships/oleObject" Target="../embeddings/oleObject16.bin"/><Relationship Id="rId8" Type="http://schemas.openxmlformats.org/officeDocument/2006/relationships/image" Target="../media/image17.wmf"/><Relationship Id="rId7" Type="http://schemas.openxmlformats.org/officeDocument/2006/relationships/oleObject" Target="../embeddings/oleObject15.bin"/><Relationship Id="rId6" Type="http://schemas.openxmlformats.org/officeDocument/2006/relationships/image" Target="../media/image16.wmf"/><Relationship Id="rId5" Type="http://schemas.openxmlformats.org/officeDocument/2006/relationships/oleObject" Target="../embeddings/oleObject14.bin"/><Relationship Id="rId4" Type="http://schemas.openxmlformats.org/officeDocument/2006/relationships/image" Target="../media/image15.wmf"/><Relationship Id="rId3" Type="http://schemas.openxmlformats.org/officeDocument/2006/relationships/oleObject" Target="../embeddings/oleObject13.bin"/><Relationship Id="rId2" Type="http://schemas.openxmlformats.org/officeDocument/2006/relationships/image" Target="../media/image14.wmf"/><Relationship Id="rId13" Type="http://schemas.openxmlformats.org/officeDocument/2006/relationships/vmlDrawing" Target="../drawings/vmlDrawing5.vml"/><Relationship Id="rId12" Type="http://schemas.openxmlformats.org/officeDocument/2006/relationships/slideLayout" Target="../slideLayouts/slideLayout5.xml"/><Relationship Id="rId11" Type="http://schemas.openxmlformats.org/officeDocument/2006/relationships/oleObject" Target="../embeddings/oleObject17.bin"/><Relationship Id="rId10" Type="http://schemas.openxmlformats.org/officeDocument/2006/relationships/image" Target="../media/image18.wmf"/><Relationship Id="rId1" Type="http://schemas.openxmlformats.org/officeDocument/2006/relationships/oleObject" Target="../embeddings/oleObject12.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5.xml"/><Relationship Id="rId6" Type="http://schemas.openxmlformats.org/officeDocument/2006/relationships/image" Target="../media/image21.wmf"/><Relationship Id="rId5" Type="http://schemas.openxmlformats.org/officeDocument/2006/relationships/oleObject" Target="../embeddings/oleObject20.bin"/><Relationship Id="rId4" Type="http://schemas.openxmlformats.org/officeDocument/2006/relationships/image" Target="../media/image20.wmf"/><Relationship Id="rId3" Type="http://schemas.openxmlformats.org/officeDocument/2006/relationships/oleObject" Target="../embeddings/oleObject19.bin"/><Relationship Id="rId2" Type="http://schemas.openxmlformats.org/officeDocument/2006/relationships/image" Target="../media/image19.wmf"/><Relationship Id="rId1" Type="http://schemas.openxmlformats.org/officeDocument/2006/relationships/oleObject" Target="../embeddings/oleObject18.bin"/></Relationships>
</file>

<file path=ppt/slides/_rels/slide11.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5.xml"/><Relationship Id="rId4" Type="http://schemas.openxmlformats.org/officeDocument/2006/relationships/image" Target="../media/image23.wmf"/><Relationship Id="rId3" Type="http://schemas.openxmlformats.org/officeDocument/2006/relationships/oleObject" Target="../embeddings/oleObject22.bin"/><Relationship Id="rId2" Type="http://schemas.openxmlformats.org/officeDocument/2006/relationships/image" Target="../media/image22.wmf"/><Relationship Id="rId1" Type="http://schemas.openxmlformats.org/officeDocument/2006/relationships/oleObject" Target="../embeddings/oleObject21.bin"/></Relationships>
</file>

<file path=ppt/slides/_rels/slide12.xml.rels><?xml version="1.0" encoding="UTF-8" standalone="yes"?>
<Relationships xmlns="http://schemas.openxmlformats.org/package/2006/relationships"><Relationship Id="rId8" Type="http://schemas.openxmlformats.org/officeDocument/2006/relationships/vmlDrawing" Target="../drawings/vmlDrawing8.vml"/><Relationship Id="rId7" Type="http://schemas.openxmlformats.org/officeDocument/2006/relationships/slideLayout" Target="../slideLayouts/slideLayout5.xml"/><Relationship Id="rId6" Type="http://schemas.openxmlformats.org/officeDocument/2006/relationships/image" Target="../media/image26.wmf"/><Relationship Id="rId5" Type="http://schemas.openxmlformats.org/officeDocument/2006/relationships/oleObject" Target="../embeddings/oleObject25.bin"/><Relationship Id="rId4" Type="http://schemas.openxmlformats.org/officeDocument/2006/relationships/image" Target="../media/image25.wmf"/><Relationship Id="rId3" Type="http://schemas.openxmlformats.org/officeDocument/2006/relationships/oleObject" Target="../embeddings/oleObject24.bin"/><Relationship Id="rId2" Type="http://schemas.openxmlformats.org/officeDocument/2006/relationships/image" Target="../media/image24.wmf"/><Relationship Id="rId1" Type="http://schemas.openxmlformats.org/officeDocument/2006/relationships/oleObject" Target="../embeddings/oleObject23.bin"/></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7.png"/></Relationships>
</file>

<file path=ppt/slides/_rels/slide14.xml.rels><?xml version="1.0" encoding="UTF-8" standalone="yes"?>
<Relationships xmlns="http://schemas.openxmlformats.org/package/2006/relationships"><Relationship Id="rId9" Type="http://schemas.openxmlformats.org/officeDocument/2006/relationships/oleObject" Target="../embeddings/oleObject28.bin"/><Relationship Id="rId8" Type="http://schemas.openxmlformats.org/officeDocument/2006/relationships/tags" Target="../tags/tag71.xml"/><Relationship Id="rId7" Type="http://schemas.openxmlformats.org/officeDocument/2006/relationships/image" Target="../media/image29.wmf"/><Relationship Id="rId6" Type="http://schemas.openxmlformats.org/officeDocument/2006/relationships/oleObject" Target="../embeddings/oleObject27.bin"/><Relationship Id="rId5" Type="http://schemas.openxmlformats.org/officeDocument/2006/relationships/tags" Target="../tags/tag70.xml"/><Relationship Id="rId4" Type="http://schemas.openxmlformats.org/officeDocument/2006/relationships/tags" Target="../tags/tag69.xml"/><Relationship Id="rId3" Type="http://schemas.openxmlformats.org/officeDocument/2006/relationships/image" Target="../media/image28.wmf"/><Relationship Id="rId2" Type="http://schemas.openxmlformats.org/officeDocument/2006/relationships/oleObject" Target="../embeddings/oleObject26.bin"/><Relationship Id="rId16" Type="http://schemas.openxmlformats.org/officeDocument/2006/relationships/vmlDrawing" Target="../drawings/vmlDrawing9.vml"/><Relationship Id="rId15" Type="http://schemas.openxmlformats.org/officeDocument/2006/relationships/slideLayout" Target="../slideLayouts/slideLayout5.xml"/><Relationship Id="rId14" Type="http://schemas.openxmlformats.org/officeDocument/2006/relationships/image" Target="../media/image32.jpeg"/><Relationship Id="rId13" Type="http://schemas.openxmlformats.org/officeDocument/2006/relationships/image" Target="../media/image31.wmf"/><Relationship Id="rId12" Type="http://schemas.openxmlformats.org/officeDocument/2006/relationships/oleObject" Target="../embeddings/oleObject29.bin"/><Relationship Id="rId11" Type="http://schemas.openxmlformats.org/officeDocument/2006/relationships/tags" Target="../tags/tag72.xml"/><Relationship Id="rId10" Type="http://schemas.openxmlformats.org/officeDocument/2006/relationships/image" Target="../media/image30.wmf"/><Relationship Id="rId1" Type="http://schemas.openxmlformats.org/officeDocument/2006/relationships/tags" Target="../tags/tag68.xml"/></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32.bin"/><Relationship Id="rId8" Type="http://schemas.openxmlformats.org/officeDocument/2006/relationships/tags" Target="../tags/tag76.xml"/><Relationship Id="rId7" Type="http://schemas.openxmlformats.org/officeDocument/2006/relationships/image" Target="../media/image29.wmf"/><Relationship Id="rId6" Type="http://schemas.openxmlformats.org/officeDocument/2006/relationships/oleObject" Target="../embeddings/oleObject31.bin"/><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image" Target="../media/image28.wmf"/><Relationship Id="rId24" Type="http://schemas.openxmlformats.org/officeDocument/2006/relationships/vmlDrawing" Target="../drawings/vmlDrawing10.vml"/><Relationship Id="rId23" Type="http://schemas.openxmlformats.org/officeDocument/2006/relationships/slideLayout" Target="../slideLayouts/slideLayout2.xml"/><Relationship Id="rId22" Type="http://schemas.openxmlformats.org/officeDocument/2006/relationships/image" Target="../media/image31.wmf"/><Relationship Id="rId21" Type="http://schemas.openxmlformats.org/officeDocument/2006/relationships/oleObject" Target="../embeddings/oleObject35.bin"/><Relationship Id="rId20" Type="http://schemas.openxmlformats.org/officeDocument/2006/relationships/image" Target="NULL" TargetMode="External"/><Relationship Id="rId2" Type="http://schemas.openxmlformats.org/officeDocument/2006/relationships/oleObject" Target="../embeddings/oleObject30.bin"/><Relationship Id="rId19" Type="http://schemas.openxmlformats.org/officeDocument/2006/relationships/image" Target="../media/image35.png"/><Relationship Id="rId18" Type="http://schemas.openxmlformats.org/officeDocument/2006/relationships/tags" Target="../tags/tag80.xml"/><Relationship Id="rId17" Type="http://schemas.openxmlformats.org/officeDocument/2006/relationships/image" Target="../media/image34.wmf"/><Relationship Id="rId16" Type="http://schemas.openxmlformats.org/officeDocument/2006/relationships/oleObject" Target="../embeddings/oleObject34.bin"/><Relationship Id="rId15" Type="http://schemas.openxmlformats.org/officeDocument/2006/relationships/tags" Target="../tags/tag79.xml"/><Relationship Id="rId14" Type="http://schemas.openxmlformats.org/officeDocument/2006/relationships/tags" Target="../tags/tag78.xml"/><Relationship Id="rId13" Type="http://schemas.openxmlformats.org/officeDocument/2006/relationships/image" Target="../media/image33.wmf"/><Relationship Id="rId12" Type="http://schemas.openxmlformats.org/officeDocument/2006/relationships/oleObject" Target="../embeddings/oleObject33.bin"/><Relationship Id="rId11" Type="http://schemas.openxmlformats.org/officeDocument/2006/relationships/tags" Target="../tags/tag77.xml"/><Relationship Id="rId10" Type="http://schemas.openxmlformats.org/officeDocument/2006/relationships/image" Target="../media/image30.wmf"/><Relationship Id="rId1" Type="http://schemas.openxmlformats.org/officeDocument/2006/relationships/tags" Target="../tags/tag7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10.xml"/><Relationship Id="rId5" Type="http://schemas.openxmlformats.org/officeDocument/2006/relationships/tags" Target="../tags/tag82.xml"/><Relationship Id="rId4" Type="http://schemas.openxmlformats.org/officeDocument/2006/relationships/image" Target="../media/image38.png"/><Relationship Id="rId3" Type="http://schemas.openxmlformats.org/officeDocument/2006/relationships/image" Target="../media/image37.png"/><Relationship Id="rId2" Type="http://schemas.openxmlformats.org/officeDocument/2006/relationships/tags" Target="../tags/tag81.xml"/><Relationship Id="rId1" Type="http://schemas.openxmlformats.org/officeDocument/2006/relationships/image" Target="../media/image36.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image" Target="../media/image40.png"/><Relationship Id="rId1" Type="http://schemas.openxmlformats.org/officeDocument/2006/relationships/image" Target="../media/image39.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2.xml"/><Relationship Id="rId2" Type="http://schemas.openxmlformats.org/officeDocument/2006/relationships/tags" Target="../tags/tag85.xml"/><Relationship Id="rId1" Type="http://schemas.openxmlformats.org/officeDocument/2006/relationships/image" Target="../media/image40.png"/></Relationships>
</file>

<file path=ppt/slides/_rels/slide20.xml.rels><?xml version="1.0" encoding="UTF-8" standalone="yes"?>
<Relationships xmlns="http://schemas.openxmlformats.org/package/2006/relationships"><Relationship Id="rId9" Type="http://schemas.openxmlformats.org/officeDocument/2006/relationships/tags" Target="../tags/tag94.xml"/><Relationship Id="rId8" Type="http://schemas.openxmlformats.org/officeDocument/2006/relationships/tags" Target="../tags/tag93.xml"/><Relationship Id="rId7" Type="http://schemas.openxmlformats.org/officeDocument/2006/relationships/tags" Target="../tags/tag92.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9" Type="http://schemas.openxmlformats.org/officeDocument/2006/relationships/slideLayout" Target="../slideLayouts/slideLayout13.xml"/><Relationship Id="rId18" Type="http://schemas.openxmlformats.org/officeDocument/2006/relationships/tags" Target="../tags/tag103.xml"/><Relationship Id="rId17" Type="http://schemas.openxmlformats.org/officeDocument/2006/relationships/tags" Target="../tags/tag102.xml"/><Relationship Id="rId16" Type="http://schemas.openxmlformats.org/officeDocument/2006/relationships/tags" Target="../tags/tag101.xml"/><Relationship Id="rId15" Type="http://schemas.openxmlformats.org/officeDocument/2006/relationships/tags" Target="../tags/tag100.xml"/><Relationship Id="rId14" Type="http://schemas.openxmlformats.org/officeDocument/2006/relationships/tags" Target="../tags/tag99.xml"/><Relationship Id="rId13" Type="http://schemas.openxmlformats.org/officeDocument/2006/relationships/tags" Target="../tags/tag98.xml"/><Relationship Id="rId12" Type="http://schemas.openxmlformats.org/officeDocument/2006/relationships/tags" Target="../tags/tag97.xml"/><Relationship Id="rId11" Type="http://schemas.openxmlformats.org/officeDocument/2006/relationships/tags" Target="../tags/tag96.xml"/><Relationship Id="rId10" Type="http://schemas.openxmlformats.org/officeDocument/2006/relationships/tags" Target="../tags/tag95.xml"/><Relationship Id="rId1" Type="http://schemas.openxmlformats.org/officeDocument/2006/relationships/tags" Target="../tags/tag86.xml"/></Relationships>
</file>

<file path=ppt/slides/_rels/slide21.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tags" Target="../tags/tag109.xml"/><Relationship Id="rId7" Type="http://schemas.openxmlformats.org/officeDocument/2006/relationships/tags" Target="../tags/tag108.xml"/><Relationship Id="rId6" Type="http://schemas.openxmlformats.org/officeDocument/2006/relationships/image" Target="../media/image42.png"/><Relationship Id="rId5" Type="http://schemas.openxmlformats.org/officeDocument/2006/relationships/tags" Target="../tags/tag107.xml"/><Relationship Id="rId4" Type="http://schemas.openxmlformats.org/officeDocument/2006/relationships/tags" Target="../tags/tag106.xml"/><Relationship Id="rId3" Type="http://schemas.openxmlformats.org/officeDocument/2006/relationships/tags" Target="../tags/tag105.xml"/><Relationship Id="rId20" Type="http://schemas.openxmlformats.org/officeDocument/2006/relationships/slideLayout" Target="../slideLayouts/slideLayout16.xml"/><Relationship Id="rId2" Type="http://schemas.openxmlformats.org/officeDocument/2006/relationships/tags" Target="../tags/tag104.xml"/><Relationship Id="rId19" Type="http://schemas.openxmlformats.org/officeDocument/2006/relationships/tags" Target="../tags/tag118.xml"/><Relationship Id="rId18" Type="http://schemas.openxmlformats.org/officeDocument/2006/relationships/tags" Target="../tags/tag117.xml"/><Relationship Id="rId17" Type="http://schemas.openxmlformats.org/officeDocument/2006/relationships/tags" Target="../tags/tag116.xml"/><Relationship Id="rId16" Type="http://schemas.openxmlformats.org/officeDocument/2006/relationships/tags" Target="../tags/tag115.xml"/><Relationship Id="rId15" Type="http://schemas.openxmlformats.org/officeDocument/2006/relationships/tags" Target="../tags/tag114.xml"/><Relationship Id="rId14" Type="http://schemas.openxmlformats.org/officeDocument/2006/relationships/tags" Target="../tags/tag113.xml"/><Relationship Id="rId13" Type="http://schemas.openxmlformats.org/officeDocument/2006/relationships/tags" Target="../tags/tag112.xml"/><Relationship Id="rId12" Type="http://schemas.openxmlformats.org/officeDocument/2006/relationships/image" Target="../media/image44.jpeg"/><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image" Target="../media/image41.png"/></Relationships>
</file>

<file path=ppt/slides/_rels/slide22.xml.rels><?xml version="1.0" encoding="UTF-8" standalone="yes"?>
<Relationships xmlns="http://schemas.openxmlformats.org/package/2006/relationships"><Relationship Id="rId9" Type="http://schemas.openxmlformats.org/officeDocument/2006/relationships/tags" Target="../tags/tag127.xml"/><Relationship Id="rId8" Type="http://schemas.openxmlformats.org/officeDocument/2006/relationships/tags" Target="../tags/tag126.xml"/><Relationship Id="rId7" Type="http://schemas.openxmlformats.org/officeDocument/2006/relationships/tags" Target="../tags/tag125.xml"/><Relationship Id="rId6" Type="http://schemas.openxmlformats.org/officeDocument/2006/relationships/tags" Target="../tags/tag124.xml"/><Relationship Id="rId5" Type="http://schemas.openxmlformats.org/officeDocument/2006/relationships/tags" Target="../tags/tag123.xml"/><Relationship Id="rId4" Type="http://schemas.openxmlformats.org/officeDocument/2006/relationships/tags" Target="../tags/tag122.xml"/><Relationship Id="rId3" Type="http://schemas.openxmlformats.org/officeDocument/2006/relationships/tags" Target="../tags/tag121.xml"/><Relationship Id="rId2" Type="http://schemas.openxmlformats.org/officeDocument/2006/relationships/tags" Target="../tags/tag120.xml"/><Relationship Id="rId16" Type="http://schemas.openxmlformats.org/officeDocument/2006/relationships/slideLayout" Target="../slideLayouts/slideLayout19.xml"/><Relationship Id="rId15" Type="http://schemas.openxmlformats.org/officeDocument/2006/relationships/tags" Target="../tags/tag133.xml"/><Relationship Id="rId14" Type="http://schemas.openxmlformats.org/officeDocument/2006/relationships/tags" Target="../tags/tag132.xml"/><Relationship Id="rId13" Type="http://schemas.openxmlformats.org/officeDocument/2006/relationships/tags" Target="../tags/tag131.xml"/><Relationship Id="rId12" Type="http://schemas.openxmlformats.org/officeDocument/2006/relationships/tags" Target="../tags/tag130.xml"/><Relationship Id="rId11" Type="http://schemas.openxmlformats.org/officeDocument/2006/relationships/tags" Target="../tags/tag129.xml"/><Relationship Id="rId10" Type="http://schemas.openxmlformats.org/officeDocument/2006/relationships/tags" Target="../tags/tag128.xml"/><Relationship Id="rId1" Type="http://schemas.openxmlformats.org/officeDocument/2006/relationships/tags" Target="../tags/tag1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a:ea typeface="黑体" panose="02010609060101010101" charset="-122"/>
              </a:rPr>
              <a:t>实验二</a:t>
            </a:r>
            <a:r>
              <a:rPr lang="en-US" altLang="zh-CN">
                <a:ea typeface="黑体" panose="02010609060101010101" charset="-122"/>
              </a:rPr>
              <a:t>  </a:t>
            </a:r>
            <a:r>
              <a:rPr lang="zh-CN" altLang="en-US">
                <a:ea typeface="黑体" panose="02010609060101010101" charset="-122"/>
              </a:rPr>
              <a:t>光栅参数测量实验</a:t>
            </a:r>
            <a:endParaRPr lang="zh-CN" altLang="en-US">
              <a:ea typeface="黑体" panose="02010609060101010101" charset="-122"/>
            </a:endParaRPr>
          </a:p>
        </p:txBody>
      </p:sp>
      <p:sp>
        <p:nvSpPr>
          <p:cNvPr id="3" name="副标题 2"/>
          <p:cNvSpPr>
            <a:spLocks noGrp="1"/>
          </p:cNvSpPr>
          <p:nvPr>
            <p:ph type="subTitle" idx="1"/>
            <p:custDataLst>
              <p:tags r:id="rId2"/>
            </p:custDataLst>
          </p:nvPr>
        </p:nvSpPr>
        <p:spPr/>
        <p:txBody>
          <a:bodyPr/>
          <a:p>
            <a:endParaRPr lang="en-US" altLang="zh-CN">
              <a:latin typeface="Times New Roman" panose="02020603050405020304" pitchFamily="18" charset="0"/>
              <a:ea typeface="宋体" panose="02010600030101010101" pitchFamily="2" charset="-122"/>
            </a:endParaRPr>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91" descr="3t35"/>
          <p:cNvPicPr>
            <a:picLocks noChangeAspect="1" noChangeArrowheads="1"/>
          </p:cNvPicPr>
          <p:nvPr/>
        </p:nvPicPr>
        <p:blipFill>
          <a:blip r:embed="rId1"/>
          <a:srcRect/>
          <a:stretch>
            <a:fillRect/>
          </a:stretch>
        </p:blipFill>
        <p:spPr bwMode="auto">
          <a:xfrm>
            <a:off x="5016500" y="1703388"/>
            <a:ext cx="5435600" cy="3525837"/>
          </a:xfrm>
          <a:prstGeom prst="rect">
            <a:avLst/>
          </a:prstGeom>
          <a:noFill/>
          <a:ln w="9525">
            <a:noFill/>
            <a:miter lim="800000"/>
            <a:headEnd/>
            <a:tailEnd/>
          </a:ln>
        </p:spPr>
      </p:pic>
      <p:sp>
        <p:nvSpPr>
          <p:cNvPr id="34818" name="Text Box 2"/>
          <p:cNvSpPr txBox="1">
            <a:spLocks noChangeArrowheads="1"/>
          </p:cNvSpPr>
          <p:nvPr/>
        </p:nvSpPr>
        <p:spPr bwMode="auto">
          <a:xfrm>
            <a:off x="3553778" y="114935"/>
            <a:ext cx="4246880" cy="583565"/>
          </a:xfrm>
          <a:prstGeom prst="rect">
            <a:avLst/>
          </a:prstGeom>
          <a:noFill/>
          <a:ln w="9525">
            <a:noFill/>
            <a:miter lim="800000"/>
          </a:ln>
        </p:spPr>
        <p:txBody>
          <a:bodyPr wrap="none">
            <a:spAutoFit/>
          </a:bodyPr>
          <a:lstStyle/>
          <a:p>
            <a:r>
              <a:rPr lang="zh-CN" altLang="en-US" sz="3200">
                <a:latin typeface="Arial" panose="020B0604020202020204" pitchFamily="34" charset="0"/>
                <a:ea typeface="黑体" panose="02010609060101010101" charset="-122"/>
              </a:rPr>
              <a:t>实验原理</a:t>
            </a:r>
            <a:r>
              <a:rPr lang="en-US" altLang="zh-CN" sz="3200">
                <a:latin typeface="Arial" panose="020B0604020202020204" pitchFamily="34" charset="0"/>
                <a:ea typeface="黑体" panose="02010609060101010101" charset="-122"/>
              </a:rPr>
              <a:t>——</a:t>
            </a:r>
            <a:r>
              <a:rPr lang="zh-CN" altLang="en-US" sz="3200">
                <a:latin typeface="Arial" panose="020B0604020202020204" pitchFamily="34" charset="0"/>
                <a:ea typeface="黑体" panose="02010609060101010101" charset="-122"/>
              </a:rPr>
              <a:t>衍射光栅</a:t>
            </a:r>
            <a:endParaRPr lang="zh-CN" altLang="en-US" sz="3200">
              <a:latin typeface="Arial" panose="020B0604020202020204" pitchFamily="34" charset="0"/>
              <a:ea typeface="黑体" panose="02010609060101010101" charset="-122"/>
            </a:endParaRPr>
          </a:p>
        </p:txBody>
      </p:sp>
      <p:sp>
        <p:nvSpPr>
          <p:cNvPr id="34819" name="Text Box 3"/>
          <p:cNvSpPr txBox="1">
            <a:spLocks noChangeArrowheads="1"/>
          </p:cNvSpPr>
          <p:nvPr/>
        </p:nvSpPr>
        <p:spPr bwMode="auto">
          <a:xfrm>
            <a:off x="1774825" y="836613"/>
            <a:ext cx="8713788" cy="708660"/>
          </a:xfrm>
          <a:prstGeom prst="rect">
            <a:avLst/>
          </a:prstGeom>
          <a:solidFill>
            <a:srgbClr val="FFCCFF"/>
          </a:solidFill>
          <a:ln w="9525">
            <a:solidFill>
              <a:srgbClr val="FFCCFF"/>
            </a:solidFill>
            <a:miter lim="800000"/>
          </a:ln>
        </p:spPr>
        <p:txBody>
          <a:bodyPr>
            <a:spAutoFit/>
          </a:bodyPr>
          <a:lstStyle/>
          <a:p>
            <a:pPr marL="36830" algn="l" rtl="0" eaLnBrk="0">
              <a:lnSpc>
                <a:spcPct val="90000"/>
              </a:lnSpc>
              <a:spcBef>
                <a:spcPts val="720"/>
              </a:spcBef>
            </a:pPr>
            <a:r>
              <a:rPr b="1" kern="0" spc="-4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光栅概述</a:t>
            </a:r>
            <a:r>
              <a:rPr lang="zh-CN" altLang="en-US">
                <a:latin typeface="Times New Roman" panose="02020603050405020304" pitchFamily="18" charset="0"/>
                <a:ea typeface="宋体" panose="02010600030101010101" pitchFamily="2" charset="-122"/>
              </a:rPr>
              <a:t>：</a:t>
            </a:r>
            <a:r>
              <a:rPr b="1" kern="0" spc="4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衍射光栅是一种应用非常广泛、非常</a:t>
            </a:r>
            <a:r>
              <a:rPr b="1" kern="0" spc="3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重要的光学元件，通常讲的衍射光</a:t>
            </a:r>
            <a:endParaRPr dirty="0">
              <a:latin typeface="Times New Roman" panose="02020603050405020304" pitchFamily="18" charset="0"/>
              <a:ea typeface="宋体" panose="02010600030101010101" pitchFamily="2" charset="-122"/>
              <a:cs typeface="宋体" panose="02010600030101010101" pitchFamily="2" charset="-122"/>
            </a:endParaRPr>
          </a:p>
          <a:p>
            <a:pPr marL="30480" algn="l" rtl="0" eaLnBrk="0">
              <a:lnSpc>
                <a:spcPct val="90000"/>
              </a:lnSpc>
              <a:spcBef>
                <a:spcPts val="935"/>
              </a:spcBef>
            </a:pPr>
            <a:r>
              <a:rPr b="1" kern="0" spc="3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栅都是基于</a:t>
            </a:r>
            <a:r>
              <a:rPr b="1" u="sng" kern="0" spc="30" dirty="0">
                <a:solidFill>
                  <a:srgbClr val="0000FF">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夫朗和费多缝衍射效应进行工作的</a:t>
            </a:r>
            <a:r>
              <a:rPr b="1" kern="0" spc="3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a:t>
            </a:r>
            <a:endParaRPr lang="zh-CN" altLang="en-US">
              <a:latin typeface="Times New Roman" panose="02020603050405020304" pitchFamily="18" charset="0"/>
              <a:ea typeface="宋体" panose="02010600030101010101" pitchFamily="2" charset="-122"/>
            </a:endParaRPr>
          </a:p>
        </p:txBody>
      </p:sp>
      <p:sp>
        <p:nvSpPr>
          <p:cNvPr id="34820" name="Text Box 88"/>
          <p:cNvSpPr txBox="1">
            <a:spLocks noChangeArrowheads="1"/>
          </p:cNvSpPr>
          <p:nvPr/>
        </p:nvSpPr>
        <p:spPr bwMode="auto">
          <a:xfrm>
            <a:off x="1703388" y="4313238"/>
            <a:ext cx="6019800" cy="700405"/>
          </a:xfrm>
          <a:prstGeom prst="rect">
            <a:avLst/>
          </a:prstGeom>
          <a:noFill/>
          <a:ln w="9525">
            <a:noFill/>
            <a:miter lim="800000"/>
          </a:ln>
        </p:spPr>
        <p:txBody>
          <a:bodyPr>
            <a:spAutoFit/>
          </a:bodyPr>
          <a:lstStyle/>
          <a:p>
            <a:pPr algn="just">
              <a:lnSpc>
                <a:spcPct val="110000"/>
              </a:lnSpc>
            </a:pPr>
            <a:r>
              <a:rPr lang="en-US" altLang="zh-CN" i="1">
                <a:latin typeface="Times New Roman" panose="02020603050405020304" pitchFamily="18" charset="0"/>
                <a:ea typeface="宋体" panose="02010600030101010101" pitchFamily="2" charset="-122"/>
              </a:rPr>
              <a:t>a </a:t>
            </a:r>
            <a:r>
              <a:rPr lang="zh-CN" altLang="en-US">
                <a:latin typeface="Times New Roman" panose="02020603050405020304" pitchFamily="18" charset="0"/>
                <a:ea typeface="宋体" panose="02010600030101010101" pitchFamily="2" charset="-122"/>
              </a:rPr>
              <a:t>是透光（或反光）部分的宽度</a:t>
            </a:r>
            <a:endParaRPr lang="zh-CN" altLang="en-US">
              <a:latin typeface="Times New Roman" panose="02020603050405020304" pitchFamily="18" charset="0"/>
              <a:ea typeface="宋体" panose="02010600030101010101" pitchFamily="2" charset="-122"/>
            </a:endParaRPr>
          </a:p>
          <a:p>
            <a:pPr algn="just">
              <a:lnSpc>
                <a:spcPct val="110000"/>
              </a:lnSpc>
            </a:pPr>
            <a:r>
              <a:rPr lang="en-US" altLang="zh-CN" i="1">
                <a:latin typeface="Times New Roman" panose="02020603050405020304" pitchFamily="18" charset="0"/>
                <a:ea typeface="宋体" panose="02010600030101010101" pitchFamily="2" charset="-122"/>
              </a:rPr>
              <a:t>b</a:t>
            </a:r>
            <a:r>
              <a:rPr lang="en-US" altLang="zh-CN">
                <a:latin typeface="Times New Roman" panose="02020603050405020304" pitchFamily="18" charset="0"/>
                <a:ea typeface="宋体" panose="02010600030101010101" pitchFamily="2" charset="-122"/>
                <a:sym typeface="Arial" panose="020B0604020202020204" pitchFamily="34" charset="0"/>
              </a:rPr>
              <a:t> </a:t>
            </a:r>
            <a:r>
              <a:rPr lang="zh-CN" altLang="en-US">
                <a:latin typeface="Times New Roman" panose="02020603050405020304" pitchFamily="18" charset="0"/>
                <a:ea typeface="宋体" panose="02010600030101010101" pitchFamily="2" charset="-122"/>
                <a:sym typeface="Arial" panose="020B0604020202020204" pitchFamily="34" charset="0"/>
              </a:rPr>
              <a:t>是不透光</a:t>
            </a:r>
            <a:r>
              <a:rPr lang="zh-CN" altLang="zh-CN">
                <a:latin typeface="Times New Roman" panose="02020603050405020304" pitchFamily="18" charset="0"/>
                <a:ea typeface="宋体" panose="02010600030101010101" pitchFamily="2" charset="-122"/>
                <a:sym typeface="Arial" panose="020B0604020202020204" pitchFamily="34" charset="0"/>
              </a:rPr>
              <a:t>(</a:t>
            </a:r>
            <a:r>
              <a:rPr lang="zh-CN" altLang="en-US">
                <a:latin typeface="Times New Roman" panose="02020603050405020304" pitchFamily="18" charset="0"/>
                <a:ea typeface="宋体" panose="02010600030101010101" pitchFamily="2" charset="-122"/>
                <a:sym typeface="Arial" panose="020B0604020202020204" pitchFamily="34" charset="0"/>
              </a:rPr>
              <a:t>或不反光</a:t>
            </a:r>
            <a:r>
              <a:rPr lang="zh-CN" altLang="zh-CN">
                <a:latin typeface="Times New Roman" panose="02020603050405020304" pitchFamily="18" charset="0"/>
                <a:ea typeface="宋体" panose="02010600030101010101" pitchFamily="2" charset="-122"/>
                <a:sym typeface="Arial" panose="020B0604020202020204" pitchFamily="34" charset="0"/>
              </a:rPr>
              <a:t>)</a:t>
            </a:r>
            <a:r>
              <a:rPr lang="zh-CN" altLang="en-US">
                <a:latin typeface="Times New Roman" panose="02020603050405020304" pitchFamily="18" charset="0"/>
                <a:ea typeface="宋体" panose="02010600030101010101" pitchFamily="2" charset="-122"/>
                <a:sym typeface="Arial" panose="020B0604020202020204" pitchFamily="34" charset="0"/>
              </a:rPr>
              <a:t>部分的宽度</a:t>
            </a:r>
            <a:endParaRPr lang="zh-CN" altLang="en-US">
              <a:latin typeface="Times New Roman" panose="02020603050405020304" pitchFamily="18" charset="0"/>
              <a:ea typeface="宋体" panose="02010600030101010101" pitchFamily="2" charset="-122"/>
              <a:sym typeface="Arial" panose="020B0604020202020204" pitchFamily="34" charset="0"/>
            </a:endParaRPr>
          </a:p>
        </p:txBody>
      </p:sp>
      <p:sp>
        <p:nvSpPr>
          <p:cNvPr id="34821" name="Text Box 89"/>
          <p:cNvSpPr txBox="1">
            <a:spLocks noChangeArrowheads="1"/>
          </p:cNvSpPr>
          <p:nvPr/>
        </p:nvSpPr>
        <p:spPr bwMode="auto">
          <a:xfrm>
            <a:off x="1703388" y="3565208"/>
            <a:ext cx="5562600" cy="645160"/>
          </a:xfrm>
          <a:prstGeom prst="rect">
            <a:avLst/>
          </a:prstGeom>
          <a:noFill/>
          <a:ln w="9525">
            <a:noFill/>
            <a:miter lim="800000"/>
          </a:ln>
        </p:spPr>
        <p:txBody>
          <a:bodyPr>
            <a:spAutoFit/>
          </a:bodyPr>
          <a:lstStyle/>
          <a:p>
            <a:r>
              <a:rPr lang="zh-CN" altLang="en-US">
                <a:latin typeface="Times New Roman" panose="02020603050405020304" pitchFamily="18" charset="0"/>
                <a:ea typeface="宋体" panose="02010600030101010101" pitchFamily="2" charset="-122"/>
              </a:rPr>
              <a:t>光栅常数</a:t>
            </a:r>
            <a:r>
              <a:rPr lang="zh-CN" altLang="en-US">
                <a:solidFill>
                  <a:srgbClr val="FF0000"/>
                </a:solidFill>
                <a:latin typeface="Times New Roman" panose="02020603050405020304" pitchFamily="18" charset="0"/>
                <a:ea typeface="宋体" panose="02010600030101010101" pitchFamily="2" charset="-122"/>
              </a:rPr>
              <a:t>  </a:t>
            </a:r>
            <a:r>
              <a:rPr lang="en-US" altLang="zh-CN" sz="3600" i="1">
                <a:latin typeface="Times New Roman" panose="02020603050405020304" pitchFamily="18" charset="0"/>
                <a:ea typeface="宋体" panose="02010600030101010101" pitchFamily="2" charset="-122"/>
              </a:rPr>
              <a:t>d = a + b</a:t>
            </a:r>
            <a:r>
              <a:rPr lang="en-US" altLang="zh-CN" sz="3200" i="1">
                <a:latin typeface="Times New Roman" panose="02020603050405020304" pitchFamily="18" charset="0"/>
                <a:ea typeface="宋体" panose="02010600030101010101" pitchFamily="2" charset="-122"/>
              </a:rPr>
              <a:t>   </a:t>
            </a:r>
            <a:r>
              <a:rPr lang="en-US" altLang="zh-CN" sz="3200" i="1">
                <a:solidFill>
                  <a:srgbClr val="FF0000"/>
                </a:solidFill>
                <a:latin typeface="Times New Roman" panose="02020603050405020304" pitchFamily="18" charset="0"/>
                <a:ea typeface="宋体" panose="02010600030101010101" pitchFamily="2" charset="-122"/>
              </a:rPr>
              <a:t> </a:t>
            </a:r>
            <a:endParaRPr lang="zh-CN" altLang="zh-CN" sz="3200">
              <a:solidFill>
                <a:srgbClr val="FF0000"/>
              </a:solidFill>
              <a:latin typeface="Times New Roman" panose="02020603050405020304" pitchFamily="18" charset="0"/>
              <a:ea typeface="宋体" panose="02010600030101010101" pitchFamily="2" charset="-122"/>
            </a:endParaRPr>
          </a:p>
        </p:txBody>
      </p:sp>
      <p:sp>
        <p:nvSpPr>
          <p:cNvPr id="34822" name="Text Box 90"/>
          <p:cNvSpPr txBox="1">
            <a:spLocks noChangeArrowheads="1"/>
          </p:cNvSpPr>
          <p:nvPr/>
        </p:nvSpPr>
        <p:spPr bwMode="auto">
          <a:xfrm>
            <a:off x="1775460" y="2276475"/>
            <a:ext cx="3397885" cy="645160"/>
          </a:xfrm>
          <a:prstGeom prst="rect">
            <a:avLst/>
          </a:prstGeom>
          <a:noFill/>
          <a:ln w="38100">
            <a:solidFill>
              <a:srgbClr val="C00000"/>
            </a:solidFill>
            <a:prstDash val="sysDash"/>
            <a:miter lim="800000"/>
          </a:ln>
        </p:spPr>
        <p:txBody>
          <a:bodyPr wrap="square">
            <a:spAutoFit/>
          </a:bodyPr>
          <a:lstStyle/>
          <a:p>
            <a:pPr algn="ctr"/>
            <a:r>
              <a:rPr lang="zh-CN" altLang="en-US" b="0"/>
              <a:t>由大量等宽、等间距、平行排列的狭缝</a:t>
            </a:r>
            <a:r>
              <a:rPr lang="zh-CN" altLang="zh-CN" b="0"/>
              <a:t>(</a:t>
            </a:r>
            <a:r>
              <a:rPr lang="zh-CN" altLang="en-US" b="0"/>
              <a:t>或反射面</a:t>
            </a:r>
            <a:r>
              <a:rPr lang="zh-CN" altLang="zh-CN" b="0"/>
              <a:t>)</a:t>
            </a:r>
            <a:r>
              <a:rPr lang="zh-CN" altLang="en-US" b="0"/>
              <a:t>构成。</a:t>
            </a:r>
            <a:endParaRPr lang="zh-CN" altLang="en-US" b="0"/>
          </a:p>
        </p:txBody>
      </p:sp>
      <p:sp>
        <p:nvSpPr>
          <p:cNvPr id="2" name="文本框 1"/>
          <p:cNvSpPr txBox="1"/>
          <p:nvPr/>
        </p:nvSpPr>
        <p:spPr>
          <a:xfrm>
            <a:off x="1774825" y="5462905"/>
            <a:ext cx="8714740" cy="755650"/>
          </a:xfrm>
          <a:prstGeom prst="rect">
            <a:avLst/>
          </a:prstGeom>
          <a:noFill/>
        </p:spPr>
        <p:txBody>
          <a:bodyPr wrap="square" rtlCol="0" anchor="t">
            <a:spAutoFit/>
          </a:bodyPr>
          <a:p>
            <a:pPr marL="22860" algn="l" rtl="0" eaLnBrk="0">
              <a:lnSpc>
                <a:spcPct val="90000"/>
              </a:lnSpc>
              <a:spcBef>
                <a:spcPts val="730"/>
              </a:spcBef>
            </a:pPr>
            <a:r>
              <a:rPr sz="2400" b="1" kern="0" spc="2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广义上可以把光栅定义为：</a:t>
            </a:r>
            <a:r>
              <a:rPr sz="2400" kern="0" spc="-62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 </a:t>
            </a:r>
            <a:r>
              <a:rPr sz="2400" b="1" kern="0" spc="2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凡是能使入射光的</a:t>
            </a:r>
            <a:r>
              <a:rPr sz="2400" b="1" u="sng" kern="0" spc="20" dirty="0">
                <a:solidFill>
                  <a:srgbClr val="0000FF">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振幅或相位，或者两者同</a:t>
            </a:r>
            <a:r>
              <a:rPr sz="2400" b="1" u="sng" kern="0" spc="-70" dirty="0">
                <a:solidFill>
                  <a:srgbClr val="0000FF">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时产生</a:t>
            </a:r>
            <a:r>
              <a:rPr sz="2400" b="1" u="sng" kern="0" spc="-70" dirty="0">
                <a:solidFill>
                  <a:srgbClr val="FF0000">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周期性空间调制</a:t>
            </a:r>
            <a:r>
              <a:rPr sz="2400" b="1" u="sng" kern="0" spc="-80" dirty="0">
                <a:solidFill>
                  <a:srgbClr val="0000FF">
                    <a:alpha val="100000"/>
                  </a:srgbClr>
                </a:solidFill>
                <a:latin typeface="Times New Roman" panose="02020603050405020304" pitchFamily="18" charset="0"/>
                <a:ea typeface="宋体" panose="02010600030101010101" pitchFamily="2" charset="-122"/>
                <a:cs typeface="宋体" panose="02010600030101010101" pitchFamily="2" charset="-122"/>
                <a:sym typeface="+mn-ea"/>
              </a:rPr>
              <a:t>的光学元件。</a:t>
            </a:r>
            <a:endParaRPr lang="zh-CN" altLang="en-US" sz="2400" u="sng" kern="0" dirty="0">
              <a:solidFill>
                <a:srgbClr val="0000FF">
                  <a:alpha val="100000"/>
                </a:srgbClr>
              </a:solidFill>
              <a:latin typeface="Times New Roman" panose="02020603050405020304" pitchFamily="18" charset="0"/>
              <a:ea typeface="宋体" panose="02010600030101010101" pitchFamily="2" charset="-122"/>
              <a:cs typeface="宋体" panose="02010600030101010101" pitchFamily="2" charset="-122"/>
              <a:sym typeface="+mn-ea"/>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Rectangle 2"/>
          <p:cNvSpPr>
            <a:spLocks noChangeArrowheads="1"/>
          </p:cNvSpPr>
          <p:nvPr/>
        </p:nvSpPr>
        <p:spPr bwMode="auto">
          <a:xfrm>
            <a:off x="2244408" y="822960"/>
            <a:ext cx="8459787" cy="3709670"/>
          </a:xfrm>
          <a:prstGeom prst="rect">
            <a:avLst/>
          </a:prstGeom>
          <a:noFill/>
          <a:ln w="9525">
            <a:noFill/>
            <a:miter lim="800000"/>
          </a:ln>
        </p:spPr>
        <p:txBody>
          <a:bodyPr>
            <a:spAutoFit/>
          </a:bodyPr>
          <a:p>
            <a:pPr>
              <a:lnSpc>
                <a:spcPct val="130000"/>
              </a:lnSpc>
            </a:pPr>
            <a:r>
              <a:rPr lang="zh-CN" sz="2400">
                <a:solidFill>
                  <a:schemeClr val="accent6">
                    <a:lumMod val="75000"/>
                  </a:schemeClr>
                </a:solidFill>
              </a:rPr>
              <a:t>衍射光栅的分类</a:t>
            </a:r>
            <a:endParaRPr lang="zh-CN" sz="2400">
              <a:solidFill>
                <a:schemeClr val="accent6">
                  <a:lumMod val="75000"/>
                </a:schemeClr>
              </a:solidFill>
            </a:endParaRPr>
          </a:p>
          <a:p>
            <a:pPr>
              <a:lnSpc>
                <a:spcPct val="170000"/>
              </a:lnSpc>
            </a:pPr>
            <a:r>
              <a:rPr lang="zh-CN" altLang="zh-CN" sz="2400"/>
              <a:t>1</a:t>
            </a:r>
            <a:r>
              <a:rPr lang="zh-CN" sz="2400"/>
              <a:t>、振幅型和相位型（</a:t>
            </a:r>
            <a:r>
              <a:rPr lang="zh-CN" sz="2400">
                <a:sym typeface="Arial" panose="020B0604020202020204" pitchFamily="34" charset="0"/>
              </a:rPr>
              <a:t>按调制方式</a:t>
            </a:r>
            <a:r>
              <a:rPr lang="zh-CN" sz="2400"/>
              <a:t>）</a:t>
            </a:r>
            <a:endParaRPr lang="zh-CN" sz="2400"/>
          </a:p>
          <a:p>
            <a:pPr>
              <a:lnSpc>
                <a:spcPct val="170000"/>
              </a:lnSpc>
            </a:pPr>
            <a:r>
              <a:rPr lang="zh-CN" altLang="zh-CN" sz="2400"/>
              <a:t>2</a:t>
            </a:r>
            <a:r>
              <a:rPr lang="zh-CN" sz="2400"/>
              <a:t>、透射型和反射型（按</a:t>
            </a:r>
            <a:r>
              <a:rPr lang="zh-CN" sz="2400">
                <a:latin typeface="Times New Roman" panose="02020603050405020304" pitchFamily="18" charset="0"/>
              </a:rPr>
              <a:t>工作方式</a:t>
            </a:r>
            <a:r>
              <a:rPr lang="zh-CN" sz="2400"/>
              <a:t>）</a:t>
            </a:r>
            <a:endParaRPr lang="zh-CN" sz="2400"/>
          </a:p>
          <a:p>
            <a:pPr>
              <a:lnSpc>
                <a:spcPct val="170000"/>
              </a:lnSpc>
            </a:pPr>
            <a:r>
              <a:rPr lang="zh-CN" altLang="zh-CN" sz="2400"/>
              <a:t>3</a:t>
            </a:r>
            <a:r>
              <a:rPr lang="zh-CN" sz="2400"/>
              <a:t>、平面光栅和凹面光栅（按</a:t>
            </a:r>
            <a:r>
              <a:rPr lang="zh-CN" sz="2400">
                <a:latin typeface="Times New Roman" panose="02020603050405020304" pitchFamily="18" charset="0"/>
              </a:rPr>
              <a:t>光栅工作表面的形状</a:t>
            </a:r>
            <a:r>
              <a:rPr lang="zh-CN" sz="2400"/>
              <a:t>）</a:t>
            </a:r>
            <a:endParaRPr lang="zh-CN" sz="2400"/>
          </a:p>
          <a:p>
            <a:pPr>
              <a:lnSpc>
                <a:spcPct val="170000"/>
              </a:lnSpc>
            </a:pPr>
            <a:r>
              <a:rPr lang="zh-CN" altLang="zh-CN" sz="2400"/>
              <a:t>4</a:t>
            </a:r>
            <a:r>
              <a:rPr lang="zh-CN" sz="2400"/>
              <a:t>、二维平面光栅和三维体积光栅（</a:t>
            </a:r>
            <a:r>
              <a:rPr lang="zh-CN" sz="2400">
                <a:latin typeface="Times New Roman" panose="02020603050405020304" pitchFamily="18" charset="0"/>
              </a:rPr>
              <a:t>按调制空间</a:t>
            </a:r>
            <a:r>
              <a:rPr lang="zh-CN" sz="2400"/>
              <a:t>）</a:t>
            </a:r>
            <a:endParaRPr lang="zh-CN" sz="2400"/>
          </a:p>
          <a:p>
            <a:pPr>
              <a:lnSpc>
                <a:spcPct val="170000"/>
              </a:lnSpc>
            </a:pPr>
            <a:r>
              <a:rPr lang="zh-CN" altLang="zh-CN" sz="2400"/>
              <a:t>5</a:t>
            </a:r>
            <a:r>
              <a:rPr lang="zh-CN" sz="2400"/>
              <a:t>、机刻光栅、复制光栅、全息光栅（按</a:t>
            </a:r>
            <a:r>
              <a:rPr lang="zh-CN" sz="2400">
                <a:latin typeface="Times New Roman" panose="02020603050405020304" pitchFamily="18" charset="0"/>
              </a:rPr>
              <a:t>光栅制作方式</a:t>
            </a:r>
            <a:r>
              <a:rPr lang="zh-CN" sz="2400"/>
              <a:t>）</a:t>
            </a:r>
            <a:endParaRPr lang="zh-CN" sz="2400"/>
          </a:p>
        </p:txBody>
      </p:sp>
      <p:sp>
        <p:nvSpPr>
          <p:cNvPr id="2" name="文本框 1"/>
          <p:cNvSpPr txBox="1"/>
          <p:nvPr/>
        </p:nvSpPr>
        <p:spPr>
          <a:xfrm>
            <a:off x="0" y="0"/>
            <a:ext cx="1922780" cy="583565"/>
          </a:xfrm>
          <a:prstGeom prst="rect">
            <a:avLst/>
          </a:prstGeom>
          <a:solidFill>
            <a:schemeClr val="tx2">
              <a:lumMod val="20000"/>
              <a:lumOff val="80000"/>
            </a:schemeClr>
          </a:solidFill>
        </p:spPr>
        <p:txBody>
          <a:bodyPr wrap="square" rtlCol="0" anchor="t">
            <a:spAutoFit/>
          </a:bodyPr>
          <a:p>
            <a:r>
              <a:rPr lang="zh-CN" altLang="en-US" sz="3200">
                <a:latin typeface="Arial" panose="020B0604020202020204" pitchFamily="34" charset="0"/>
                <a:ea typeface="黑体" panose="02010609060101010101" charset="-122"/>
                <a:sym typeface="+mn-ea"/>
              </a:rPr>
              <a:t>实验原理</a:t>
            </a:r>
            <a:endParaRPr lang="zh-CN" altLang="en-US" sz="3200">
              <a:latin typeface="Arial" panose="020B0604020202020204" pitchFamily="34" charset="0"/>
              <a:ea typeface="黑体" panose="02010609060101010101"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 name="textbox 32"/>
          <p:cNvSpPr/>
          <p:nvPr/>
        </p:nvSpPr>
        <p:spPr>
          <a:xfrm>
            <a:off x="1391181" y="537575"/>
            <a:ext cx="10012044" cy="4862195"/>
          </a:xfrm>
          <a:prstGeom prst="rect">
            <a:avLst/>
          </a:prstGeom>
          <a:noFill/>
          <a:ln w="0" cap="flat">
            <a:noFill/>
            <a:prstDash val="solid"/>
            <a:miter lim="0"/>
          </a:ln>
        </p:spPr>
        <p:txBody>
          <a:bodyPr vert="horz" wrap="square" lIns="0" tIns="0" rIns="0" bIns="0"/>
          <a:p>
            <a:pPr algn="l" rtl="0" eaLnBrk="0">
              <a:lnSpc>
                <a:spcPct val="76000"/>
              </a:lnSpc>
            </a:pPr>
            <a:endParaRPr sz="100" dirty="0">
              <a:latin typeface="Times New Roman" panose="02020603050405020304" pitchFamily="18" charset="0"/>
              <a:ea typeface="宋体" panose="02010600030101010101" pitchFamily="2" charset="-122"/>
              <a:cs typeface="Arial" panose="020B0604020202020204"/>
            </a:endParaRPr>
          </a:p>
          <a:p>
            <a:pPr marL="22860" algn="l" rtl="0" eaLnBrk="0">
              <a:lnSpc>
                <a:spcPct val="90000"/>
              </a:lnSpc>
            </a:pPr>
            <a:r>
              <a:rPr sz="2400" b="1" kern="0" spc="-20" dirty="0">
                <a:solidFill>
                  <a:schemeClr val="accent6">
                    <a:lumMod val="75000"/>
                    <a:alpha val="100000"/>
                  </a:schemeClr>
                </a:solidFill>
                <a:latin typeface="Times New Roman" panose="02020603050405020304" pitchFamily="18" charset="0"/>
                <a:ea typeface="宋体" panose="02010600030101010101" pitchFamily="2" charset="-122"/>
                <a:cs typeface="宋体" panose="02010600030101010101" pitchFamily="2" charset="-122"/>
              </a:rPr>
              <a:t>光栅的应用</a:t>
            </a:r>
            <a:endParaRPr sz="2400" dirty="0">
              <a:solidFill>
                <a:schemeClr val="accent6">
                  <a:lumMod val="75000"/>
                </a:schemeClr>
              </a:solidFill>
              <a:latin typeface="Times New Roman" panose="02020603050405020304" pitchFamily="18" charset="0"/>
              <a:ea typeface="宋体" panose="02010600030101010101" pitchFamily="2" charset="-122"/>
              <a:cs typeface="宋体" panose="02010600030101010101" pitchFamily="2" charset="-122"/>
            </a:endParaRPr>
          </a:p>
          <a:p>
            <a:pPr algn="l" rtl="0" eaLnBrk="0">
              <a:lnSpc>
                <a:spcPct val="164000"/>
              </a:lnSpc>
            </a:pPr>
            <a:endParaRPr sz="1000" dirty="0">
              <a:latin typeface="Times New Roman" panose="02020603050405020304" pitchFamily="18" charset="0"/>
              <a:ea typeface="宋体" panose="02010600030101010101" pitchFamily="2" charset="-122"/>
              <a:cs typeface="Arial" panose="020B0604020202020204"/>
            </a:endParaRPr>
          </a:p>
          <a:p>
            <a:pPr marL="45720" algn="l" rtl="0" eaLnBrk="0">
              <a:lnSpc>
                <a:spcPct val="104000"/>
              </a:lnSpc>
              <a:spcBef>
                <a:spcPts val="725"/>
              </a:spcBef>
            </a:pPr>
            <a:r>
              <a:rPr sz="2400" b="1" kern="0" spc="4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a:rPr>
              <a:t>(1)</a:t>
            </a:r>
            <a:r>
              <a:rPr sz="2400" b="1" kern="0" spc="4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rPr>
              <a:t>光栅最重要的应用是作为</a:t>
            </a:r>
            <a:r>
              <a:rPr sz="2400" b="1" u="sng" kern="0" spc="40" dirty="0">
                <a:solidFill>
                  <a:srgbClr val="0000FF">
                    <a:alpha val="100000"/>
                  </a:srgbClr>
                </a:solidFill>
                <a:latin typeface="Times New Roman" panose="02020603050405020304" pitchFamily="18" charset="0"/>
                <a:ea typeface="宋体" panose="02010600030101010101" pitchFamily="2" charset="-122"/>
                <a:cs typeface="宋体" panose="02010600030101010101" pitchFamily="2" charset="-122"/>
              </a:rPr>
              <a:t>分光元件</a:t>
            </a:r>
            <a:r>
              <a:rPr sz="2400" b="1" kern="0" spc="4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rPr>
              <a:t>，</a:t>
            </a:r>
            <a:r>
              <a:rPr sz="2400" b="1" kern="0" spc="3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rPr>
              <a:t>即把复色光分成单色光。</a:t>
            </a:r>
            <a:endParaRPr sz="2400" dirty="0">
              <a:latin typeface="Times New Roman" panose="02020603050405020304" pitchFamily="18" charset="0"/>
              <a:ea typeface="宋体" panose="02010600030101010101" pitchFamily="2" charset="-122"/>
              <a:cs typeface="宋体" panose="02010600030101010101" pitchFamily="2" charset="-122"/>
            </a:endParaRPr>
          </a:p>
          <a:p>
            <a:pPr algn="l" rtl="0" eaLnBrk="0">
              <a:lnSpc>
                <a:spcPct val="105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5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6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6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6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6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6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6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06000"/>
              </a:lnSpc>
            </a:pPr>
            <a:endParaRPr sz="1000" dirty="0">
              <a:latin typeface="Times New Roman" panose="02020603050405020304" pitchFamily="18" charset="0"/>
              <a:ea typeface="宋体" panose="02010600030101010101" pitchFamily="2" charset="-122"/>
              <a:cs typeface="Arial" panose="020B0604020202020204"/>
            </a:endParaRPr>
          </a:p>
          <a:p>
            <a:pPr algn="r" rtl="0" eaLnBrk="0">
              <a:lnSpc>
                <a:spcPct val="104000"/>
              </a:lnSpc>
              <a:spcBef>
                <a:spcPts val="725"/>
              </a:spcBef>
            </a:pPr>
            <a:r>
              <a:rPr sz="2400" b="1" kern="0" spc="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a:rPr>
              <a:t>(2)</a:t>
            </a:r>
            <a:r>
              <a:rPr sz="2400" b="1" kern="0" spc="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rPr>
              <a:t>它还可以用于</a:t>
            </a:r>
            <a:r>
              <a:rPr sz="2400" b="1" u="sng" kern="0" spc="0" dirty="0">
                <a:solidFill>
                  <a:srgbClr val="0000FF">
                    <a:alpha val="100000"/>
                  </a:srgbClr>
                </a:solidFill>
                <a:latin typeface="Times New Roman" panose="02020603050405020304" pitchFamily="18" charset="0"/>
                <a:ea typeface="宋体" panose="02010600030101010101" pitchFamily="2" charset="-122"/>
                <a:cs typeface="宋体" panose="02010600030101010101" pitchFamily="2" charset="-122"/>
              </a:rPr>
              <a:t>长度和角度</a:t>
            </a:r>
            <a:r>
              <a:rPr sz="2400" b="1" kern="0" spc="-10" dirty="0">
                <a:solidFill>
                  <a:srgbClr val="000000">
                    <a:alpha val="100000"/>
                  </a:srgbClr>
                </a:solidFill>
                <a:latin typeface="Times New Roman" panose="02020603050405020304" pitchFamily="18" charset="0"/>
                <a:ea typeface="宋体" panose="02010600030101010101" pitchFamily="2" charset="-122"/>
                <a:cs typeface="宋体" panose="02010600030101010101" pitchFamily="2" charset="-122"/>
              </a:rPr>
              <a:t>的精密、自动化测量，以及作为调制元件等。</a:t>
            </a:r>
            <a:endParaRPr sz="2400" dirty="0">
              <a:latin typeface="Times New Roman" panose="02020603050405020304" pitchFamily="18" charset="0"/>
              <a:ea typeface="宋体" panose="02010600030101010101" pitchFamily="2" charset="-122"/>
              <a:cs typeface="宋体" panose="02010600030101010101" pitchFamily="2" charset="-122"/>
            </a:endParaRPr>
          </a:p>
          <a:p>
            <a:pPr algn="l" rtl="0" eaLnBrk="0">
              <a:lnSpc>
                <a:spcPct val="123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23000"/>
              </a:lnSpc>
            </a:pPr>
            <a:endParaRPr sz="1000" dirty="0">
              <a:latin typeface="Times New Roman" panose="02020603050405020304" pitchFamily="18" charset="0"/>
              <a:ea typeface="宋体" panose="02010600030101010101" pitchFamily="2" charset="-122"/>
              <a:cs typeface="Arial" panose="020B0604020202020204"/>
            </a:endParaRPr>
          </a:p>
          <a:p>
            <a:pPr marL="3628390" algn="l" rtl="0" eaLnBrk="0">
              <a:lnSpc>
                <a:spcPct val="99000"/>
              </a:lnSpc>
              <a:spcBef>
                <a:spcPts val="755"/>
              </a:spcBef>
            </a:pPr>
            <a:r>
              <a:rPr sz="2400" b="1" kern="0" spc="-30" dirty="0">
                <a:solidFill>
                  <a:srgbClr val="000000">
                    <a:alpha val="100000"/>
                  </a:srgbClr>
                </a:solidFill>
                <a:latin typeface="Times New Roman" panose="02020603050405020304" pitchFamily="18" charset="0"/>
                <a:ea typeface="宋体" panose="02010600030101010101" pitchFamily="2" charset="-122"/>
                <a:cs typeface="Palatino Linotype" panose="02040502050505030304"/>
              </a:rPr>
              <a:t>d</a:t>
            </a:r>
            <a:r>
              <a:rPr sz="2400" b="1" kern="0" spc="-120" dirty="0">
                <a:solidFill>
                  <a:srgbClr val="000000">
                    <a:alpha val="100000"/>
                  </a:srgbClr>
                </a:solidFill>
                <a:latin typeface="Times New Roman" panose="02020603050405020304" pitchFamily="18" charset="0"/>
                <a:ea typeface="宋体" panose="02010600030101010101" pitchFamily="2" charset="-122"/>
                <a:cs typeface="Palatino Linotype" panose="02040502050505030304"/>
              </a:rPr>
              <a:t> </a:t>
            </a:r>
            <a:r>
              <a:rPr sz="2400" b="1" kern="0" spc="-30" dirty="0">
                <a:solidFill>
                  <a:srgbClr val="000000">
                    <a:alpha val="100000"/>
                  </a:srgbClr>
                </a:solidFill>
                <a:latin typeface="Times New Roman" panose="02020603050405020304" pitchFamily="18" charset="0"/>
                <a:ea typeface="宋体" panose="02010600030101010101" pitchFamily="2" charset="-122"/>
                <a:cs typeface="Constantia" panose="02030602050306030303"/>
              </a:rPr>
              <a:t>sin</a:t>
            </a:r>
            <a:r>
              <a:rPr sz="2500" b="1" i="1" kern="0" spc="-3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a:rPr>
              <a:t>θ</a:t>
            </a:r>
            <a:r>
              <a:rPr sz="2500" b="1" i="1" kern="0" spc="-11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a:rPr>
              <a:t> </a:t>
            </a:r>
            <a:r>
              <a:rPr sz="2400" b="1" kern="0" spc="-3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a:rPr>
              <a:t>= </a:t>
            </a:r>
            <a:r>
              <a:rPr sz="2400" b="1" kern="0" spc="-30" dirty="0">
                <a:solidFill>
                  <a:srgbClr val="000000">
                    <a:alpha val="100000"/>
                  </a:srgbClr>
                </a:solidFill>
                <a:latin typeface="Times New Roman" panose="02020603050405020304" pitchFamily="18" charset="0"/>
                <a:ea typeface="宋体" panose="02010600030101010101" pitchFamily="2" charset="-122"/>
                <a:cs typeface="Palatino Linotype" panose="02040502050505030304"/>
              </a:rPr>
              <a:t>m</a:t>
            </a:r>
            <a:r>
              <a:rPr sz="2500" b="1" i="1" kern="0" spc="-30" dirty="0">
                <a:solidFill>
                  <a:srgbClr val="000000">
                    <a:alpha val="100000"/>
                  </a:srgbClr>
                </a:solidFill>
                <a:latin typeface="Times New Roman" panose="02020603050405020304" pitchFamily="18" charset="0"/>
                <a:ea typeface="宋体" panose="02010600030101010101" pitchFamily="2" charset="-122"/>
                <a:cs typeface="Times New Roman" panose="02020603050405020304"/>
              </a:rPr>
              <a:t>λ</a:t>
            </a:r>
            <a:endParaRPr sz="2500" dirty="0">
              <a:latin typeface="Times New Roman" panose="02020603050405020304" pitchFamily="18" charset="0"/>
              <a:ea typeface="宋体" panose="02010600030101010101" pitchFamily="2" charset="-122"/>
              <a:cs typeface="Times New Roman" panose="02020603050405020304"/>
            </a:endParaRPr>
          </a:p>
          <a:p>
            <a:pPr algn="l" rtl="0" eaLnBrk="0">
              <a:lnSpc>
                <a:spcPct val="127000"/>
              </a:lnSpc>
            </a:pPr>
            <a:endParaRPr sz="1000" dirty="0">
              <a:latin typeface="Times New Roman" panose="02020603050405020304" pitchFamily="18" charset="0"/>
              <a:ea typeface="宋体" panose="02010600030101010101" pitchFamily="2" charset="-122"/>
              <a:cs typeface="Arial" panose="020B0604020202020204"/>
            </a:endParaRPr>
          </a:p>
          <a:p>
            <a:pPr algn="l" rtl="0" eaLnBrk="0">
              <a:lnSpc>
                <a:spcPct val="127000"/>
              </a:lnSpc>
            </a:pPr>
            <a:endParaRPr sz="2400" dirty="0">
              <a:latin typeface="Times New Roman" panose="02020603050405020304" pitchFamily="18" charset="0"/>
              <a:ea typeface="宋体" panose="02010600030101010101" pitchFamily="2" charset="-122"/>
              <a:cs typeface="宋体" panose="02010600030101010101" pitchFamily="2" charset="-122"/>
            </a:endParaRPr>
          </a:p>
        </p:txBody>
      </p:sp>
      <p:pic>
        <p:nvPicPr>
          <p:cNvPr id="36" name="picture 36"/>
          <p:cNvPicPr>
            <a:picLocks noChangeAspect="1"/>
          </p:cNvPicPr>
          <p:nvPr/>
        </p:nvPicPr>
        <p:blipFill>
          <a:blip r:embed="rId1"/>
          <a:stretch>
            <a:fillRect/>
          </a:stretch>
        </p:blipFill>
        <p:spPr>
          <a:xfrm rot="21600000">
            <a:off x="4630673" y="2016251"/>
            <a:ext cx="2267711" cy="495300"/>
          </a:xfrm>
          <a:prstGeom prst="rect">
            <a:avLst/>
          </a:prstGeom>
        </p:spPr>
      </p:pic>
      <p:sp>
        <p:nvSpPr>
          <p:cNvPr id="20604" name="Text Box 3"/>
          <p:cNvSpPr txBox="1">
            <a:spLocks noChangeArrowheads="1"/>
          </p:cNvSpPr>
          <p:nvPr/>
        </p:nvSpPr>
        <p:spPr bwMode="auto">
          <a:xfrm>
            <a:off x="6804343" y="3892868"/>
            <a:ext cx="1605280" cy="521970"/>
          </a:xfrm>
          <a:prstGeom prst="rect">
            <a:avLst/>
          </a:prstGeom>
          <a:solidFill>
            <a:srgbClr val="FFCCFF"/>
          </a:solidFill>
          <a:ln w="9525">
            <a:noFill/>
            <a:miter lim="800000"/>
          </a:ln>
        </p:spPr>
        <p:txBody>
          <a:bodyPr wrap="none">
            <a:spAutoFit/>
          </a:bodyPr>
          <a:p>
            <a:r>
              <a:rPr lang="zh-CN" sz="2800"/>
              <a:t>光栅方程</a:t>
            </a:r>
            <a:endParaRPr lang="zh-CN" sz="2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04" name="Text Box 3"/>
          <p:cNvSpPr txBox="1">
            <a:spLocks noChangeArrowheads="1"/>
          </p:cNvSpPr>
          <p:nvPr/>
        </p:nvSpPr>
        <p:spPr bwMode="auto">
          <a:xfrm>
            <a:off x="1919288" y="1125538"/>
            <a:ext cx="1605280" cy="521970"/>
          </a:xfrm>
          <a:prstGeom prst="rect">
            <a:avLst/>
          </a:prstGeom>
          <a:solidFill>
            <a:srgbClr val="FFCCFF"/>
          </a:solidFill>
          <a:ln w="9525">
            <a:noFill/>
            <a:miter lim="800000"/>
          </a:ln>
        </p:spPr>
        <p:txBody>
          <a:bodyPr wrap="none">
            <a:spAutoFit/>
          </a:bodyPr>
          <a:lstStyle/>
          <a:p>
            <a:r>
              <a:rPr lang="zh-CN" sz="2800"/>
              <a:t>光栅方程</a:t>
            </a:r>
            <a:endParaRPr lang="zh-CN" sz="2800"/>
          </a:p>
        </p:txBody>
      </p:sp>
      <p:graphicFrame>
        <p:nvGraphicFramePr>
          <p:cNvPr id="20601" name="Object 121"/>
          <p:cNvGraphicFramePr>
            <a:graphicFrameLocks noChangeAspect="1"/>
          </p:cNvGraphicFramePr>
          <p:nvPr/>
        </p:nvGraphicFramePr>
        <p:xfrm>
          <a:off x="3897313" y="1820863"/>
          <a:ext cx="5583237" cy="647700"/>
        </p:xfrm>
        <a:graphic>
          <a:graphicData uri="http://schemas.openxmlformats.org/presentationml/2006/ole">
            <mc:AlternateContent xmlns:mc="http://schemas.openxmlformats.org/markup-compatibility/2006">
              <mc:Choice xmlns:v="urn:schemas-microsoft-com:vml" Requires="v">
                <p:oleObj spid="_x0000_s10241" name="" r:id="rId1" imgW="53035200" imgH="5181600" progId="Equation.DSMT4">
                  <p:embed/>
                </p:oleObj>
              </mc:Choice>
              <mc:Fallback>
                <p:oleObj name="" r:id="rId1" imgW="53035200" imgH="5181600" progId="Equation.DSMT4">
                  <p:embed/>
                  <p:pic>
                    <p:nvPicPr>
                      <p:cNvPr id="0" name="图片 10240"/>
                      <p:cNvPicPr>
                        <a:picLocks noChangeAspect="1"/>
                      </p:cNvPicPr>
                      <p:nvPr/>
                    </p:nvPicPr>
                    <p:blipFill>
                      <a:blip r:embed="rId2"/>
                      <a:stretch>
                        <a:fillRect/>
                      </a:stretch>
                    </p:blipFill>
                    <p:spPr>
                      <a:xfrm>
                        <a:off x="3897313" y="1820863"/>
                        <a:ext cx="5583237" cy="647700"/>
                      </a:xfrm>
                      <a:prstGeom prst="rect">
                        <a:avLst/>
                      </a:prstGeom>
                      <a:noFill/>
                      <a:ln w="9525">
                        <a:noFill/>
                      </a:ln>
                    </p:spPr>
                  </p:pic>
                </p:oleObj>
              </mc:Fallback>
            </mc:AlternateContent>
          </a:graphicData>
        </a:graphic>
      </p:graphicFrame>
      <p:sp>
        <p:nvSpPr>
          <p:cNvPr id="20605" name="Text Box 5"/>
          <p:cNvSpPr txBox="1">
            <a:spLocks noChangeArrowheads="1"/>
          </p:cNvSpPr>
          <p:nvPr/>
        </p:nvSpPr>
        <p:spPr bwMode="auto">
          <a:xfrm>
            <a:off x="2963863" y="3338513"/>
            <a:ext cx="309880" cy="521970"/>
          </a:xfrm>
          <a:prstGeom prst="rect">
            <a:avLst/>
          </a:prstGeom>
          <a:noFill/>
          <a:ln w="9525">
            <a:noFill/>
            <a:miter lim="800000"/>
          </a:ln>
        </p:spPr>
        <p:txBody>
          <a:bodyPr wrap="none">
            <a:spAutoFit/>
          </a:bodyPr>
          <a:lstStyle/>
          <a:p>
            <a:endParaRPr lang="zh-CN" altLang="en-US" sz="2800"/>
          </a:p>
        </p:txBody>
      </p:sp>
      <p:sp>
        <p:nvSpPr>
          <p:cNvPr id="20606" name="Text Box 6"/>
          <p:cNvSpPr txBox="1">
            <a:spLocks noChangeArrowheads="1"/>
          </p:cNvSpPr>
          <p:nvPr/>
        </p:nvSpPr>
        <p:spPr bwMode="auto">
          <a:xfrm>
            <a:off x="2278063" y="1892300"/>
            <a:ext cx="1605280" cy="521970"/>
          </a:xfrm>
          <a:prstGeom prst="rect">
            <a:avLst/>
          </a:prstGeom>
          <a:noFill/>
          <a:ln w="9525">
            <a:noFill/>
            <a:miter lim="800000"/>
          </a:ln>
        </p:spPr>
        <p:txBody>
          <a:bodyPr wrap="none">
            <a:spAutoFit/>
          </a:bodyPr>
          <a:lstStyle/>
          <a:p>
            <a:r>
              <a:rPr lang="zh-CN" sz="2800"/>
              <a:t>正入射：</a:t>
            </a:r>
            <a:endParaRPr lang="zh-CN" sz="2800"/>
          </a:p>
        </p:txBody>
      </p:sp>
      <p:sp>
        <p:nvSpPr>
          <p:cNvPr id="20607" name="Text Box 7"/>
          <p:cNvSpPr txBox="1">
            <a:spLocks noChangeArrowheads="1"/>
          </p:cNvSpPr>
          <p:nvPr/>
        </p:nvSpPr>
        <p:spPr bwMode="auto">
          <a:xfrm>
            <a:off x="2279650" y="2755900"/>
            <a:ext cx="1605280" cy="521970"/>
          </a:xfrm>
          <a:prstGeom prst="rect">
            <a:avLst/>
          </a:prstGeom>
          <a:noFill/>
          <a:ln w="9525">
            <a:noFill/>
            <a:miter lim="800000"/>
          </a:ln>
        </p:spPr>
        <p:txBody>
          <a:bodyPr wrap="none">
            <a:spAutoFit/>
          </a:bodyPr>
          <a:lstStyle/>
          <a:p>
            <a:r>
              <a:rPr lang="zh-CN" sz="2800"/>
              <a:t>斜入射：</a:t>
            </a:r>
            <a:endParaRPr lang="zh-CN" sz="2800"/>
          </a:p>
        </p:txBody>
      </p:sp>
      <p:pic>
        <p:nvPicPr>
          <p:cNvPr id="20608" name="Picture 8"/>
          <p:cNvPicPr>
            <a:picLocks noChangeAspect="1" noChangeArrowheads="1"/>
          </p:cNvPicPr>
          <p:nvPr/>
        </p:nvPicPr>
        <p:blipFill>
          <a:blip r:embed="rId3"/>
          <a:srcRect/>
          <a:stretch>
            <a:fillRect/>
          </a:stretch>
        </p:blipFill>
        <p:spPr bwMode="auto">
          <a:xfrm>
            <a:off x="3862388" y="2684463"/>
            <a:ext cx="4105275" cy="649287"/>
          </a:xfrm>
          <a:prstGeom prst="rect">
            <a:avLst/>
          </a:prstGeom>
          <a:noFill/>
          <a:ln w="9525">
            <a:noFill/>
            <a:miter lim="800000"/>
            <a:headEnd/>
            <a:tailEnd/>
          </a:ln>
        </p:spPr>
      </p:pic>
      <p:grpSp>
        <p:nvGrpSpPr>
          <p:cNvPr id="20609" name="Group 9"/>
          <p:cNvGrpSpPr/>
          <p:nvPr/>
        </p:nvGrpSpPr>
        <p:grpSpPr bwMode="auto">
          <a:xfrm>
            <a:off x="2149475" y="3717925"/>
            <a:ext cx="4017963" cy="2600325"/>
            <a:chOff x="-218" y="0"/>
            <a:chExt cx="2531" cy="1638"/>
          </a:xfrm>
        </p:grpSpPr>
        <p:grpSp>
          <p:nvGrpSpPr>
            <p:cNvPr id="20644" name="Group 10"/>
            <p:cNvGrpSpPr/>
            <p:nvPr/>
          </p:nvGrpSpPr>
          <p:grpSpPr bwMode="auto">
            <a:xfrm>
              <a:off x="-218" y="0"/>
              <a:ext cx="2531" cy="1638"/>
              <a:chOff x="-218" y="0"/>
              <a:chExt cx="2531" cy="1638"/>
            </a:xfrm>
          </p:grpSpPr>
          <p:grpSp>
            <p:nvGrpSpPr>
              <p:cNvPr id="20647" name="Group 11"/>
              <p:cNvGrpSpPr/>
              <p:nvPr/>
            </p:nvGrpSpPr>
            <p:grpSpPr bwMode="auto">
              <a:xfrm>
                <a:off x="379" y="0"/>
                <a:ext cx="1934" cy="1638"/>
                <a:chOff x="6" y="0"/>
                <a:chExt cx="1934" cy="1638"/>
              </a:xfrm>
            </p:grpSpPr>
            <p:grpSp>
              <p:nvGrpSpPr>
                <p:cNvPr id="20650" name="Group 12"/>
                <p:cNvGrpSpPr/>
                <p:nvPr/>
              </p:nvGrpSpPr>
              <p:grpSpPr bwMode="auto">
                <a:xfrm>
                  <a:off x="739" y="555"/>
                  <a:ext cx="0" cy="355"/>
                  <a:chOff x="0" y="0"/>
                  <a:chExt cx="0" cy="355"/>
                </a:xfrm>
              </p:grpSpPr>
              <p:sp>
                <p:nvSpPr>
                  <p:cNvPr id="20671" name="Line 13"/>
                  <p:cNvSpPr>
                    <a:spLocks noChangeShapeType="1"/>
                  </p:cNvSpPr>
                  <p:nvPr/>
                </p:nvSpPr>
                <p:spPr bwMode="auto">
                  <a:xfrm>
                    <a:off x="0" y="0"/>
                    <a:ext cx="0" cy="144"/>
                  </a:xfrm>
                  <a:prstGeom prst="line">
                    <a:avLst/>
                  </a:prstGeom>
                  <a:noFill/>
                  <a:ln w="28575">
                    <a:solidFill>
                      <a:schemeClr val="tx1"/>
                    </a:solidFill>
                    <a:round/>
                  </a:ln>
                </p:spPr>
                <p:txBody>
                  <a:bodyPr wrap="none" anchor="ctr"/>
                  <a:lstStyle/>
                  <a:p>
                    <a:endParaRPr lang="zh-CN" altLang="en-US"/>
                  </a:p>
                </p:txBody>
              </p:sp>
              <p:sp>
                <p:nvSpPr>
                  <p:cNvPr id="20672" name="Line 14"/>
                  <p:cNvSpPr>
                    <a:spLocks noChangeShapeType="1"/>
                  </p:cNvSpPr>
                  <p:nvPr/>
                </p:nvSpPr>
                <p:spPr bwMode="auto">
                  <a:xfrm>
                    <a:off x="0" y="211"/>
                    <a:ext cx="0" cy="144"/>
                  </a:xfrm>
                  <a:prstGeom prst="line">
                    <a:avLst/>
                  </a:prstGeom>
                  <a:noFill/>
                  <a:ln w="28575">
                    <a:solidFill>
                      <a:schemeClr val="tx1"/>
                    </a:solidFill>
                    <a:round/>
                  </a:ln>
                </p:spPr>
                <p:txBody>
                  <a:bodyPr wrap="none" anchor="ctr"/>
                  <a:lstStyle/>
                  <a:p>
                    <a:endParaRPr lang="zh-CN" altLang="en-US"/>
                  </a:p>
                </p:txBody>
              </p:sp>
            </p:grpSp>
            <p:grpSp>
              <p:nvGrpSpPr>
                <p:cNvPr id="20651" name="Group 15"/>
                <p:cNvGrpSpPr/>
                <p:nvPr/>
              </p:nvGrpSpPr>
              <p:grpSpPr bwMode="auto">
                <a:xfrm>
                  <a:off x="738" y="121"/>
                  <a:ext cx="0" cy="355"/>
                  <a:chOff x="0" y="0"/>
                  <a:chExt cx="0" cy="355"/>
                </a:xfrm>
              </p:grpSpPr>
              <p:sp>
                <p:nvSpPr>
                  <p:cNvPr id="20669" name="Line 16"/>
                  <p:cNvSpPr>
                    <a:spLocks noChangeShapeType="1"/>
                  </p:cNvSpPr>
                  <p:nvPr/>
                </p:nvSpPr>
                <p:spPr bwMode="auto">
                  <a:xfrm>
                    <a:off x="0" y="0"/>
                    <a:ext cx="0" cy="144"/>
                  </a:xfrm>
                  <a:prstGeom prst="line">
                    <a:avLst/>
                  </a:prstGeom>
                  <a:noFill/>
                  <a:ln w="28575">
                    <a:solidFill>
                      <a:schemeClr val="tx1"/>
                    </a:solidFill>
                    <a:round/>
                  </a:ln>
                </p:spPr>
                <p:txBody>
                  <a:bodyPr wrap="none" anchor="ctr"/>
                  <a:lstStyle/>
                  <a:p>
                    <a:endParaRPr lang="zh-CN" altLang="en-US"/>
                  </a:p>
                </p:txBody>
              </p:sp>
              <p:sp>
                <p:nvSpPr>
                  <p:cNvPr id="20670" name="Line 17"/>
                  <p:cNvSpPr>
                    <a:spLocks noChangeShapeType="1"/>
                  </p:cNvSpPr>
                  <p:nvPr/>
                </p:nvSpPr>
                <p:spPr bwMode="auto">
                  <a:xfrm>
                    <a:off x="0" y="211"/>
                    <a:ext cx="0" cy="144"/>
                  </a:xfrm>
                  <a:prstGeom prst="line">
                    <a:avLst/>
                  </a:prstGeom>
                  <a:noFill/>
                  <a:ln w="28575">
                    <a:solidFill>
                      <a:schemeClr val="tx1"/>
                    </a:solidFill>
                    <a:round/>
                  </a:ln>
                </p:spPr>
                <p:txBody>
                  <a:bodyPr wrap="none" anchor="ctr"/>
                  <a:lstStyle/>
                  <a:p>
                    <a:endParaRPr lang="zh-CN" altLang="en-US"/>
                  </a:p>
                </p:txBody>
              </p:sp>
            </p:grpSp>
            <p:grpSp>
              <p:nvGrpSpPr>
                <p:cNvPr id="20652" name="Group 18"/>
                <p:cNvGrpSpPr/>
                <p:nvPr/>
              </p:nvGrpSpPr>
              <p:grpSpPr bwMode="auto">
                <a:xfrm>
                  <a:off x="739" y="988"/>
                  <a:ext cx="0" cy="355"/>
                  <a:chOff x="0" y="0"/>
                  <a:chExt cx="0" cy="355"/>
                </a:xfrm>
              </p:grpSpPr>
              <p:sp>
                <p:nvSpPr>
                  <p:cNvPr id="20667" name="Line 19"/>
                  <p:cNvSpPr>
                    <a:spLocks noChangeShapeType="1"/>
                  </p:cNvSpPr>
                  <p:nvPr/>
                </p:nvSpPr>
                <p:spPr bwMode="auto">
                  <a:xfrm>
                    <a:off x="0" y="0"/>
                    <a:ext cx="0" cy="144"/>
                  </a:xfrm>
                  <a:prstGeom prst="line">
                    <a:avLst/>
                  </a:prstGeom>
                  <a:noFill/>
                  <a:ln w="28575">
                    <a:solidFill>
                      <a:schemeClr val="tx1"/>
                    </a:solidFill>
                    <a:round/>
                  </a:ln>
                </p:spPr>
                <p:txBody>
                  <a:bodyPr wrap="none" anchor="ctr"/>
                  <a:lstStyle/>
                  <a:p>
                    <a:endParaRPr lang="zh-CN" altLang="en-US"/>
                  </a:p>
                </p:txBody>
              </p:sp>
              <p:sp>
                <p:nvSpPr>
                  <p:cNvPr id="20668" name="Line 20"/>
                  <p:cNvSpPr>
                    <a:spLocks noChangeShapeType="1"/>
                  </p:cNvSpPr>
                  <p:nvPr/>
                </p:nvSpPr>
                <p:spPr bwMode="auto">
                  <a:xfrm>
                    <a:off x="0" y="211"/>
                    <a:ext cx="0" cy="144"/>
                  </a:xfrm>
                  <a:prstGeom prst="line">
                    <a:avLst/>
                  </a:prstGeom>
                  <a:noFill/>
                  <a:ln w="28575">
                    <a:solidFill>
                      <a:schemeClr val="tx1"/>
                    </a:solidFill>
                    <a:round/>
                  </a:ln>
                </p:spPr>
                <p:txBody>
                  <a:bodyPr wrap="none" anchor="ctr"/>
                  <a:lstStyle/>
                  <a:p>
                    <a:endParaRPr lang="zh-CN" altLang="en-US"/>
                  </a:p>
                </p:txBody>
              </p:sp>
            </p:grpSp>
            <p:sp>
              <p:nvSpPr>
                <p:cNvPr id="20653" name="Line 21"/>
                <p:cNvSpPr>
                  <a:spLocks noChangeShapeType="1"/>
                </p:cNvSpPr>
                <p:nvPr/>
              </p:nvSpPr>
              <p:spPr bwMode="auto">
                <a:xfrm>
                  <a:off x="6" y="544"/>
                  <a:ext cx="1478" cy="0"/>
                </a:xfrm>
                <a:prstGeom prst="line">
                  <a:avLst/>
                </a:prstGeom>
                <a:noFill/>
                <a:ln w="9525" cap="rnd">
                  <a:solidFill>
                    <a:schemeClr val="tx1"/>
                  </a:solidFill>
                  <a:prstDash val="sysDot"/>
                  <a:round/>
                </a:ln>
              </p:spPr>
              <p:txBody>
                <a:bodyPr wrap="none" anchor="ctr"/>
                <a:lstStyle/>
                <a:p>
                  <a:endParaRPr lang="zh-CN" altLang="en-US"/>
                </a:p>
              </p:txBody>
            </p:sp>
            <p:sp>
              <p:nvSpPr>
                <p:cNvPr id="20654" name="Line 22"/>
                <p:cNvSpPr>
                  <a:spLocks noChangeShapeType="1"/>
                </p:cNvSpPr>
                <p:nvPr/>
              </p:nvSpPr>
              <p:spPr bwMode="auto">
                <a:xfrm>
                  <a:off x="29" y="755"/>
                  <a:ext cx="1478" cy="0"/>
                </a:xfrm>
                <a:prstGeom prst="line">
                  <a:avLst/>
                </a:prstGeom>
                <a:noFill/>
                <a:ln w="9525" cap="rnd">
                  <a:solidFill>
                    <a:schemeClr val="tx1"/>
                  </a:solidFill>
                  <a:prstDash val="sysDot"/>
                  <a:round/>
                </a:ln>
              </p:spPr>
              <p:txBody>
                <a:bodyPr wrap="none" anchor="ctr"/>
                <a:lstStyle/>
                <a:p>
                  <a:endParaRPr lang="zh-CN" altLang="en-US"/>
                </a:p>
              </p:txBody>
            </p:sp>
            <p:sp>
              <p:nvSpPr>
                <p:cNvPr id="20655" name="Line 23"/>
                <p:cNvSpPr>
                  <a:spLocks noChangeShapeType="1"/>
                </p:cNvSpPr>
                <p:nvPr/>
              </p:nvSpPr>
              <p:spPr bwMode="auto">
                <a:xfrm flipH="1">
                  <a:off x="728" y="221"/>
                  <a:ext cx="756" cy="312"/>
                </a:xfrm>
                <a:prstGeom prst="line">
                  <a:avLst/>
                </a:prstGeom>
                <a:noFill/>
                <a:ln w="9525">
                  <a:solidFill>
                    <a:schemeClr val="accent2"/>
                  </a:solidFill>
                  <a:round/>
                  <a:tailEnd type="stealth" w="med" len="lg"/>
                </a:ln>
              </p:spPr>
              <p:txBody>
                <a:bodyPr wrap="none" anchor="ctr"/>
                <a:lstStyle/>
                <a:p>
                  <a:endParaRPr lang="zh-CN" altLang="en-US"/>
                </a:p>
              </p:txBody>
            </p:sp>
            <p:sp>
              <p:nvSpPr>
                <p:cNvPr id="20656" name="Line 24"/>
                <p:cNvSpPr>
                  <a:spLocks noChangeShapeType="1"/>
                </p:cNvSpPr>
                <p:nvPr/>
              </p:nvSpPr>
              <p:spPr bwMode="auto">
                <a:xfrm flipH="1">
                  <a:off x="728" y="443"/>
                  <a:ext cx="756" cy="312"/>
                </a:xfrm>
                <a:prstGeom prst="line">
                  <a:avLst/>
                </a:prstGeom>
                <a:noFill/>
                <a:ln w="9525">
                  <a:solidFill>
                    <a:schemeClr val="accent2"/>
                  </a:solidFill>
                  <a:round/>
                  <a:tailEnd type="stealth" w="med" len="lg"/>
                </a:ln>
              </p:spPr>
              <p:txBody>
                <a:bodyPr wrap="none" anchor="ctr"/>
                <a:lstStyle/>
                <a:p>
                  <a:endParaRPr lang="zh-CN" altLang="en-US"/>
                </a:p>
              </p:txBody>
            </p:sp>
            <p:sp>
              <p:nvSpPr>
                <p:cNvPr id="20657" name="Line 25"/>
                <p:cNvSpPr>
                  <a:spLocks noChangeShapeType="1"/>
                </p:cNvSpPr>
                <p:nvPr/>
              </p:nvSpPr>
              <p:spPr bwMode="auto">
                <a:xfrm>
                  <a:off x="751" y="544"/>
                  <a:ext cx="911" cy="355"/>
                </a:xfrm>
                <a:prstGeom prst="line">
                  <a:avLst/>
                </a:prstGeom>
                <a:noFill/>
                <a:ln w="9525">
                  <a:solidFill>
                    <a:schemeClr val="tx1"/>
                  </a:solidFill>
                  <a:round/>
                  <a:tailEnd type="stealth" w="med" len="lg"/>
                </a:ln>
              </p:spPr>
              <p:txBody>
                <a:bodyPr wrap="none" anchor="ctr"/>
                <a:lstStyle/>
                <a:p>
                  <a:endParaRPr lang="zh-CN" altLang="en-US"/>
                </a:p>
              </p:txBody>
            </p:sp>
            <p:sp>
              <p:nvSpPr>
                <p:cNvPr id="20658" name="Line 26"/>
                <p:cNvSpPr>
                  <a:spLocks noChangeShapeType="1"/>
                </p:cNvSpPr>
                <p:nvPr/>
              </p:nvSpPr>
              <p:spPr bwMode="auto">
                <a:xfrm>
                  <a:off x="740" y="766"/>
                  <a:ext cx="911" cy="355"/>
                </a:xfrm>
                <a:prstGeom prst="line">
                  <a:avLst/>
                </a:prstGeom>
                <a:noFill/>
                <a:ln w="9525">
                  <a:solidFill>
                    <a:schemeClr val="tx1"/>
                  </a:solidFill>
                  <a:round/>
                  <a:tailEnd type="stealth" w="med" len="lg"/>
                </a:ln>
              </p:spPr>
              <p:txBody>
                <a:bodyPr wrap="none" anchor="ctr"/>
                <a:lstStyle/>
                <a:p>
                  <a:endParaRPr lang="zh-CN" altLang="en-US"/>
                </a:p>
              </p:txBody>
            </p:sp>
            <p:sp>
              <p:nvSpPr>
                <p:cNvPr id="20659" name="Line 27"/>
                <p:cNvSpPr>
                  <a:spLocks noChangeShapeType="1"/>
                </p:cNvSpPr>
                <p:nvPr/>
              </p:nvSpPr>
              <p:spPr bwMode="auto">
                <a:xfrm>
                  <a:off x="751" y="533"/>
                  <a:ext cx="100" cy="166"/>
                </a:xfrm>
                <a:prstGeom prst="line">
                  <a:avLst/>
                </a:prstGeom>
                <a:noFill/>
                <a:ln w="9525">
                  <a:solidFill>
                    <a:schemeClr val="accent2"/>
                  </a:solidFill>
                  <a:round/>
                </a:ln>
              </p:spPr>
              <p:txBody>
                <a:bodyPr wrap="none" anchor="ctr"/>
                <a:lstStyle/>
                <a:p>
                  <a:endParaRPr lang="zh-CN" altLang="en-US"/>
                </a:p>
              </p:txBody>
            </p:sp>
            <p:sp>
              <p:nvSpPr>
                <p:cNvPr id="20660" name="Line 28"/>
                <p:cNvSpPr>
                  <a:spLocks noChangeShapeType="1"/>
                </p:cNvSpPr>
                <p:nvPr/>
              </p:nvSpPr>
              <p:spPr bwMode="auto">
                <a:xfrm flipV="1">
                  <a:off x="739" y="588"/>
                  <a:ext cx="123" cy="156"/>
                </a:xfrm>
                <a:prstGeom prst="line">
                  <a:avLst/>
                </a:prstGeom>
                <a:noFill/>
                <a:ln w="9525">
                  <a:solidFill>
                    <a:schemeClr val="tx1"/>
                  </a:solidFill>
                  <a:round/>
                </a:ln>
              </p:spPr>
              <p:txBody>
                <a:bodyPr wrap="none" anchor="ctr"/>
                <a:lstStyle/>
                <a:p>
                  <a:endParaRPr lang="zh-CN" altLang="en-US"/>
                </a:p>
              </p:txBody>
            </p:sp>
            <p:sp>
              <p:nvSpPr>
                <p:cNvPr id="20661" name="Text Box 29"/>
                <p:cNvSpPr txBox="1">
                  <a:spLocks noChangeArrowheads="1"/>
                </p:cNvSpPr>
                <p:nvPr/>
              </p:nvSpPr>
              <p:spPr bwMode="auto">
                <a:xfrm>
                  <a:off x="1506" y="0"/>
                  <a:ext cx="378" cy="251"/>
                </a:xfrm>
                <a:prstGeom prst="rect">
                  <a:avLst/>
                </a:prstGeom>
                <a:noFill/>
                <a:ln w="9525">
                  <a:noFill/>
                  <a:miter lim="800000"/>
                </a:ln>
              </p:spPr>
              <p:txBody>
                <a:bodyPr>
                  <a:spAutoFit/>
                </a:bodyPr>
                <a:lstStyle/>
                <a:p>
                  <a:pPr>
                    <a:spcBef>
                      <a:spcPct val="50000"/>
                    </a:spcBef>
                  </a:pPr>
                  <a:endParaRPr lang="zh-CN" altLang="en-US" sz="2000" b="0">
                    <a:latin typeface="Times New Roman" panose="02020603050405020304" pitchFamily="18" charset="0"/>
                    <a:ea typeface="宋体" panose="02010600030101010101" pitchFamily="2" charset="-122"/>
                  </a:endParaRPr>
                </a:p>
              </p:txBody>
            </p:sp>
            <p:sp>
              <p:nvSpPr>
                <p:cNvPr id="20662" name="Text Box 30"/>
                <p:cNvSpPr txBox="1">
                  <a:spLocks noChangeArrowheads="1"/>
                </p:cNvSpPr>
                <p:nvPr/>
              </p:nvSpPr>
              <p:spPr bwMode="auto">
                <a:xfrm>
                  <a:off x="1551" y="322"/>
                  <a:ext cx="378" cy="251"/>
                </a:xfrm>
                <a:prstGeom prst="rect">
                  <a:avLst/>
                </a:prstGeom>
                <a:noFill/>
                <a:ln w="9525">
                  <a:noFill/>
                  <a:miter lim="800000"/>
                </a:ln>
              </p:spPr>
              <p:txBody>
                <a:bodyPr>
                  <a:spAutoFit/>
                </a:bodyPr>
                <a:lstStyle/>
                <a:p>
                  <a:pPr>
                    <a:spcBef>
                      <a:spcPct val="50000"/>
                    </a:spcBef>
                  </a:pPr>
                  <a:endParaRPr lang="zh-CN" altLang="en-US" sz="2000" b="0">
                    <a:latin typeface="Times New Roman" panose="02020603050405020304" pitchFamily="18" charset="0"/>
                    <a:ea typeface="宋体" panose="02010600030101010101" pitchFamily="2" charset="-122"/>
                  </a:endParaRPr>
                </a:p>
              </p:txBody>
            </p:sp>
            <p:sp>
              <p:nvSpPr>
                <p:cNvPr id="20663" name="Text Box 31"/>
                <p:cNvSpPr txBox="1">
                  <a:spLocks noChangeArrowheads="1"/>
                </p:cNvSpPr>
                <p:nvPr/>
              </p:nvSpPr>
              <p:spPr bwMode="auto">
                <a:xfrm>
                  <a:off x="173" y="568"/>
                  <a:ext cx="145" cy="174"/>
                </a:xfrm>
                <a:prstGeom prst="rect">
                  <a:avLst/>
                </a:prstGeom>
                <a:noFill/>
                <a:ln w="9525">
                  <a:noFill/>
                  <a:miter lim="800000"/>
                </a:ln>
              </p:spPr>
              <p:txBody>
                <a:bodyPr lIns="0" tIns="0" rIns="0" bIns="0">
                  <a:spAutoFit/>
                </a:bodyPr>
                <a:lstStyle/>
                <a:p>
                  <a:pPr>
                    <a:spcBef>
                      <a:spcPct val="50000"/>
                    </a:spcBef>
                  </a:pPr>
                  <a:r>
                    <a:rPr lang="en-US" altLang="zh-CN" b="0" i="1">
                      <a:latin typeface="Times New Roman" panose="02020603050405020304" pitchFamily="18" charset="0"/>
                      <a:ea typeface="宋体" panose="02010600030101010101" pitchFamily="2" charset="-122"/>
                    </a:rPr>
                    <a:t>d</a:t>
                  </a:r>
                  <a:endParaRPr lang="en-US" altLang="zh-CN" b="0" i="1">
                    <a:latin typeface="Times New Roman" panose="02020603050405020304" pitchFamily="18" charset="0"/>
                    <a:ea typeface="宋体" panose="02010600030101010101" pitchFamily="2" charset="-122"/>
                  </a:endParaRPr>
                </a:p>
              </p:txBody>
            </p:sp>
            <p:sp>
              <p:nvSpPr>
                <p:cNvPr id="20664" name="Text Box 32"/>
                <p:cNvSpPr txBox="1">
                  <a:spLocks noChangeArrowheads="1"/>
                </p:cNvSpPr>
                <p:nvPr/>
              </p:nvSpPr>
              <p:spPr bwMode="auto">
                <a:xfrm>
                  <a:off x="1162" y="533"/>
                  <a:ext cx="145" cy="174"/>
                </a:xfrm>
                <a:prstGeom prst="rect">
                  <a:avLst/>
                </a:prstGeom>
                <a:noFill/>
                <a:ln w="9525">
                  <a:noFill/>
                  <a:miter lim="800000"/>
                </a:ln>
              </p:spPr>
              <p:txBody>
                <a:bodyPr lIns="0" tIns="0" rIns="0" bIns="0">
                  <a:spAutoFit/>
                </a:bodyPr>
                <a:lstStyle/>
                <a:p>
                  <a:pPr>
                    <a:spcBef>
                      <a:spcPct val="50000"/>
                    </a:spcBef>
                  </a:pPr>
                  <a:r>
                    <a:rPr lang="en-US" altLang="zh-CN" i="1">
                      <a:latin typeface="Times New Roman" panose="02020603050405020304" pitchFamily="18" charset="0"/>
                      <a:ea typeface="宋体" panose="02010600030101010101" pitchFamily="2" charset="-122"/>
                    </a:rPr>
                    <a:t></a:t>
                  </a:r>
                  <a:endParaRPr lang="en-US" altLang="zh-CN" b="0" i="1">
                    <a:latin typeface="Times New Roman" panose="02020603050405020304" pitchFamily="18" charset="0"/>
                    <a:ea typeface="宋体" panose="02010600030101010101" pitchFamily="2" charset="-122"/>
                  </a:endParaRPr>
                </a:p>
              </p:txBody>
            </p:sp>
            <p:sp>
              <p:nvSpPr>
                <p:cNvPr id="20665" name="Text Box 33"/>
                <p:cNvSpPr txBox="1">
                  <a:spLocks noChangeArrowheads="1"/>
                </p:cNvSpPr>
                <p:nvPr/>
              </p:nvSpPr>
              <p:spPr bwMode="auto">
                <a:xfrm>
                  <a:off x="940" y="400"/>
                  <a:ext cx="145" cy="174"/>
                </a:xfrm>
                <a:prstGeom prst="rect">
                  <a:avLst/>
                </a:prstGeom>
                <a:noFill/>
                <a:ln w="9525">
                  <a:noFill/>
                  <a:miter lim="800000"/>
                </a:ln>
              </p:spPr>
              <p:txBody>
                <a:bodyPr lIns="0" tIns="0" rIns="0" bIns="0">
                  <a:spAutoFit/>
                </a:bodyPr>
                <a:lstStyle/>
                <a:p>
                  <a:pPr algn="ctr">
                    <a:spcBef>
                      <a:spcPct val="50000"/>
                    </a:spcBef>
                  </a:pPr>
                  <a:r>
                    <a:rPr lang="en-US" altLang="zh-CN" i="1">
                      <a:latin typeface="Times New Roman" panose="02020603050405020304" pitchFamily="18" charset="0"/>
                      <a:ea typeface="宋体" panose="02010600030101010101" pitchFamily="2" charset="-122"/>
                    </a:rPr>
                    <a:t>i</a:t>
                  </a:r>
                  <a:endParaRPr lang="en-US" altLang="zh-CN" b="0" i="1">
                    <a:latin typeface="Times New Roman" panose="02020603050405020304" pitchFamily="18" charset="0"/>
                    <a:ea typeface="宋体" panose="02010600030101010101" pitchFamily="2" charset="-122"/>
                  </a:endParaRPr>
                </a:p>
              </p:txBody>
            </p:sp>
            <p:sp>
              <p:nvSpPr>
                <p:cNvPr id="20666" name="Line 34"/>
                <p:cNvSpPr>
                  <a:spLocks noChangeShapeType="1"/>
                </p:cNvSpPr>
                <p:nvPr/>
              </p:nvSpPr>
              <p:spPr bwMode="auto">
                <a:xfrm>
                  <a:off x="351" y="555"/>
                  <a:ext cx="0" cy="20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graphicFrame>
              <p:nvGraphicFramePr>
                <p:cNvPr id="20602" name="Object 122"/>
                <p:cNvGraphicFramePr>
                  <a:graphicFrameLocks noChangeAspect="1"/>
                </p:cNvGraphicFramePr>
                <p:nvPr/>
              </p:nvGraphicFramePr>
              <p:xfrm>
                <a:off x="6" y="1384"/>
                <a:ext cx="1934" cy="254"/>
              </p:xfrm>
              <a:graphic>
                <a:graphicData uri="http://schemas.openxmlformats.org/presentationml/2006/ole">
                  <mc:AlternateContent xmlns:mc="http://schemas.openxmlformats.org/markup-compatibility/2006">
                    <mc:Choice xmlns:v="urn:schemas-microsoft-com:vml" Requires="v">
                      <p:oleObj spid="_x0000_s10242" name="" r:id="rId4" imgW="30480000" imgH="4876800" progId="Equation.DSMT4">
                        <p:embed/>
                      </p:oleObj>
                    </mc:Choice>
                    <mc:Fallback>
                      <p:oleObj name="" r:id="rId4" imgW="30480000" imgH="4876800" progId="Equation.DSMT4">
                        <p:embed/>
                        <p:pic>
                          <p:nvPicPr>
                            <p:cNvPr id="0" name="图片 10241"/>
                            <p:cNvPicPr>
                              <a:picLocks noChangeAspect="1"/>
                            </p:cNvPicPr>
                            <p:nvPr/>
                          </p:nvPicPr>
                          <p:blipFill>
                            <a:blip r:embed="rId5"/>
                            <a:stretch>
                              <a:fillRect/>
                            </a:stretch>
                          </p:blipFill>
                          <p:spPr>
                            <a:xfrm>
                              <a:off x="6" y="1384"/>
                              <a:ext cx="1934" cy="254"/>
                            </a:xfrm>
                            <a:prstGeom prst="rect">
                              <a:avLst/>
                            </a:prstGeom>
                            <a:solidFill>
                              <a:srgbClr val="FFFFFF"/>
                            </a:solidFill>
                            <a:ln w="9525">
                              <a:noFill/>
                            </a:ln>
                          </p:spPr>
                        </p:pic>
                      </p:oleObj>
                    </mc:Fallback>
                  </mc:AlternateContent>
                </a:graphicData>
              </a:graphic>
            </p:graphicFrame>
          </p:grpSp>
          <p:sp>
            <p:nvSpPr>
              <p:cNvPr id="20648" name="Rectangle 36"/>
              <p:cNvSpPr>
                <a:spLocks noChangeArrowheads="1"/>
              </p:cNvSpPr>
              <p:nvPr/>
            </p:nvSpPr>
            <p:spPr bwMode="auto">
              <a:xfrm>
                <a:off x="-218" y="234"/>
                <a:ext cx="1144" cy="232"/>
              </a:xfrm>
              <a:prstGeom prst="rect">
                <a:avLst/>
              </a:prstGeom>
              <a:noFill/>
              <a:ln w="9525">
                <a:noFill/>
                <a:miter lim="800000"/>
              </a:ln>
            </p:spPr>
            <p:txBody>
              <a:bodyPr wrap="square" lIns="0" tIns="0" rIns="0" bIns="0">
                <a:spAutoFit/>
              </a:bodyPr>
              <a:lstStyle/>
              <a:p>
                <a:r>
                  <a:rPr lang="zh-CN" altLang="en-US" sz="2400" b="0">
                    <a:latin typeface="宋体" panose="02010600030101010101" pitchFamily="2" charset="-122"/>
                  </a:rPr>
                  <a:t>光栅面法线</a:t>
                </a:r>
                <a:endParaRPr lang="zh-CN" altLang="en-US" sz="2400" b="0">
                  <a:latin typeface="宋体" panose="02010600030101010101" pitchFamily="2" charset="-122"/>
                </a:endParaRPr>
              </a:p>
            </p:txBody>
          </p:sp>
          <p:sp>
            <p:nvSpPr>
              <p:cNvPr id="20649" name="Line 37"/>
              <p:cNvSpPr>
                <a:spLocks noChangeShapeType="1"/>
              </p:cNvSpPr>
              <p:nvPr/>
            </p:nvSpPr>
            <p:spPr bwMode="auto">
              <a:xfrm>
                <a:off x="735" y="399"/>
                <a:ext cx="134" cy="133"/>
              </a:xfrm>
              <a:prstGeom prst="line">
                <a:avLst/>
              </a:prstGeom>
              <a:noFill/>
              <a:ln w="9525">
                <a:solidFill>
                  <a:schemeClr val="tx1"/>
                </a:solidFill>
                <a:round/>
                <a:tailEnd type="triangle" w="med" len="med"/>
              </a:ln>
            </p:spPr>
            <p:txBody>
              <a:bodyPr wrap="none" anchor="ctr"/>
              <a:lstStyle/>
              <a:p>
                <a:endParaRPr lang="zh-CN" altLang="en-US"/>
              </a:p>
            </p:txBody>
          </p:sp>
        </p:grpSp>
        <p:sp>
          <p:nvSpPr>
            <p:cNvPr id="20645" name="未知"/>
            <p:cNvSpPr/>
            <p:nvPr/>
          </p:nvSpPr>
          <p:spPr bwMode="auto">
            <a:xfrm>
              <a:off x="1303" y="462"/>
              <a:ext cx="28" cy="73"/>
            </a:xfrm>
            <a:custGeom>
              <a:avLst/>
              <a:gdLst>
                <a:gd name="T0" fmla="*/ 0 w 28"/>
                <a:gd name="T1" fmla="*/ 0 h 73"/>
                <a:gd name="T2" fmla="*/ 28 w 28"/>
                <a:gd name="T3" fmla="*/ 73 h 73"/>
                <a:gd name="T4" fmla="*/ 0 60000 65536"/>
                <a:gd name="T5" fmla="*/ 0 60000 65536"/>
                <a:gd name="T6" fmla="*/ 0 w 28"/>
                <a:gd name="T7" fmla="*/ 0 h 73"/>
                <a:gd name="T8" fmla="*/ 28 w 28"/>
                <a:gd name="T9" fmla="*/ 73 h 73"/>
              </a:gdLst>
              <a:ahLst/>
              <a:cxnLst>
                <a:cxn ang="T4">
                  <a:pos x="T0" y="T1"/>
                </a:cxn>
                <a:cxn ang="T5">
                  <a:pos x="T2" y="T3"/>
                </a:cxn>
              </a:cxnLst>
              <a:rect l="T6" t="T7" r="T8" b="T9"/>
              <a:pathLst>
                <a:path w="28" h="73">
                  <a:moveTo>
                    <a:pt x="0" y="0"/>
                  </a:moveTo>
                  <a:cubicBezTo>
                    <a:pt x="11" y="30"/>
                    <a:pt x="23" y="61"/>
                    <a:pt x="28" y="73"/>
                  </a:cubicBezTo>
                </a:path>
              </a:pathLst>
            </a:custGeom>
            <a:noFill/>
            <a:ln w="9525" cap="flat" cmpd="sng">
              <a:solidFill>
                <a:srgbClr val="FF5050"/>
              </a:solidFill>
              <a:round/>
            </a:ln>
          </p:spPr>
          <p:txBody>
            <a:bodyPr/>
            <a:lstStyle/>
            <a:p>
              <a:endParaRPr lang="zh-CN" altLang="en-US" sz="2000"/>
            </a:p>
          </p:txBody>
        </p:sp>
        <p:sp>
          <p:nvSpPr>
            <p:cNvPr id="20646" name="未知"/>
            <p:cNvSpPr/>
            <p:nvPr/>
          </p:nvSpPr>
          <p:spPr bwMode="auto">
            <a:xfrm>
              <a:off x="1642" y="554"/>
              <a:ext cx="49" cy="192"/>
            </a:xfrm>
            <a:custGeom>
              <a:avLst/>
              <a:gdLst>
                <a:gd name="T0" fmla="*/ 18 w 49"/>
                <a:gd name="T1" fmla="*/ 0 h 192"/>
                <a:gd name="T2" fmla="*/ 46 w 49"/>
                <a:gd name="T3" fmla="*/ 118 h 192"/>
                <a:gd name="T4" fmla="*/ 0 w 49"/>
                <a:gd name="T5" fmla="*/ 192 h 192"/>
                <a:gd name="T6" fmla="*/ 0 60000 65536"/>
                <a:gd name="T7" fmla="*/ 0 60000 65536"/>
                <a:gd name="T8" fmla="*/ 0 60000 65536"/>
                <a:gd name="T9" fmla="*/ 0 w 49"/>
                <a:gd name="T10" fmla="*/ 0 h 192"/>
                <a:gd name="T11" fmla="*/ 49 w 49"/>
                <a:gd name="T12" fmla="*/ 192 h 192"/>
              </a:gdLst>
              <a:ahLst/>
              <a:cxnLst>
                <a:cxn ang="T6">
                  <a:pos x="T0" y="T1"/>
                </a:cxn>
                <a:cxn ang="T7">
                  <a:pos x="T2" y="T3"/>
                </a:cxn>
                <a:cxn ang="T8">
                  <a:pos x="T4" y="T5"/>
                </a:cxn>
              </a:cxnLst>
              <a:rect l="T9" t="T10" r="T11" b="T12"/>
              <a:pathLst>
                <a:path w="49" h="192">
                  <a:moveTo>
                    <a:pt x="18" y="0"/>
                  </a:moveTo>
                  <a:cubicBezTo>
                    <a:pt x="33" y="43"/>
                    <a:pt x="49" y="86"/>
                    <a:pt x="46" y="118"/>
                  </a:cubicBezTo>
                  <a:cubicBezTo>
                    <a:pt x="43" y="150"/>
                    <a:pt x="8" y="180"/>
                    <a:pt x="0" y="192"/>
                  </a:cubicBezTo>
                </a:path>
              </a:pathLst>
            </a:custGeom>
            <a:noFill/>
            <a:ln w="9525" cap="flat" cmpd="sng">
              <a:solidFill>
                <a:schemeClr val="tx1"/>
              </a:solidFill>
              <a:round/>
            </a:ln>
          </p:spPr>
          <p:txBody>
            <a:bodyPr/>
            <a:lstStyle/>
            <a:p>
              <a:endParaRPr lang="zh-CN" altLang="en-US" sz="2000"/>
            </a:p>
          </p:txBody>
        </p:sp>
      </p:grpSp>
      <p:grpSp>
        <p:nvGrpSpPr>
          <p:cNvPr id="20610" name="Group 40"/>
          <p:cNvGrpSpPr/>
          <p:nvPr/>
        </p:nvGrpSpPr>
        <p:grpSpPr bwMode="auto">
          <a:xfrm>
            <a:off x="6878638" y="3933825"/>
            <a:ext cx="3459162" cy="2384425"/>
            <a:chOff x="266" y="0"/>
            <a:chExt cx="2179" cy="1502"/>
          </a:xfrm>
        </p:grpSpPr>
        <p:grpSp>
          <p:nvGrpSpPr>
            <p:cNvPr id="20616" name="Group 41"/>
            <p:cNvGrpSpPr/>
            <p:nvPr/>
          </p:nvGrpSpPr>
          <p:grpSpPr bwMode="auto">
            <a:xfrm>
              <a:off x="999" y="434"/>
              <a:ext cx="0" cy="355"/>
              <a:chOff x="0" y="0"/>
              <a:chExt cx="0" cy="355"/>
            </a:xfrm>
          </p:grpSpPr>
          <p:sp>
            <p:nvSpPr>
              <p:cNvPr id="20642" name="Line 42"/>
              <p:cNvSpPr>
                <a:spLocks noChangeShapeType="1"/>
              </p:cNvSpPr>
              <p:nvPr/>
            </p:nvSpPr>
            <p:spPr bwMode="auto">
              <a:xfrm>
                <a:off x="0" y="0"/>
                <a:ext cx="0" cy="144"/>
              </a:xfrm>
              <a:prstGeom prst="line">
                <a:avLst/>
              </a:prstGeom>
              <a:noFill/>
              <a:ln w="28575">
                <a:solidFill>
                  <a:schemeClr val="tx1"/>
                </a:solidFill>
                <a:round/>
              </a:ln>
            </p:spPr>
            <p:txBody>
              <a:bodyPr wrap="none" anchor="ctr"/>
              <a:lstStyle/>
              <a:p>
                <a:endParaRPr lang="zh-CN" altLang="en-US"/>
              </a:p>
            </p:txBody>
          </p:sp>
          <p:sp>
            <p:nvSpPr>
              <p:cNvPr id="20643" name="Line 43"/>
              <p:cNvSpPr>
                <a:spLocks noChangeShapeType="1"/>
              </p:cNvSpPr>
              <p:nvPr/>
            </p:nvSpPr>
            <p:spPr bwMode="auto">
              <a:xfrm>
                <a:off x="0" y="211"/>
                <a:ext cx="0" cy="144"/>
              </a:xfrm>
              <a:prstGeom prst="line">
                <a:avLst/>
              </a:prstGeom>
              <a:noFill/>
              <a:ln w="28575">
                <a:solidFill>
                  <a:schemeClr val="tx1"/>
                </a:solidFill>
                <a:round/>
              </a:ln>
            </p:spPr>
            <p:txBody>
              <a:bodyPr wrap="none" anchor="ctr"/>
              <a:lstStyle/>
              <a:p>
                <a:endParaRPr lang="zh-CN" altLang="en-US"/>
              </a:p>
            </p:txBody>
          </p:sp>
        </p:grpSp>
        <p:grpSp>
          <p:nvGrpSpPr>
            <p:cNvPr id="20617" name="Group 44"/>
            <p:cNvGrpSpPr/>
            <p:nvPr/>
          </p:nvGrpSpPr>
          <p:grpSpPr bwMode="auto">
            <a:xfrm>
              <a:off x="998" y="0"/>
              <a:ext cx="0" cy="355"/>
              <a:chOff x="0" y="0"/>
              <a:chExt cx="0" cy="355"/>
            </a:xfrm>
          </p:grpSpPr>
          <p:sp>
            <p:nvSpPr>
              <p:cNvPr id="20640" name="Line 45"/>
              <p:cNvSpPr>
                <a:spLocks noChangeShapeType="1"/>
              </p:cNvSpPr>
              <p:nvPr/>
            </p:nvSpPr>
            <p:spPr bwMode="auto">
              <a:xfrm>
                <a:off x="0" y="0"/>
                <a:ext cx="0" cy="144"/>
              </a:xfrm>
              <a:prstGeom prst="line">
                <a:avLst/>
              </a:prstGeom>
              <a:noFill/>
              <a:ln w="28575">
                <a:solidFill>
                  <a:schemeClr val="tx1"/>
                </a:solidFill>
                <a:round/>
              </a:ln>
            </p:spPr>
            <p:txBody>
              <a:bodyPr wrap="none" anchor="ctr"/>
              <a:lstStyle/>
              <a:p>
                <a:endParaRPr lang="zh-CN" altLang="en-US"/>
              </a:p>
            </p:txBody>
          </p:sp>
          <p:sp>
            <p:nvSpPr>
              <p:cNvPr id="20641" name="Line 46"/>
              <p:cNvSpPr>
                <a:spLocks noChangeShapeType="1"/>
              </p:cNvSpPr>
              <p:nvPr/>
            </p:nvSpPr>
            <p:spPr bwMode="auto">
              <a:xfrm>
                <a:off x="0" y="211"/>
                <a:ext cx="0" cy="144"/>
              </a:xfrm>
              <a:prstGeom prst="line">
                <a:avLst/>
              </a:prstGeom>
              <a:noFill/>
              <a:ln w="28575">
                <a:solidFill>
                  <a:schemeClr val="tx1"/>
                </a:solidFill>
                <a:round/>
              </a:ln>
            </p:spPr>
            <p:txBody>
              <a:bodyPr wrap="none" anchor="ctr"/>
              <a:lstStyle/>
              <a:p>
                <a:endParaRPr lang="zh-CN" altLang="en-US"/>
              </a:p>
            </p:txBody>
          </p:sp>
        </p:grpSp>
        <p:grpSp>
          <p:nvGrpSpPr>
            <p:cNvPr id="20618" name="Group 47"/>
            <p:cNvGrpSpPr/>
            <p:nvPr/>
          </p:nvGrpSpPr>
          <p:grpSpPr bwMode="auto">
            <a:xfrm>
              <a:off x="999" y="867"/>
              <a:ext cx="0" cy="355"/>
              <a:chOff x="0" y="0"/>
              <a:chExt cx="0" cy="355"/>
            </a:xfrm>
          </p:grpSpPr>
          <p:sp>
            <p:nvSpPr>
              <p:cNvPr id="20638" name="Line 48"/>
              <p:cNvSpPr>
                <a:spLocks noChangeShapeType="1"/>
              </p:cNvSpPr>
              <p:nvPr/>
            </p:nvSpPr>
            <p:spPr bwMode="auto">
              <a:xfrm>
                <a:off x="0" y="0"/>
                <a:ext cx="0" cy="144"/>
              </a:xfrm>
              <a:prstGeom prst="line">
                <a:avLst/>
              </a:prstGeom>
              <a:noFill/>
              <a:ln w="28575">
                <a:solidFill>
                  <a:schemeClr val="tx1"/>
                </a:solidFill>
                <a:round/>
              </a:ln>
            </p:spPr>
            <p:txBody>
              <a:bodyPr wrap="none" anchor="ctr"/>
              <a:lstStyle/>
              <a:p>
                <a:endParaRPr lang="zh-CN" altLang="en-US"/>
              </a:p>
            </p:txBody>
          </p:sp>
          <p:sp>
            <p:nvSpPr>
              <p:cNvPr id="20639" name="Line 49"/>
              <p:cNvSpPr>
                <a:spLocks noChangeShapeType="1"/>
              </p:cNvSpPr>
              <p:nvPr/>
            </p:nvSpPr>
            <p:spPr bwMode="auto">
              <a:xfrm>
                <a:off x="0" y="211"/>
                <a:ext cx="0" cy="144"/>
              </a:xfrm>
              <a:prstGeom prst="line">
                <a:avLst/>
              </a:prstGeom>
              <a:noFill/>
              <a:ln w="28575">
                <a:solidFill>
                  <a:schemeClr val="tx1"/>
                </a:solidFill>
                <a:round/>
              </a:ln>
            </p:spPr>
            <p:txBody>
              <a:bodyPr wrap="none" anchor="ctr"/>
              <a:lstStyle/>
              <a:p>
                <a:endParaRPr lang="zh-CN" altLang="en-US"/>
              </a:p>
            </p:txBody>
          </p:sp>
        </p:grpSp>
        <p:sp>
          <p:nvSpPr>
            <p:cNvPr id="20619" name="Line 50"/>
            <p:cNvSpPr>
              <a:spLocks noChangeShapeType="1"/>
            </p:cNvSpPr>
            <p:nvPr/>
          </p:nvSpPr>
          <p:spPr bwMode="auto">
            <a:xfrm>
              <a:off x="266" y="423"/>
              <a:ext cx="1478" cy="0"/>
            </a:xfrm>
            <a:prstGeom prst="line">
              <a:avLst/>
            </a:prstGeom>
            <a:noFill/>
            <a:ln w="9525" cap="rnd">
              <a:solidFill>
                <a:schemeClr val="tx1"/>
              </a:solidFill>
              <a:prstDash val="sysDot"/>
              <a:round/>
            </a:ln>
          </p:spPr>
          <p:txBody>
            <a:bodyPr wrap="none" anchor="ctr"/>
            <a:lstStyle/>
            <a:p>
              <a:endParaRPr lang="zh-CN" altLang="en-US"/>
            </a:p>
          </p:txBody>
        </p:sp>
        <p:sp>
          <p:nvSpPr>
            <p:cNvPr id="20620" name="Line 51"/>
            <p:cNvSpPr>
              <a:spLocks noChangeShapeType="1"/>
            </p:cNvSpPr>
            <p:nvPr/>
          </p:nvSpPr>
          <p:spPr bwMode="auto">
            <a:xfrm>
              <a:off x="289" y="634"/>
              <a:ext cx="1478" cy="0"/>
            </a:xfrm>
            <a:prstGeom prst="line">
              <a:avLst/>
            </a:prstGeom>
            <a:noFill/>
            <a:ln w="9525" cap="rnd">
              <a:solidFill>
                <a:schemeClr val="tx1"/>
              </a:solidFill>
              <a:prstDash val="sysDot"/>
              <a:round/>
            </a:ln>
          </p:spPr>
          <p:txBody>
            <a:bodyPr wrap="none" anchor="ctr"/>
            <a:lstStyle/>
            <a:p>
              <a:endParaRPr lang="zh-CN" altLang="en-US"/>
            </a:p>
          </p:txBody>
        </p:sp>
        <p:sp>
          <p:nvSpPr>
            <p:cNvPr id="20621" name="Line 52"/>
            <p:cNvSpPr>
              <a:spLocks noChangeShapeType="1"/>
            </p:cNvSpPr>
            <p:nvPr/>
          </p:nvSpPr>
          <p:spPr bwMode="auto">
            <a:xfrm>
              <a:off x="1011" y="423"/>
              <a:ext cx="911" cy="355"/>
            </a:xfrm>
            <a:prstGeom prst="line">
              <a:avLst/>
            </a:prstGeom>
            <a:noFill/>
            <a:ln w="9525">
              <a:solidFill>
                <a:schemeClr val="tx1"/>
              </a:solidFill>
              <a:round/>
              <a:tailEnd type="stealth" w="med" len="lg"/>
            </a:ln>
          </p:spPr>
          <p:txBody>
            <a:bodyPr wrap="none" anchor="ctr"/>
            <a:lstStyle/>
            <a:p>
              <a:endParaRPr lang="zh-CN" altLang="en-US"/>
            </a:p>
          </p:txBody>
        </p:sp>
        <p:sp>
          <p:nvSpPr>
            <p:cNvPr id="20622" name="Line 53"/>
            <p:cNvSpPr>
              <a:spLocks noChangeShapeType="1"/>
            </p:cNvSpPr>
            <p:nvPr/>
          </p:nvSpPr>
          <p:spPr bwMode="auto">
            <a:xfrm>
              <a:off x="1000" y="645"/>
              <a:ext cx="911" cy="355"/>
            </a:xfrm>
            <a:prstGeom prst="line">
              <a:avLst/>
            </a:prstGeom>
            <a:noFill/>
            <a:ln w="9525">
              <a:solidFill>
                <a:schemeClr val="tx1"/>
              </a:solidFill>
              <a:round/>
              <a:tailEnd type="stealth" w="med" len="lg"/>
            </a:ln>
          </p:spPr>
          <p:txBody>
            <a:bodyPr wrap="none" anchor="ctr"/>
            <a:lstStyle/>
            <a:p>
              <a:endParaRPr lang="zh-CN" altLang="en-US"/>
            </a:p>
          </p:txBody>
        </p:sp>
        <p:sp>
          <p:nvSpPr>
            <p:cNvPr id="20623" name="Text Box 54"/>
            <p:cNvSpPr txBox="1">
              <a:spLocks noChangeArrowheads="1"/>
            </p:cNvSpPr>
            <p:nvPr/>
          </p:nvSpPr>
          <p:spPr bwMode="auto">
            <a:xfrm>
              <a:off x="2031" y="309"/>
              <a:ext cx="378" cy="251"/>
            </a:xfrm>
            <a:prstGeom prst="rect">
              <a:avLst/>
            </a:prstGeom>
            <a:noFill/>
            <a:ln w="9525">
              <a:noFill/>
              <a:miter lim="800000"/>
            </a:ln>
          </p:spPr>
          <p:txBody>
            <a:bodyPr>
              <a:spAutoFit/>
            </a:bodyPr>
            <a:lstStyle/>
            <a:p>
              <a:pPr>
                <a:spcBef>
                  <a:spcPct val="50000"/>
                </a:spcBef>
              </a:pPr>
              <a:endParaRPr lang="zh-CN" altLang="en-US" sz="2000" b="0">
                <a:latin typeface="Times New Roman" panose="02020603050405020304" pitchFamily="18" charset="0"/>
                <a:ea typeface="宋体" panose="02010600030101010101" pitchFamily="2" charset="-122"/>
              </a:endParaRPr>
            </a:p>
          </p:txBody>
        </p:sp>
        <p:sp>
          <p:nvSpPr>
            <p:cNvPr id="20624" name="Text Box 55"/>
            <p:cNvSpPr txBox="1">
              <a:spLocks noChangeArrowheads="1"/>
            </p:cNvSpPr>
            <p:nvPr/>
          </p:nvSpPr>
          <p:spPr bwMode="auto">
            <a:xfrm>
              <a:off x="2067" y="667"/>
              <a:ext cx="378" cy="251"/>
            </a:xfrm>
            <a:prstGeom prst="rect">
              <a:avLst/>
            </a:prstGeom>
            <a:noFill/>
            <a:ln w="9525">
              <a:noFill/>
              <a:miter lim="800000"/>
            </a:ln>
          </p:spPr>
          <p:txBody>
            <a:bodyPr>
              <a:spAutoFit/>
            </a:bodyPr>
            <a:lstStyle/>
            <a:p>
              <a:pPr>
                <a:spcBef>
                  <a:spcPct val="50000"/>
                </a:spcBef>
              </a:pPr>
              <a:endParaRPr lang="zh-CN" altLang="en-US" sz="2000" b="0">
                <a:latin typeface="Times New Roman" panose="02020603050405020304" pitchFamily="18" charset="0"/>
                <a:ea typeface="宋体" panose="02010600030101010101" pitchFamily="2" charset="-122"/>
              </a:endParaRPr>
            </a:p>
          </p:txBody>
        </p:sp>
        <p:sp>
          <p:nvSpPr>
            <p:cNvPr id="20625" name="Text Box 56"/>
            <p:cNvSpPr txBox="1">
              <a:spLocks noChangeArrowheads="1"/>
            </p:cNvSpPr>
            <p:nvPr/>
          </p:nvSpPr>
          <p:spPr bwMode="auto">
            <a:xfrm>
              <a:off x="433" y="447"/>
              <a:ext cx="145" cy="174"/>
            </a:xfrm>
            <a:prstGeom prst="rect">
              <a:avLst/>
            </a:prstGeom>
            <a:noFill/>
            <a:ln w="9525">
              <a:noFill/>
              <a:miter lim="800000"/>
            </a:ln>
          </p:spPr>
          <p:txBody>
            <a:bodyPr lIns="0" tIns="0" rIns="0" bIns="0">
              <a:spAutoFit/>
            </a:bodyPr>
            <a:lstStyle/>
            <a:p>
              <a:pPr>
                <a:spcBef>
                  <a:spcPct val="50000"/>
                </a:spcBef>
              </a:pPr>
              <a:r>
                <a:rPr lang="en-US" altLang="zh-CN" b="0" i="1">
                  <a:latin typeface="Times New Roman" panose="02020603050405020304" pitchFamily="18" charset="0"/>
                  <a:ea typeface="宋体" panose="02010600030101010101" pitchFamily="2" charset="-122"/>
                </a:rPr>
                <a:t>d</a:t>
              </a:r>
              <a:endParaRPr lang="en-US" altLang="zh-CN" b="0" i="1">
                <a:latin typeface="Times New Roman" panose="02020603050405020304" pitchFamily="18" charset="0"/>
                <a:ea typeface="宋体" panose="02010600030101010101" pitchFamily="2" charset="-122"/>
              </a:endParaRPr>
            </a:p>
          </p:txBody>
        </p:sp>
        <p:sp>
          <p:nvSpPr>
            <p:cNvPr id="20626" name="Text Box 57"/>
            <p:cNvSpPr txBox="1">
              <a:spLocks noChangeArrowheads="1"/>
            </p:cNvSpPr>
            <p:nvPr/>
          </p:nvSpPr>
          <p:spPr bwMode="auto">
            <a:xfrm>
              <a:off x="1473" y="484"/>
              <a:ext cx="145" cy="174"/>
            </a:xfrm>
            <a:prstGeom prst="rect">
              <a:avLst/>
            </a:prstGeom>
            <a:noFill/>
            <a:ln w="9525">
              <a:noFill/>
              <a:miter lim="800000"/>
            </a:ln>
          </p:spPr>
          <p:txBody>
            <a:bodyPr lIns="0" tIns="0" rIns="0" bIns="0">
              <a:spAutoFit/>
            </a:bodyPr>
            <a:lstStyle/>
            <a:p>
              <a:pPr>
                <a:spcBef>
                  <a:spcPct val="50000"/>
                </a:spcBef>
              </a:pPr>
              <a:r>
                <a:rPr lang="en-US" altLang="zh-CN" i="1">
                  <a:latin typeface="Times New Roman" panose="02020603050405020304" pitchFamily="18" charset="0"/>
                  <a:ea typeface="宋体" panose="02010600030101010101" pitchFamily="2" charset="-122"/>
                </a:rPr>
                <a:t></a:t>
              </a:r>
              <a:endParaRPr lang="en-US" altLang="zh-CN" b="0" i="1">
                <a:latin typeface="Times New Roman" panose="02020603050405020304" pitchFamily="18" charset="0"/>
                <a:ea typeface="宋体" panose="02010600030101010101" pitchFamily="2" charset="-122"/>
              </a:endParaRPr>
            </a:p>
          </p:txBody>
        </p:sp>
        <p:sp>
          <p:nvSpPr>
            <p:cNvPr id="20627" name="Text Box 58"/>
            <p:cNvSpPr txBox="1">
              <a:spLocks noChangeArrowheads="1"/>
            </p:cNvSpPr>
            <p:nvPr/>
          </p:nvSpPr>
          <p:spPr bwMode="auto">
            <a:xfrm>
              <a:off x="1177" y="168"/>
              <a:ext cx="145" cy="174"/>
            </a:xfrm>
            <a:prstGeom prst="rect">
              <a:avLst/>
            </a:prstGeom>
            <a:noFill/>
            <a:ln w="9525">
              <a:noFill/>
              <a:miter lim="800000"/>
            </a:ln>
          </p:spPr>
          <p:txBody>
            <a:bodyPr lIns="0" tIns="0" rIns="0" bIns="0">
              <a:spAutoFit/>
            </a:bodyPr>
            <a:lstStyle/>
            <a:p>
              <a:pPr algn="ctr">
                <a:spcBef>
                  <a:spcPct val="50000"/>
                </a:spcBef>
              </a:pPr>
              <a:r>
                <a:rPr lang="en-US" altLang="zh-CN" i="1">
                  <a:latin typeface="Times New Roman" panose="02020603050405020304" pitchFamily="18" charset="0"/>
                  <a:ea typeface="宋体" panose="02010600030101010101" pitchFamily="2" charset="-122"/>
                </a:rPr>
                <a:t>i</a:t>
              </a:r>
              <a:endParaRPr lang="en-US" altLang="zh-CN" b="0" i="1">
                <a:latin typeface="Times New Roman" panose="02020603050405020304" pitchFamily="18" charset="0"/>
                <a:ea typeface="宋体" panose="02010600030101010101" pitchFamily="2" charset="-122"/>
              </a:endParaRPr>
            </a:p>
          </p:txBody>
        </p:sp>
        <p:sp>
          <p:nvSpPr>
            <p:cNvPr id="20628" name="Line 59"/>
            <p:cNvSpPr>
              <a:spLocks noChangeShapeType="1"/>
            </p:cNvSpPr>
            <p:nvPr/>
          </p:nvSpPr>
          <p:spPr bwMode="auto">
            <a:xfrm>
              <a:off x="611" y="434"/>
              <a:ext cx="0" cy="200"/>
            </a:xfrm>
            <a:prstGeom prst="line">
              <a:avLst/>
            </a:prstGeom>
            <a:noFill/>
            <a:ln w="9525">
              <a:solidFill>
                <a:schemeClr val="tx1"/>
              </a:solidFill>
              <a:round/>
              <a:headEnd type="triangle" w="med" len="med"/>
              <a:tailEnd type="triangle" w="med" len="med"/>
            </a:ln>
          </p:spPr>
          <p:txBody>
            <a:bodyPr wrap="none" anchor="ctr"/>
            <a:lstStyle/>
            <a:p>
              <a:endParaRPr lang="zh-CN" altLang="en-US"/>
            </a:p>
          </p:txBody>
        </p:sp>
        <p:sp>
          <p:nvSpPr>
            <p:cNvPr id="20629" name="Line 60"/>
            <p:cNvSpPr>
              <a:spLocks noChangeShapeType="1"/>
            </p:cNvSpPr>
            <p:nvPr/>
          </p:nvSpPr>
          <p:spPr bwMode="auto">
            <a:xfrm flipH="1" flipV="1">
              <a:off x="979" y="422"/>
              <a:ext cx="1034" cy="134"/>
            </a:xfrm>
            <a:prstGeom prst="line">
              <a:avLst/>
            </a:prstGeom>
            <a:noFill/>
            <a:ln w="19050">
              <a:solidFill>
                <a:schemeClr val="accent2"/>
              </a:solidFill>
              <a:round/>
              <a:tailEnd type="stealth" w="med" len="lg"/>
            </a:ln>
          </p:spPr>
          <p:txBody>
            <a:bodyPr wrap="none" anchor="ctr"/>
            <a:lstStyle/>
            <a:p>
              <a:endParaRPr lang="zh-CN" altLang="en-US"/>
            </a:p>
          </p:txBody>
        </p:sp>
        <p:sp>
          <p:nvSpPr>
            <p:cNvPr id="20630" name="Line 61"/>
            <p:cNvSpPr>
              <a:spLocks noChangeShapeType="1"/>
            </p:cNvSpPr>
            <p:nvPr/>
          </p:nvSpPr>
          <p:spPr bwMode="auto">
            <a:xfrm flipH="1" flipV="1">
              <a:off x="968" y="633"/>
              <a:ext cx="1034" cy="134"/>
            </a:xfrm>
            <a:prstGeom prst="line">
              <a:avLst/>
            </a:prstGeom>
            <a:noFill/>
            <a:ln w="19050">
              <a:solidFill>
                <a:schemeClr val="accent2"/>
              </a:solidFill>
              <a:round/>
              <a:tailEnd type="stealth" w="med" len="lg"/>
            </a:ln>
          </p:spPr>
          <p:txBody>
            <a:bodyPr wrap="none" anchor="ctr"/>
            <a:lstStyle/>
            <a:p>
              <a:endParaRPr lang="zh-CN" altLang="en-US"/>
            </a:p>
          </p:txBody>
        </p:sp>
        <p:sp>
          <p:nvSpPr>
            <p:cNvPr id="20631" name="Line 62"/>
            <p:cNvSpPr>
              <a:spLocks noChangeShapeType="1"/>
            </p:cNvSpPr>
            <p:nvPr/>
          </p:nvSpPr>
          <p:spPr bwMode="auto">
            <a:xfrm>
              <a:off x="1235" y="300"/>
              <a:ext cx="100" cy="144"/>
            </a:xfrm>
            <a:prstGeom prst="line">
              <a:avLst/>
            </a:prstGeom>
            <a:noFill/>
            <a:ln w="9525">
              <a:solidFill>
                <a:schemeClr val="tx1"/>
              </a:solidFill>
              <a:round/>
            </a:ln>
          </p:spPr>
          <p:txBody>
            <a:bodyPr wrap="none" anchor="ctr"/>
            <a:lstStyle/>
            <a:p>
              <a:endParaRPr lang="zh-CN" altLang="en-US"/>
            </a:p>
          </p:txBody>
        </p:sp>
        <p:sp>
          <p:nvSpPr>
            <p:cNvPr id="20632" name="Line 63"/>
            <p:cNvSpPr>
              <a:spLocks noChangeShapeType="1"/>
            </p:cNvSpPr>
            <p:nvPr/>
          </p:nvSpPr>
          <p:spPr bwMode="auto">
            <a:xfrm flipV="1">
              <a:off x="1001" y="433"/>
              <a:ext cx="78" cy="211"/>
            </a:xfrm>
            <a:prstGeom prst="line">
              <a:avLst/>
            </a:prstGeom>
            <a:noFill/>
            <a:ln w="9525">
              <a:solidFill>
                <a:schemeClr val="accent2"/>
              </a:solidFill>
              <a:round/>
            </a:ln>
          </p:spPr>
          <p:txBody>
            <a:bodyPr wrap="none" anchor="ctr"/>
            <a:lstStyle/>
            <a:p>
              <a:endParaRPr lang="zh-CN" altLang="en-US"/>
            </a:p>
          </p:txBody>
        </p:sp>
        <p:sp>
          <p:nvSpPr>
            <p:cNvPr id="20633" name="Line 64"/>
            <p:cNvSpPr>
              <a:spLocks noChangeShapeType="1"/>
            </p:cNvSpPr>
            <p:nvPr/>
          </p:nvSpPr>
          <p:spPr bwMode="auto">
            <a:xfrm flipV="1">
              <a:off x="1013" y="456"/>
              <a:ext cx="133" cy="188"/>
            </a:xfrm>
            <a:prstGeom prst="line">
              <a:avLst/>
            </a:prstGeom>
            <a:noFill/>
            <a:ln w="9525">
              <a:solidFill>
                <a:schemeClr val="tx1"/>
              </a:solidFill>
              <a:round/>
            </a:ln>
          </p:spPr>
          <p:txBody>
            <a:bodyPr wrap="none" anchor="ctr"/>
            <a:lstStyle/>
            <a:p>
              <a:endParaRPr lang="zh-CN" altLang="en-US"/>
            </a:p>
          </p:txBody>
        </p:sp>
        <p:graphicFrame>
          <p:nvGraphicFramePr>
            <p:cNvPr id="20603" name="Object 123"/>
            <p:cNvGraphicFramePr>
              <a:graphicFrameLocks noChangeAspect="1"/>
            </p:cNvGraphicFramePr>
            <p:nvPr/>
          </p:nvGraphicFramePr>
          <p:xfrm>
            <a:off x="273" y="1248"/>
            <a:ext cx="1934" cy="254"/>
          </p:xfrm>
          <a:graphic>
            <a:graphicData uri="http://schemas.openxmlformats.org/presentationml/2006/ole">
              <mc:AlternateContent xmlns:mc="http://schemas.openxmlformats.org/markup-compatibility/2006">
                <mc:Choice xmlns:v="urn:schemas-microsoft-com:vml" Requires="v">
                  <p:oleObj spid="_x0000_s10243" name="" r:id="rId6" imgW="30480000" imgH="4876800" progId="Equation.DSMT4">
                    <p:embed/>
                  </p:oleObj>
                </mc:Choice>
                <mc:Fallback>
                  <p:oleObj name="" r:id="rId6" imgW="30480000" imgH="4876800" progId="Equation.DSMT4">
                    <p:embed/>
                    <p:pic>
                      <p:nvPicPr>
                        <p:cNvPr id="0" name="图片 10242"/>
                        <p:cNvPicPr>
                          <a:picLocks noChangeAspect="1"/>
                        </p:cNvPicPr>
                        <p:nvPr/>
                      </p:nvPicPr>
                      <p:blipFill>
                        <a:blip r:embed="rId7"/>
                        <a:stretch>
                          <a:fillRect/>
                        </a:stretch>
                      </p:blipFill>
                      <p:spPr>
                        <a:xfrm>
                          <a:off x="273" y="1248"/>
                          <a:ext cx="1934" cy="254"/>
                        </a:xfrm>
                        <a:prstGeom prst="rect">
                          <a:avLst/>
                        </a:prstGeom>
                        <a:solidFill>
                          <a:srgbClr val="FFFFFF"/>
                        </a:solidFill>
                        <a:ln w="9525">
                          <a:noFill/>
                        </a:ln>
                      </p:spPr>
                    </p:pic>
                  </p:oleObj>
                </mc:Fallback>
              </mc:AlternateContent>
            </a:graphicData>
          </a:graphic>
        </p:graphicFrame>
        <p:sp>
          <p:nvSpPr>
            <p:cNvPr id="20636" name="未知"/>
            <p:cNvSpPr/>
            <p:nvPr/>
          </p:nvSpPr>
          <p:spPr bwMode="auto">
            <a:xfrm>
              <a:off x="1391" y="423"/>
              <a:ext cx="9" cy="52"/>
            </a:xfrm>
            <a:custGeom>
              <a:avLst/>
              <a:gdLst>
                <a:gd name="T0" fmla="*/ 0 w 9"/>
                <a:gd name="T1" fmla="*/ 0 h 52"/>
                <a:gd name="T2" fmla="*/ 8 w 9"/>
                <a:gd name="T3" fmla="*/ 28 h 52"/>
                <a:gd name="T4" fmla="*/ 4 w 9"/>
                <a:gd name="T5" fmla="*/ 52 h 52"/>
                <a:gd name="T6" fmla="*/ 0 60000 65536"/>
                <a:gd name="T7" fmla="*/ 0 60000 65536"/>
                <a:gd name="T8" fmla="*/ 0 60000 65536"/>
                <a:gd name="T9" fmla="*/ 0 w 9"/>
                <a:gd name="T10" fmla="*/ 0 h 52"/>
                <a:gd name="T11" fmla="*/ 9 w 9"/>
                <a:gd name="T12" fmla="*/ 52 h 52"/>
              </a:gdLst>
              <a:ahLst/>
              <a:cxnLst>
                <a:cxn ang="T6">
                  <a:pos x="T0" y="T1"/>
                </a:cxn>
                <a:cxn ang="T7">
                  <a:pos x="T2" y="T3"/>
                </a:cxn>
                <a:cxn ang="T8">
                  <a:pos x="T4" y="T5"/>
                </a:cxn>
              </a:cxnLst>
              <a:rect l="T9" t="T10" r="T11" b="T12"/>
              <a:pathLst>
                <a:path w="9" h="52">
                  <a:moveTo>
                    <a:pt x="0" y="0"/>
                  </a:moveTo>
                  <a:cubicBezTo>
                    <a:pt x="3" y="9"/>
                    <a:pt x="7" y="19"/>
                    <a:pt x="8" y="28"/>
                  </a:cubicBezTo>
                  <a:cubicBezTo>
                    <a:pt x="9" y="37"/>
                    <a:pt x="5" y="48"/>
                    <a:pt x="4" y="52"/>
                  </a:cubicBezTo>
                </a:path>
              </a:pathLst>
            </a:custGeom>
            <a:noFill/>
            <a:ln w="9525" cap="flat" cmpd="sng">
              <a:solidFill>
                <a:srgbClr val="CC0000"/>
              </a:solidFill>
              <a:round/>
            </a:ln>
          </p:spPr>
          <p:txBody>
            <a:bodyPr/>
            <a:lstStyle/>
            <a:p>
              <a:endParaRPr lang="zh-CN" altLang="en-US" sz="2000"/>
            </a:p>
          </p:txBody>
        </p:sp>
        <p:sp>
          <p:nvSpPr>
            <p:cNvPr id="20637" name="未知"/>
            <p:cNvSpPr/>
            <p:nvPr/>
          </p:nvSpPr>
          <p:spPr bwMode="auto">
            <a:xfrm>
              <a:off x="1447" y="427"/>
              <a:ext cx="51" cy="164"/>
            </a:xfrm>
            <a:custGeom>
              <a:avLst/>
              <a:gdLst>
                <a:gd name="T0" fmla="*/ 40 w 51"/>
                <a:gd name="T1" fmla="*/ 0 h 164"/>
                <a:gd name="T2" fmla="*/ 44 w 51"/>
                <a:gd name="T3" fmla="*/ 92 h 164"/>
                <a:gd name="T4" fmla="*/ 0 w 51"/>
                <a:gd name="T5" fmla="*/ 164 h 164"/>
                <a:gd name="T6" fmla="*/ 0 60000 65536"/>
                <a:gd name="T7" fmla="*/ 0 60000 65536"/>
                <a:gd name="T8" fmla="*/ 0 60000 65536"/>
                <a:gd name="T9" fmla="*/ 0 w 51"/>
                <a:gd name="T10" fmla="*/ 0 h 164"/>
                <a:gd name="T11" fmla="*/ 51 w 51"/>
                <a:gd name="T12" fmla="*/ 164 h 164"/>
              </a:gdLst>
              <a:ahLst/>
              <a:cxnLst>
                <a:cxn ang="T6">
                  <a:pos x="T0" y="T1"/>
                </a:cxn>
                <a:cxn ang="T7">
                  <a:pos x="T2" y="T3"/>
                </a:cxn>
                <a:cxn ang="T8">
                  <a:pos x="T4" y="T5"/>
                </a:cxn>
              </a:cxnLst>
              <a:rect l="T9" t="T10" r="T11" b="T12"/>
              <a:pathLst>
                <a:path w="51" h="164">
                  <a:moveTo>
                    <a:pt x="40" y="0"/>
                  </a:moveTo>
                  <a:cubicBezTo>
                    <a:pt x="45" y="32"/>
                    <a:pt x="51" y="65"/>
                    <a:pt x="44" y="92"/>
                  </a:cubicBezTo>
                  <a:cubicBezTo>
                    <a:pt x="37" y="119"/>
                    <a:pt x="7" y="152"/>
                    <a:pt x="0" y="164"/>
                  </a:cubicBezTo>
                </a:path>
              </a:pathLst>
            </a:custGeom>
            <a:noFill/>
            <a:ln w="9525" cap="flat" cmpd="sng">
              <a:solidFill>
                <a:schemeClr val="tx1"/>
              </a:solidFill>
              <a:round/>
            </a:ln>
          </p:spPr>
          <p:txBody>
            <a:bodyPr/>
            <a:lstStyle/>
            <a:p>
              <a:endParaRPr lang="zh-CN" altLang="en-US" sz="2000"/>
            </a:p>
          </p:txBody>
        </p:sp>
      </p:grpSp>
      <p:sp>
        <p:nvSpPr>
          <p:cNvPr id="20611" name="Text Box 70"/>
          <p:cNvSpPr txBox="1">
            <a:spLocks noChangeArrowheads="1"/>
          </p:cNvSpPr>
          <p:nvPr/>
        </p:nvSpPr>
        <p:spPr bwMode="auto">
          <a:xfrm>
            <a:off x="262890" y="4476750"/>
            <a:ext cx="2258060" cy="1198880"/>
          </a:xfrm>
          <a:prstGeom prst="rect">
            <a:avLst/>
          </a:prstGeom>
          <a:noFill/>
          <a:ln w="9525">
            <a:noFill/>
            <a:miter lim="800000"/>
          </a:ln>
        </p:spPr>
        <p:txBody>
          <a:bodyPr wrap="square">
            <a:spAutoFit/>
          </a:bodyPr>
          <a:lstStyle/>
          <a:p>
            <a:r>
              <a:rPr lang="zh-CN" sz="2400" b="0">
                <a:latin typeface="Times New Roman" panose="02020603050405020304" pitchFamily="18" charset="0"/>
              </a:rPr>
              <a:t>入射光线与出射光线在光栅面法线</a:t>
            </a:r>
            <a:r>
              <a:rPr lang="zh-CN" sz="2400" b="0">
                <a:solidFill>
                  <a:srgbClr val="FF0000"/>
                </a:solidFill>
                <a:latin typeface="Times New Roman" panose="02020603050405020304" pitchFamily="18" charset="0"/>
              </a:rPr>
              <a:t>异侧</a:t>
            </a:r>
            <a:endParaRPr lang="zh-CN" sz="2400" b="0">
              <a:solidFill>
                <a:srgbClr val="FF0000"/>
              </a:solidFill>
              <a:latin typeface="Times New Roman" panose="02020603050405020304" pitchFamily="18" charset="0"/>
            </a:endParaRPr>
          </a:p>
        </p:txBody>
      </p:sp>
      <p:grpSp>
        <p:nvGrpSpPr>
          <p:cNvPr id="20613" name="Group 75"/>
          <p:cNvGrpSpPr/>
          <p:nvPr/>
        </p:nvGrpSpPr>
        <p:grpSpPr bwMode="auto">
          <a:xfrm>
            <a:off x="1701800" y="333375"/>
            <a:ext cx="3848100" cy="522288"/>
            <a:chOff x="2290" y="210"/>
            <a:chExt cx="2042" cy="329"/>
          </a:xfrm>
        </p:grpSpPr>
        <p:sp>
          <p:nvSpPr>
            <p:cNvPr id="20553" name="Rectangle 73"/>
            <p:cNvSpPr>
              <a:spLocks noChangeArrowheads="1"/>
            </p:cNvSpPr>
            <p:nvPr/>
          </p:nvSpPr>
          <p:spPr bwMode="auto">
            <a:xfrm>
              <a:off x="2403" y="255"/>
              <a:ext cx="1883" cy="272"/>
            </a:xfrm>
            <a:prstGeom prst="rect">
              <a:avLst/>
            </a:prstGeom>
            <a:gradFill rotWithShape="0">
              <a:gsLst>
                <a:gs pos="0">
                  <a:srgbClr val="ADB044"/>
                </a:gs>
                <a:gs pos="50000">
                  <a:srgbClr val="ADB044">
                    <a:gamma/>
                    <a:tint val="0"/>
                    <a:invGamma/>
                  </a:srgbClr>
                </a:gs>
                <a:gs pos="100000">
                  <a:srgbClr val="ADB044"/>
                </a:gs>
              </a:gsLst>
              <a:lin ang="5400000" scaled="1"/>
            </a:gradFill>
            <a:ln>
              <a:noFill/>
            </a:ln>
            <a:effectLst>
              <a:outerShdw dist="162639" dir="18519588" algn="ctr" rotWithShape="0">
                <a:srgbClr val="D9FB9D"/>
              </a:outerShdw>
            </a:effectLst>
          </p:spPr>
          <p:txBody>
            <a:bodyPr lIns="92075" tIns="46038" rIns="92075" bIns="46038" anchor="ctr"/>
            <a:lstStyle/>
            <a:p>
              <a:pPr>
                <a:defRPr/>
              </a:pPr>
              <a:endParaRPr lang="zh-CN" sz="2800">
                <a:latin typeface="Times New Roman" panose="02020603050405020304" pitchFamily="18" charset="0"/>
                <a:ea typeface="宋体" panose="02010600030101010101" pitchFamily="2" charset="-122"/>
              </a:endParaRPr>
            </a:p>
          </p:txBody>
        </p:sp>
        <p:sp>
          <p:nvSpPr>
            <p:cNvPr id="20615" name="Text Box 74"/>
            <p:cNvSpPr txBox="1">
              <a:spLocks noChangeArrowheads="1"/>
            </p:cNvSpPr>
            <p:nvPr/>
          </p:nvSpPr>
          <p:spPr bwMode="auto">
            <a:xfrm>
              <a:off x="2290" y="210"/>
              <a:ext cx="2042" cy="329"/>
            </a:xfrm>
            <a:prstGeom prst="rect">
              <a:avLst/>
            </a:prstGeom>
            <a:noFill/>
            <a:ln w="9525">
              <a:noFill/>
              <a:miter lim="800000"/>
            </a:ln>
          </p:spPr>
          <p:txBody>
            <a:bodyPr>
              <a:spAutoFit/>
            </a:bodyPr>
            <a:lstStyle/>
            <a:p>
              <a:r>
                <a:rPr lang="zh-CN" sz="2800"/>
                <a:t>光栅的分光性能</a:t>
              </a:r>
              <a:endParaRPr lang="zh-CN" sz="2800"/>
            </a:p>
          </p:txBody>
        </p:sp>
      </p:grpSp>
      <p:sp>
        <p:nvSpPr>
          <p:cNvPr id="2" name="Text Box 70"/>
          <p:cNvSpPr txBox="1">
            <a:spLocks noChangeArrowheads="1"/>
          </p:cNvSpPr>
          <p:nvPr/>
        </p:nvSpPr>
        <p:spPr bwMode="auto">
          <a:xfrm>
            <a:off x="9737725" y="4476750"/>
            <a:ext cx="2258060" cy="1198880"/>
          </a:xfrm>
          <a:prstGeom prst="rect">
            <a:avLst/>
          </a:prstGeom>
          <a:noFill/>
          <a:ln w="9525">
            <a:noFill/>
            <a:miter lim="800000"/>
          </a:ln>
        </p:spPr>
        <p:txBody>
          <a:bodyPr wrap="square">
            <a:spAutoFit/>
          </a:bodyPr>
          <a:lstStyle/>
          <a:p>
            <a:r>
              <a:rPr lang="zh-CN" sz="2400" b="0">
                <a:latin typeface="Times New Roman" panose="02020603050405020304" pitchFamily="18" charset="0"/>
              </a:rPr>
              <a:t>入射光线与出射光线在光栅面法线</a:t>
            </a:r>
            <a:r>
              <a:rPr lang="zh-CN" sz="2400" b="0">
                <a:highlight>
                  <a:srgbClr val="FFFF00"/>
                </a:highlight>
                <a:latin typeface="Times New Roman" panose="02020603050405020304" pitchFamily="18" charset="0"/>
              </a:rPr>
              <a:t>同侧</a:t>
            </a:r>
            <a:endParaRPr lang="zh-CN" sz="2400" b="0">
              <a:highlight>
                <a:srgbClr val="FFFF00"/>
              </a:highlight>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269" name="Object 77"/>
          <p:cNvGraphicFramePr>
            <a:graphicFrameLocks noChangeAspect="1"/>
          </p:cNvGraphicFramePr>
          <p:nvPr/>
        </p:nvGraphicFramePr>
        <p:xfrm>
          <a:off x="3071813" y="692150"/>
          <a:ext cx="5967412" cy="1008063"/>
        </p:xfrm>
        <a:graphic>
          <a:graphicData uri="http://schemas.openxmlformats.org/presentationml/2006/ole">
            <mc:AlternateContent xmlns:mc="http://schemas.openxmlformats.org/markup-compatibility/2006">
              <mc:Choice xmlns:v="urn:schemas-microsoft-com:vml" Requires="v">
                <p:oleObj spid="_x0000_s3073" name="" r:id="rId1" imgW="63093600" imgH="10668000" progId="Equation.DSMT4">
                  <p:embed/>
                </p:oleObj>
              </mc:Choice>
              <mc:Fallback>
                <p:oleObj name="" r:id="rId1" imgW="63093600" imgH="10668000" progId="Equation.DSMT4">
                  <p:embed/>
                  <p:pic>
                    <p:nvPicPr>
                      <p:cNvPr id="0" name="图片 3072"/>
                      <p:cNvPicPr>
                        <a:picLocks noChangeAspect="1"/>
                      </p:cNvPicPr>
                      <p:nvPr/>
                    </p:nvPicPr>
                    <p:blipFill>
                      <a:blip r:embed="rId2"/>
                      <a:stretch>
                        <a:fillRect/>
                      </a:stretch>
                    </p:blipFill>
                    <p:spPr>
                      <a:xfrm>
                        <a:off x="3071813" y="692150"/>
                        <a:ext cx="5967412" cy="1008063"/>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8273" name="Text Box 3"/>
          <p:cNvSpPr txBox="1">
            <a:spLocks noChangeArrowheads="1"/>
          </p:cNvSpPr>
          <p:nvPr/>
        </p:nvSpPr>
        <p:spPr bwMode="auto">
          <a:xfrm>
            <a:off x="1847850" y="188913"/>
            <a:ext cx="3200400" cy="460375"/>
          </a:xfrm>
          <a:prstGeom prst="rect">
            <a:avLst/>
          </a:prstGeom>
          <a:noFill/>
          <a:ln w="9525">
            <a:noFill/>
            <a:miter lim="800000"/>
          </a:ln>
        </p:spPr>
        <p:txBody>
          <a:bodyPr>
            <a:spAutoFit/>
          </a:bodyPr>
          <a:lstStyle/>
          <a:p>
            <a:pPr>
              <a:spcBef>
                <a:spcPct val="50000"/>
              </a:spcBef>
            </a:pPr>
            <a:r>
              <a:rPr lang="zh-CN" altLang="zh-CN" sz="2400"/>
              <a:t>衍射场P</a:t>
            </a:r>
            <a:r>
              <a:rPr lang="zh-CN" sz="2400"/>
              <a:t>点处光强度为：</a:t>
            </a:r>
            <a:endParaRPr lang="zh-CN" sz="2400"/>
          </a:p>
        </p:txBody>
      </p:sp>
      <p:sp>
        <p:nvSpPr>
          <p:cNvPr id="8274" name="Text Box 4"/>
          <p:cNvSpPr txBox="1">
            <a:spLocks noChangeArrowheads="1"/>
          </p:cNvSpPr>
          <p:nvPr/>
        </p:nvSpPr>
        <p:spPr bwMode="auto">
          <a:xfrm>
            <a:off x="2366963" y="2660650"/>
            <a:ext cx="309880" cy="368300"/>
          </a:xfrm>
          <a:prstGeom prst="rect">
            <a:avLst/>
          </a:prstGeom>
          <a:noFill/>
          <a:ln w="9525">
            <a:noFill/>
            <a:miter lim="800000"/>
          </a:ln>
        </p:spPr>
        <p:txBody>
          <a:bodyPr wrap="none">
            <a:spAutoFit/>
          </a:bodyPr>
          <a:lstStyle/>
          <a:p>
            <a:endParaRPr lang="zh-CN" altLang="en-US"/>
          </a:p>
        </p:txBody>
      </p:sp>
      <p:grpSp>
        <p:nvGrpSpPr>
          <p:cNvPr id="8275" name="Group 5"/>
          <p:cNvGrpSpPr/>
          <p:nvPr/>
        </p:nvGrpSpPr>
        <p:grpSpPr bwMode="auto">
          <a:xfrm>
            <a:off x="2063750" y="1844675"/>
            <a:ext cx="7931136" cy="902015"/>
            <a:chOff x="115" y="0"/>
            <a:chExt cx="12488" cy="1418"/>
          </a:xfrm>
        </p:grpSpPr>
        <p:graphicFrame>
          <p:nvGraphicFramePr>
            <p:cNvPr id="8270" name="Object 78"/>
            <p:cNvGraphicFramePr>
              <a:graphicFrameLocks noChangeAspect="1"/>
            </p:cNvGraphicFramePr>
            <p:nvPr/>
          </p:nvGraphicFramePr>
          <p:xfrm>
            <a:off x="115" y="0"/>
            <a:ext cx="1782" cy="888"/>
          </p:xfrm>
          <a:graphic>
            <a:graphicData uri="http://schemas.openxmlformats.org/presentationml/2006/ole">
              <mc:AlternateContent xmlns:mc="http://schemas.openxmlformats.org/markup-compatibility/2006">
                <mc:Choice xmlns:v="urn:schemas-microsoft-com:vml" Requires="v">
                  <p:oleObj spid="_x0000_s3074" name="" r:id="rId3" imgW="11582400" imgH="5791200" progId="Equation.DSMT4">
                    <p:embed/>
                  </p:oleObj>
                </mc:Choice>
                <mc:Fallback>
                  <p:oleObj name="" r:id="rId3" imgW="11582400" imgH="5791200" progId="Equation.DSMT4">
                    <p:embed/>
                    <p:pic>
                      <p:nvPicPr>
                        <p:cNvPr id="0" name="图片 3073"/>
                        <p:cNvPicPr>
                          <a:picLocks noChangeAspect="1"/>
                        </p:cNvPicPr>
                        <p:nvPr/>
                      </p:nvPicPr>
                      <p:blipFill>
                        <a:blip r:embed="rId4"/>
                        <a:stretch>
                          <a:fillRect/>
                        </a:stretch>
                      </p:blipFill>
                      <p:spPr>
                        <a:xfrm>
                          <a:off x="115" y="0"/>
                          <a:ext cx="1782" cy="888"/>
                        </a:xfrm>
                        <a:prstGeom prst="rect">
                          <a:avLst/>
                        </a:prstGeom>
                        <a:noFill/>
                        <a:ln w="9525">
                          <a:noFill/>
                        </a:ln>
                      </p:spPr>
                    </p:pic>
                  </p:oleObj>
                </mc:Fallback>
              </mc:AlternateContent>
            </a:graphicData>
          </a:graphic>
        </p:graphicFrame>
        <p:sp>
          <p:nvSpPr>
            <p:cNvPr id="8285" name="Text Box 7"/>
            <p:cNvSpPr txBox="1">
              <a:spLocks noChangeArrowheads="1"/>
            </p:cNvSpPr>
            <p:nvPr/>
          </p:nvSpPr>
          <p:spPr bwMode="auto">
            <a:xfrm>
              <a:off x="1814" y="113"/>
              <a:ext cx="10789" cy="1305"/>
            </a:xfrm>
            <a:prstGeom prst="rect">
              <a:avLst/>
            </a:prstGeom>
            <a:noFill/>
            <a:ln w="9525">
              <a:noFill/>
              <a:miter lim="800000"/>
            </a:ln>
          </p:spPr>
          <p:txBody>
            <a:bodyPr wrap="none">
              <a:spAutoFit/>
            </a:bodyPr>
            <a:lstStyle/>
            <a:p>
              <a:r>
                <a:rPr lang="zh-CN" sz="2400"/>
                <a:t>为单缝在</a:t>
              </a:r>
              <a:r>
                <a:rPr lang="zh-CN" altLang="zh-CN" sz="2400"/>
                <a:t>P</a:t>
              </a:r>
              <a:r>
                <a:rPr lang="zh-CN" altLang="zh-CN" sz="2400" baseline="-25000"/>
                <a:t>0</a:t>
              </a:r>
              <a:r>
                <a:rPr lang="zh-CN" sz="2400"/>
                <a:t>点产生的光强</a:t>
              </a:r>
              <a:r>
                <a:rPr lang="zh-CN" altLang="en-US" sz="2400"/>
                <a:t>：</a:t>
              </a:r>
              <a:r>
                <a:rPr lang="zh-CN" sz="2400"/>
                <a:t>单缝中央主极大光强</a:t>
              </a:r>
              <a:r>
                <a:rPr lang="zh-CN" altLang="en-US" sz="2400"/>
                <a:t>。</a:t>
              </a:r>
              <a:endParaRPr lang="zh-CN" sz="2400"/>
            </a:p>
            <a:p>
              <a:endParaRPr lang="zh-CN" altLang="zh-CN" sz="2400">
                <a:latin typeface="Times New Roman" panose="02020603050405020304" pitchFamily="18" charset="0"/>
                <a:ea typeface="宋体" panose="02010600030101010101" pitchFamily="2" charset="-122"/>
              </a:endParaRPr>
            </a:p>
          </p:txBody>
        </p:sp>
      </p:grpSp>
      <p:grpSp>
        <p:nvGrpSpPr>
          <p:cNvPr id="8276" name="Group 9"/>
          <p:cNvGrpSpPr/>
          <p:nvPr/>
        </p:nvGrpSpPr>
        <p:grpSpPr bwMode="auto">
          <a:xfrm>
            <a:off x="1919288" y="4581525"/>
            <a:ext cx="6553200" cy="833438"/>
            <a:chOff x="0" y="-45"/>
            <a:chExt cx="3936" cy="525"/>
          </a:xfrm>
        </p:grpSpPr>
        <p:sp>
          <p:nvSpPr>
            <p:cNvPr id="8284" name="Text Box 10"/>
            <p:cNvSpPr txBox="1">
              <a:spLocks noChangeArrowheads="1"/>
            </p:cNvSpPr>
            <p:nvPr/>
          </p:nvSpPr>
          <p:spPr bwMode="auto">
            <a:xfrm>
              <a:off x="0" y="48"/>
              <a:ext cx="3936" cy="290"/>
            </a:xfrm>
            <a:prstGeom prst="rect">
              <a:avLst/>
            </a:prstGeom>
            <a:noFill/>
            <a:ln w="9525">
              <a:noFill/>
              <a:miter lim="800000"/>
            </a:ln>
          </p:spPr>
          <p:txBody>
            <a:bodyPr>
              <a:spAutoFit/>
            </a:bodyPr>
            <a:lstStyle/>
            <a:p>
              <a:pPr>
                <a:spcBef>
                  <a:spcPct val="50000"/>
                </a:spcBef>
              </a:pPr>
              <a:r>
                <a:rPr lang="zh-CN" altLang="en-US" sz="2400">
                  <a:solidFill>
                    <a:schemeClr val="accent2"/>
                  </a:solidFill>
                  <a:latin typeface="Times New Roman" panose="02020603050405020304" pitchFamily="18" charset="0"/>
                </a:rPr>
                <a:t>单缝衍射因子</a:t>
              </a:r>
              <a:endParaRPr lang="zh-CN" altLang="en-US" sz="2400">
                <a:solidFill>
                  <a:schemeClr val="accent2"/>
                </a:solidFill>
                <a:latin typeface="Times New Roman" panose="02020603050405020304" pitchFamily="18" charset="0"/>
              </a:endParaRPr>
            </a:p>
          </p:txBody>
        </p:sp>
        <p:graphicFrame>
          <p:nvGraphicFramePr>
            <p:cNvPr id="8271" name="Object 79"/>
            <p:cNvGraphicFramePr>
              <a:graphicFrameLocks noChangeAspect="1"/>
            </p:cNvGraphicFramePr>
            <p:nvPr/>
          </p:nvGraphicFramePr>
          <p:xfrm>
            <a:off x="1296" y="-45"/>
            <a:ext cx="710" cy="525"/>
          </p:xfrm>
          <a:graphic>
            <a:graphicData uri="http://schemas.openxmlformats.org/presentationml/2006/ole">
              <mc:AlternateContent xmlns:mc="http://schemas.openxmlformats.org/markup-compatibility/2006">
                <mc:Choice xmlns:v="urn:schemas-microsoft-com:vml" Requires="v">
                  <p:oleObj spid="_x0000_s3075" name="" r:id="rId5" imgW="12801600" imgH="9448800" progId="Equation.3">
                    <p:embed/>
                  </p:oleObj>
                </mc:Choice>
                <mc:Fallback>
                  <p:oleObj name="" r:id="rId5" imgW="12801600" imgH="9448800" progId="Equation.3">
                    <p:embed/>
                    <p:pic>
                      <p:nvPicPr>
                        <p:cNvPr id="0" name="图片 3074"/>
                        <p:cNvPicPr>
                          <a:picLocks noChangeAspect="1"/>
                        </p:cNvPicPr>
                        <p:nvPr/>
                      </p:nvPicPr>
                      <p:blipFill>
                        <a:blip r:embed="rId6"/>
                        <a:stretch>
                          <a:fillRect/>
                        </a:stretch>
                      </p:blipFill>
                      <p:spPr>
                        <a:xfrm>
                          <a:off x="1296" y="-45"/>
                          <a:ext cx="710" cy="525"/>
                        </a:xfrm>
                        <a:prstGeom prst="rect">
                          <a:avLst/>
                        </a:prstGeom>
                        <a:noFill/>
                        <a:ln w="9525">
                          <a:noFill/>
                        </a:ln>
                      </p:spPr>
                    </p:pic>
                  </p:oleObj>
                </mc:Fallback>
              </mc:AlternateContent>
            </a:graphicData>
          </a:graphic>
        </p:graphicFrame>
      </p:grpSp>
      <p:grpSp>
        <p:nvGrpSpPr>
          <p:cNvPr id="8277" name="Group 12"/>
          <p:cNvGrpSpPr/>
          <p:nvPr/>
        </p:nvGrpSpPr>
        <p:grpSpPr bwMode="auto">
          <a:xfrm>
            <a:off x="5591175" y="4192588"/>
            <a:ext cx="3852863" cy="1612900"/>
            <a:chOff x="0" y="-63"/>
            <a:chExt cx="2427" cy="1016"/>
          </a:xfrm>
        </p:grpSpPr>
        <p:sp>
          <p:nvSpPr>
            <p:cNvPr id="8283" name="Text Box 13"/>
            <p:cNvSpPr txBox="1">
              <a:spLocks noChangeArrowheads="1"/>
            </p:cNvSpPr>
            <p:nvPr/>
          </p:nvSpPr>
          <p:spPr bwMode="auto">
            <a:xfrm>
              <a:off x="0" y="272"/>
              <a:ext cx="1536" cy="290"/>
            </a:xfrm>
            <a:prstGeom prst="rect">
              <a:avLst/>
            </a:prstGeom>
            <a:noFill/>
            <a:ln w="9525">
              <a:noFill/>
              <a:miter lim="800000"/>
            </a:ln>
          </p:spPr>
          <p:txBody>
            <a:bodyPr>
              <a:spAutoFit/>
            </a:bodyPr>
            <a:lstStyle/>
            <a:p>
              <a:pPr>
                <a:spcBef>
                  <a:spcPct val="50000"/>
                </a:spcBef>
              </a:pPr>
              <a:r>
                <a:rPr lang="zh-CN" altLang="en-US" sz="2400">
                  <a:solidFill>
                    <a:schemeClr val="accent2"/>
                  </a:solidFill>
                  <a:latin typeface="Times New Roman" panose="02020603050405020304" pitchFamily="18" charset="0"/>
                </a:rPr>
                <a:t>多光束干涉因子</a:t>
              </a:r>
              <a:endParaRPr lang="zh-CN" altLang="en-US" sz="2400">
                <a:solidFill>
                  <a:schemeClr val="accent2"/>
                </a:solidFill>
                <a:latin typeface="Times New Roman" panose="02020603050405020304" pitchFamily="18" charset="0"/>
              </a:endParaRPr>
            </a:p>
          </p:txBody>
        </p:sp>
        <p:graphicFrame>
          <p:nvGraphicFramePr>
            <p:cNvPr id="8272" name="Object 80"/>
            <p:cNvGraphicFramePr>
              <a:graphicFrameLocks noChangeAspect="1"/>
            </p:cNvGraphicFramePr>
            <p:nvPr/>
          </p:nvGraphicFramePr>
          <p:xfrm>
            <a:off x="1497" y="-63"/>
            <a:ext cx="930" cy="1016"/>
          </p:xfrm>
          <a:graphic>
            <a:graphicData uri="http://schemas.openxmlformats.org/presentationml/2006/ole">
              <mc:AlternateContent xmlns:mc="http://schemas.openxmlformats.org/markup-compatibility/2006">
                <mc:Choice xmlns:v="urn:schemas-microsoft-com:vml" Requires="v">
                  <p:oleObj spid="_x0000_s3076" name="Equation" r:id="rId7" imgW="16764000" imgH="18288000" progId="Equation.DSMT4">
                    <p:embed/>
                  </p:oleObj>
                </mc:Choice>
                <mc:Fallback>
                  <p:oleObj name="Equation" r:id="rId7" imgW="16764000" imgH="18288000" progId="Equation.DSMT4">
                    <p:embed/>
                    <p:pic>
                      <p:nvPicPr>
                        <p:cNvPr id="0" name="图片 3075"/>
                        <p:cNvPicPr>
                          <a:picLocks noChangeAspect="1"/>
                        </p:cNvPicPr>
                        <p:nvPr/>
                      </p:nvPicPr>
                      <p:blipFill>
                        <a:blip r:embed="rId8"/>
                        <a:stretch>
                          <a:fillRect/>
                        </a:stretch>
                      </p:blipFill>
                      <p:spPr>
                        <a:xfrm>
                          <a:off x="1497" y="-63"/>
                          <a:ext cx="930" cy="1016"/>
                        </a:xfrm>
                        <a:prstGeom prst="rect">
                          <a:avLst/>
                        </a:prstGeom>
                        <a:noFill/>
                        <a:ln w="9525">
                          <a:noFill/>
                        </a:ln>
                      </p:spPr>
                    </p:pic>
                  </p:oleObj>
                </mc:Fallback>
              </mc:AlternateContent>
            </a:graphicData>
          </a:graphic>
        </p:graphicFrame>
      </p:grpSp>
      <p:sp>
        <p:nvSpPr>
          <p:cNvPr id="8278" name="Text Box 15"/>
          <p:cNvSpPr txBox="1">
            <a:spLocks noChangeArrowheads="1"/>
          </p:cNvSpPr>
          <p:nvPr/>
        </p:nvSpPr>
        <p:spPr bwMode="auto">
          <a:xfrm>
            <a:off x="1990725" y="6092825"/>
            <a:ext cx="7543800" cy="460375"/>
          </a:xfrm>
          <a:prstGeom prst="rect">
            <a:avLst/>
          </a:prstGeom>
          <a:noFill/>
          <a:ln w="9525">
            <a:noFill/>
            <a:miter lim="800000"/>
          </a:ln>
        </p:spPr>
        <p:txBody>
          <a:bodyPr>
            <a:spAutoFit/>
          </a:bodyPr>
          <a:lstStyle/>
          <a:p>
            <a:pPr>
              <a:spcBef>
                <a:spcPct val="50000"/>
              </a:spcBef>
            </a:pPr>
            <a:r>
              <a:rPr lang="zh-CN" altLang="en-US" sz="2400" b="1">
                <a:effectLst>
                  <a:outerShdw blurRad="38100" dist="38100" dir="2700000" algn="tl">
                    <a:srgbClr val="000000">
                      <a:alpha val="43137"/>
                    </a:srgbClr>
                  </a:outerShdw>
                </a:effectLst>
                <a:latin typeface="Times New Roman" panose="02020603050405020304" pitchFamily="18" charset="0"/>
              </a:rPr>
              <a:t>多缝衍射是</a:t>
            </a:r>
            <a:r>
              <a:rPr lang="zh-CN" altLang="en-US" sz="2400" b="1">
                <a:solidFill>
                  <a:srgbClr val="FF0000"/>
                </a:solidFill>
                <a:effectLst>
                  <a:outerShdw blurRad="38100" dist="38100" dir="2700000" algn="tl">
                    <a:srgbClr val="000000">
                      <a:alpha val="43137"/>
                    </a:srgbClr>
                  </a:outerShdw>
                </a:effectLst>
                <a:latin typeface="Times New Roman" panose="02020603050405020304" pitchFamily="18" charset="0"/>
              </a:rPr>
              <a:t>衍射和干涉两种效应</a:t>
            </a:r>
            <a:r>
              <a:rPr lang="zh-CN" altLang="en-US" sz="2400" b="1">
                <a:effectLst>
                  <a:outerShdw blurRad="38100" dist="38100" dir="2700000" algn="tl">
                    <a:srgbClr val="000000">
                      <a:alpha val="43137"/>
                    </a:srgbClr>
                  </a:outerShdw>
                </a:effectLst>
                <a:latin typeface="Times New Roman" panose="02020603050405020304" pitchFamily="18" charset="0"/>
              </a:rPr>
              <a:t>共同作用的结果。</a:t>
            </a:r>
            <a:endParaRPr lang="zh-CN" altLang="en-US" sz="2400" b="1">
              <a:effectLst>
                <a:outerShdw blurRad="38100" dist="38100" dir="2700000" algn="tl">
                  <a:srgbClr val="000000">
                    <a:alpha val="43137"/>
                  </a:srgbClr>
                </a:outerShdw>
              </a:effectLst>
              <a:latin typeface="Times New Roman" panose="02020603050405020304" pitchFamily="18" charset="0"/>
            </a:endParaRPr>
          </a:p>
        </p:txBody>
      </p:sp>
      <p:sp>
        <p:nvSpPr>
          <p:cNvPr id="8279" name="Text Box 16"/>
          <p:cNvSpPr txBox="1">
            <a:spLocks noChangeArrowheads="1"/>
          </p:cNvSpPr>
          <p:nvPr/>
        </p:nvSpPr>
        <p:spPr bwMode="auto">
          <a:xfrm>
            <a:off x="2063750" y="3789363"/>
            <a:ext cx="3154680" cy="460375"/>
          </a:xfrm>
          <a:prstGeom prst="rect">
            <a:avLst/>
          </a:prstGeom>
          <a:noFill/>
          <a:ln w="9525">
            <a:noFill/>
            <a:miter lim="800000"/>
          </a:ln>
        </p:spPr>
        <p:txBody>
          <a:bodyPr wrap="none">
            <a:spAutoFit/>
          </a:bodyPr>
          <a:lstStyle/>
          <a:p>
            <a:r>
              <a:rPr lang="zh-CN" altLang="zh-CN" sz="2400"/>
              <a:t>1.</a:t>
            </a:r>
            <a:r>
              <a:rPr lang="zh-CN" sz="2400"/>
              <a:t>衍射因子和干涉因子</a:t>
            </a:r>
            <a:endParaRPr lang="zh-CN" sz="2400"/>
          </a:p>
        </p:txBody>
      </p:sp>
      <p:grpSp>
        <p:nvGrpSpPr>
          <p:cNvPr id="8280" name="Group 20"/>
          <p:cNvGrpSpPr/>
          <p:nvPr/>
        </p:nvGrpSpPr>
        <p:grpSpPr bwMode="auto">
          <a:xfrm>
            <a:off x="1703388" y="2997200"/>
            <a:ext cx="3887787" cy="522288"/>
            <a:chOff x="2426" y="1842"/>
            <a:chExt cx="2132" cy="329"/>
          </a:xfrm>
        </p:grpSpPr>
        <p:sp>
          <p:nvSpPr>
            <p:cNvPr id="8210" name="Rectangle 18"/>
            <p:cNvSpPr>
              <a:spLocks noChangeArrowheads="1"/>
            </p:cNvSpPr>
            <p:nvPr/>
          </p:nvSpPr>
          <p:spPr bwMode="auto">
            <a:xfrm>
              <a:off x="2539" y="1842"/>
              <a:ext cx="1974" cy="317"/>
            </a:xfrm>
            <a:prstGeom prst="rect">
              <a:avLst/>
            </a:prstGeom>
            <a:gradFill rotWithShape="0">
              <a:gsLst>
                <a:gs pos="0">
                  <a:srgbClr val="ADB044"/>
                </a:gs>
                <a:gs pos="50000">
                  <a:srgbClr val="ADB044">
                    <a:gamma/>
                    <a:tint val="0"/>
                    <a:invGamma/>
                  </a:srgbClr>
                </a:gs>
                <a:gs pos="100000">
                  <a:srgbClr val="ADB044"/>
                </a:gs>
              </a:gsLst>
              <a:lin ang="5400000" scaled="1"/>
            </a:gradFill>
            <a:ln>
              <a:noFill/>
            </a:ln>
            <a:effectLst>
              <a:outerShdw dist="162639" dir="18519588" algn="ctr" rotWithShape="0">
                <a:srgbClr val="D9FB9D"/>
              </a:outerShdw>
            </a:effectLst>
          </p:spPr>
          <p:txBody>
            <a:bodyPr lIns="92075" tIns="46038" rIns="92075" bIns="46038" anchor="ctr"/>
            <a:lstStyle/>
            <a:p>
              <a:pPr>
                <a:defRPr/>
              </a:pPr>
              <a:endParaRPr lang="zh-CN" sz="2800">
                <a:latin typeface="Arial" panose="020B0604020202020204" pitchFamily="34" charset="0"/>
                <a:ea typeface="宋体" panose="02010600030101010101" pitchFamily="2" charset="-122"/>
              </a:endParaRPr>
            </a:p>
          </p:txBody>
        </p:sp>
        <p:sp>
          <p:nvSpPr>
            <p:cNvPr id="8282" name="Text Box 19"/>
            <p:cNvSpPr txBox="1">
              <a:spLocks noChangeArrowheads="1"/>
            </p:cNvSpPr>
            <p:nvPr/>
          </p:nvSpPr>
          <p:spPr bwMode="auto">
            <a:xfrm>
              <a:off x="2426" y="1842"/>
              <a:ext cx="2132" cy="329"/>
            </a:xfrm>
            <a:prstGeom prst="rect">
              <a:avLst/>
            </a:prstGeom>
            <a:noFill/>
            <a:ln w="9525">
              <a:noFill/>
              <a:miter lim="800000"/>
            </a:ln>
          </p:spPr>
          <p:txBody>
            <a:bodyPr>
              <a:spAutoFit/>
            </a:bodyPr>
            <a:lstStyle/>
            <a:p>
              <a:r>
                <a:rPr lang="zh-CN" altLang="zh-CN" sz="2800" b="0"/>
                <a:t> </a:t>
              </a:r>
              <a:r>
                <a:rPr lang="zh-CN" altLang="en-US" sz="2800" b="0"/>
                <a:t> </a:t>
              </a:r>
              <a:r>
                <a:rPr lang="zh-CN" altLang="en-US" sz="2800"/>
                <a:t>多缝衍射图样</a:t>
              </a:r>
              <a:endParaRPr lang="zh-CN" sz="2800"/>
            </a:p>
          </p:txBody>
        </p:sp>
      </p:grpSp>
      <p:sp>
        <p:nvSpPr>
          <p:cNvPr id="2" name="文本框 1"/>
          <p:cNvSpPr txBox="1"/>
          <p:nvPr/>
        </p:nvSpPr>
        <p:spPr>
          <a:xfrm>
            <a:off x="263525" y="2766695"/>
            <a:ext cx="582930" cy="1814830"/>
          </a:xfrm>
          <a:prstGeom prst="rect">
            <a:avLst/>
          </a:prstGeom>
          <a:noFill/>
        </p:spPr>
        <p:txBody>
          <a:bodyPr wrap="square" rtlCol="0" anchor="t">
            <a:spAutoFit/>
          </a:bodyPr>
          <a:p>
            <a:r>
              <a:rPr lang="zh-CN" altLang="en-US" sz="2800">
                <a:sym typeface="+mn-ea"/>
              </a:rPr>
              <a:t>多缝衍射</a:t>
            </a:r>
            <a:endParaRPr lang="zh-CN" altLang="en-US" sz="2800">
              <a:sym typeface="+mn-ea"/>
            </a:endParaRPr>
          </a:p>
        </p:txBody>
      </p:sp>
      <p:cxnSp>
        <p:nvCxnSpPr>
          <p:cNvPr id="3" name="直接箭头连接符 2"/>
          <p:cNvCxnSpPr/>
          <p:nvPr/>
        </p:nvCxnSpPr>
        <p:spPr>
          <a:xfrm flipH="1">
            <a:off x="5160010" y="1526540"/>
            <a:ext cx="1294765" cy="312674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4" name="直接箭头连接符 3"/>
          <p:cNvCxnSpPr/>
          <p:nvPr/>
        </p:nvCxnSpPr>
        <p:spPr>
          <a:xfrm>
            <a:off x="8227695" y="1706245"/>
            <a:ext cx="316865" cy="258699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
        <p:nvSpPr>
          <p:cNvPr id="98316" name="Text Box 9"/>
          <p:cNvSpPr txBox="1"/>
          <p:nvPr/>
        </p:nvSpPr>
        <p:spPr>
          <a:xfrm>
            <a:off x="1847850" y="5396865"/>
            <a:ext cx="2011680" cy="460375"/>
          </a:xfrm>
          <a:prstGeom prst="rect">
            <a:avLst/>
          </a:prstGeom>
          <a:solidFill>
            <a:schemeClr val="hlink"/>
          </a:solidFill>
          <a:ln w="9525">
            <a:noFill/>
          </a:ln>
        </p:spPr>
        <p:txBody>
          <a:bodyPr wrap="none">
            <a:spAutoFit/>
          </a:bodyPr>
          <a:p>
            <a:r>
              <a:rPr lang="zh-CN" altLang="en-US" sz="2400" dirty="0">
                <a:latin typeface="Times New Roman" panose="02020603050405020304" pitchFamily="18" charset="0"/>
              </a:rPr>
              <a:t>强度单元因子</a:t>
            </a:r>
            <a:endParaRPr lang="zh-CN" altLang="en-US" sz="2400" dirty="0">
              <a:latin typeface="Times New Roman" panose="02020603050405020304" pitchFamily="18" charset="0"/>
            </a:endParaRPr>
          </a:p>
        </p:txBody>
      </p:sp>
      <p:sp>
        <p:nvSpPr>
          <p:cNvPr id="98314" name="Text Box 12"/>
          <p:cNvSpPr txBox="1"/>
          <p:nvPr/>
        </p:nvSpPr>
        <p:spPr>
          <a:xfrm>
            <a:off x="7852093" y="5733098"/>
            <a:ext cx="2011680" cy="460375"/>
          </a:xfrm>
          <a:prstGeom prst="rect">
            <a:avLst/>
          </a:prstGeom>
          <a:solidFill>
            <a:schemeClr val="hlink"/>
          </a:solidFill>
          <a:ln w="9525">
            <a:noFill/>
          </a:ln>
        </p:spPr>
        <p:txBody>
          <a:bodyPr wrap="none">
            <a:spAutoFit/>
          </a:bodyPr>
          <a:p>
            <a:r>
              <a:rPr lang="zh-CN" altLang="en-US" sz="2400" dirty="0">
                <a:latin typeface="Times New Roman" panose="02020603050405020304" pitchFamily="18" charset="0"/>
              </a:rPr>
              <a:t>强度结构因子</a:t>
            </a:r>
            <a:endParaRPr lang="zh-CN" altLang="en-US" sz="2400" dirty="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93255" name="Group 71"/>
          <p:cNvGrpSpPr/>
          <p:nvPr/>
        </p:nvGrpSpPr>
        <p:grpSpPr>
          <a:xfrm>
            <a:off x="1676400" y="0"/>
            <a:ext cx="4529138" cy="1025525"/>
            <a:chOff x="169" y="691"/>
            <a:chExt cx="2501" cy="721"/>
          </a:xfrm>
        </p:grpSpPr>
        <p:sp>
          <p:nvSpPr>
            <p:cNvPr id="100346" name="Line 3"/>
            <p:cNvSpPr/>
            <p:nvPr/>
          </p:nvSpPr>
          <p:spPr>
            <a:xfrm>
              <a:off x="204" y="1411"/>
              <a:ext cx="1" cy="1"/>
            </a:xfrm>
            <a:prstGeom prst="line">
              <a:avLst/>
            </a:prstGeom>
            <a:ln w="9525" cap="flat" cmpd="sng">
              <a:solidFill>
                <a:srgbClr val="000000"/>
              </a:solidFill>
              <a:prstDash val="solid"/>
              <a:headEnd type="none" w="med" len="med"/>
              <a:tailEnd type="none" w="med" len="med"/>
            </a:ln>
          </p:spPr>
        </p:sp>
        <p:sp>
          <p:nvSpPr>
            <p:cNvPr id="100347" name="Line 4"/>
            <p:cNvSpPr/>
            <p:nvPr/>
          </p:nvSpPr>
          <p:spPr>
            <a:xfrm>
              <a:off x="332" y="1411"/>
              <a:ext cx="1" cy="1"/>
            </a:xfrm>
            <a:prstGeom prst="line">
              <a:avLst/>
            </a:prstGeom>
            <a:ln w="9525" cap="flat" cmpd="sng">
              <a:solidFill>
                <a:srgbClr val="000000"/>
              </a:solidFill>
              <a:prstDash val="solid"/>
              <a:headEnd type="none" w="med" len="med"/>
              <a:tailEnd type="none" w="med" len="med"/>
            </a:ln>
          </p:spPr>
        </p:sp>
        <p:sp>
          <p:nvSpPr>
            <p:cNvPr id="100348" name="Line 5"/>
            <p:cNvSpPr/>
            <p:nvPr/>
          </p:nvSpPr>
          <p:spPr>
            <a:xfrm>
              <a:off x="461" y="1411"/>
              <a:ext cx="1" cy="1"/>
            </a:xfrm>
            <a:prstGeom prst="line">
              <a:avLst/>
            </a:prstGeom>
            <a:ln w="9525" cap="flat" cmpd="sng">
              <a:solidFill>
                <a:srgbClr val="000000"/>
              </a:solidFill>
              <a:prstDash val="solid"/>
              <a:headEnd type="none" w="med" len="med"/>
              <a:tailEnd type="none" w="med" len="med"/>
            </a:ln>
          </p:spPr>
        </p:sp>
        <p:sp>
          <p:nvSpPr>
            <p:cNvPr id="100349" name="Line 6"/>
            <p:cNvSpPr/>
            <p:nvPr/>
          </p:nvSpPr>
          <p:spPr>
            <a:xfrm>
              <a:off x="590" y="1411"/>
              <a:ext cx="1" cy="1"/>
            </a:xfrm>
            <a:prstGeom prst="line">
              <a:avLst/>
            </a:prstGeom>
            <a:ln w="9525" cap="flat" cmpd="sng">
              <a:solidFill>
                <a:srgbClr val="000000"/>
              </a:solidFill>
              <a:prstDash val="solid"/>
              <a:headEnd type="none" w="med" len="med"/>
              <a:tailEnd type="none" w="med" len="med"/>
            </a:ln>
          </p:spPr>
        </p:sp>
        <p:sp>
          <p:nvSpPr>
            <p:cNvPr id="100350" name="Line 7"/>
            <p:cNvSpPr/>
            <p:nvPr/>
          </p:nvSpPr>
          <p:spPr>
            <a:xfrm>
              <a:off x="718" y="1411"/>
              <a:ext cx="1" cy="1"/>
            </a:xfrm>
            <a:prstGeom prst="line">
              <a:avLst/>
            </a:prstGeom>
            <a:ln w="9525" cap="flat" cmpd="sng">
              <a:solidFill>
                <a:srgbClr val="000000"/>
              </a:solidFill>
              <a:prstDash val="solid"/>
              <a:headEnd type="none" w="med" len="med"/>
              <a:tailEnd type="none" w="med" len="med"/>
            </a:ln>
          </p:spPr>
        </p:sp>
        <p:sp>
          <p:nvSpPr>
            <p:cNvPr id="100351" name="Line 8"/>
            <p:cNvSpPr/>
            <p:nvPr/>
          </p:nvSpPr>
          <p:spPr>
            <a:xfrm>
              <a:off x="847" y="1411"/>
              <a:ext cx="1" cy="1"/>
            </a:xfrm>
            <a:prstGeom prst="line">
              <a:avLst/>
            </a:prstGeom>
            <a:ln w="9525" cap="flat" cmpd="sng">
              <a:solidFill>
                <a:srgbClr val="000000"/>
              </a:solidFill>
              <a:prstDash val="solid"/>
              <a:headEnd type="none" w="med" len="med"/>
              <a:tailEnd type="none" w="med" len="med"/>
            </a:ln>
          </p:spPr>
        </p:sp>
        <p:sp>
          <p:nvSpPr>
            <p:cNvPr id="100352" name="Line 9"/>
            <p:cNvSpPr/>
            <p:nvPr/>
          </p:nvSpPr>
          <p:spPr>
            <a:xfrm>
              <a:off x="975" y="1411"/>
              <a:ext cx="1" cy="1"/>
            </a:xfrm>
            <a:prstGeom prst="line">
              <a:avLst/>
            </a:prstGeom>
            <a:ln w="9525" cap="flat" cmpd="sng">
              <a:solidFill>
                <a:srgbClr val="000000"/>
              </a:solidFill>
              <a:prstDash val="solid"/>
              <a:headEnd type="none" w="med" len="med"/>
              <a:tailEnd type="none" w="med" len="med"/>
            </a:ln>
          </p:spPr>
        </p:sp>
        <p:sp>
          <p:nvSpPr>
            <p:cNvPr id="100353" name="Line 10"/>
            <p:cNvSpPr/>
            <p:nvPr/>
          </p:nvSpPr>
          <p:spPr>
            <a:xfrm>
              <a:off x="1104" y="1411"/>
              <a:ext cx="1" cy="1"/>
            </a:xfrm>
            <a:prstGeom prst="line">
              <a:avLst/>
            </a:prstGeom>
            <a:ln w="9525" cap="flat" cmpd="sng">
              <a:solidFill>
                <a:srgbClr val="000000"/>
              </a:solidFill>
              <a:prstDash val="solid"/>
              <a:headEnd type="none" w="med" len="med"/>
              <a:tailEnd type="none" w="med" len="med"/>
            </a:ln>
          </p:spPr>
        </p:sp>
        <p:sp>
          <p:nvSpPr>
            <p:cNvPr id="100354" name="Line 11"/>
            <p:cNvSpPr/>
            <p:nvPr/>
          </p:nvSpPr>
          <p:spPr>
            <a:xfrm>
              <a:off x="1233" y="1411"/>
              <a:ext cx="1" cy="1"/>
            </a:xfrm>
            <a:prstGeom prst="line">
              <a:avLst/>
            </a:prstGeom>
            <a:ln w="9525" cap="flat" cmpd="sng">
              <a:solidFill>
                <a:srgbClr val="000000"/>
              </a:solidFill>
              <a:prstDash val="solid"/>
              <a:headEnd type="none" w="med" len="med"/>
              <a:tailEnd type="none" w="med" len="med"/>
            </a:ln>
          </p:spPr>
        </p:sp>
        <p:sp>
          <p:nvSpPr>
            <p:cNvPr id="100355" name="Line 12"/>
            <p:cNvSpPr/>
            <p:nvPr/>
          </p:nvSpPr>
          <p:spPr>
            <a:xfrm>
              <a:off x="1361" y="1411"/>
              <a:ext cx="1" cy="1"/>
            </a:xfrm>
            <a:prstGeom prst="line">
              <a:avLst/>
            </a:prstGeom>
            <a:ln w="9525" cap="flat" cmpd="sng">
              <a:solidFill>
                <a:srgbClr val="000000"/>
              </a:solidFill>
              <a:prstDash val="solid"/>
              <a:headEnd type="none" w="med" len="med"/>
              <a:tailEnd type="none" w="med" len="med"/>
            </a:ln>
          </p:spPr>
        </p:sp>
        <p:sp>
          <p:nvSpPr>
            <p:cNvPr id="100356" name="Line 13"/>
            <p:cNvSpPr/>
            <p:nvPr/>
          </p:nvSpPr>
          <p:spPr>
            <a:xfrm>
              <a:off x="1490" y="1411"/>
              <a:ext cx="1" cy="1"/>
            </a:xfrm>
            <a:prstGeom prst="line">
              <a:avLst/>
            </a:prstGeom>
            <a:ln w="9525" cap="flat" cmpd="sng">
              <a:solidFill>
                <a:srgbClr val="000000"/>
              </a:solidFill>
              <a:prstDash val="solid"/>
              <a:headEnd type="none" w="med" len="med"/>
              <a:tailEnd type="none" w="med" len="med"/>
            </a:ln>
          </p:spPr>
        </p:sp>
        <p:sp>
          <p:nvSpPr>
            <p:cNvPr id="100357" name="Line 14"/>
            <p:cNvSpPr/>
            <p:nvPr/>
          </p:nvSpPr>
          <p:spPr>
            <a:xfrm>
              <a:off x="1618" y="1411"/>
              <a:ext cx="1" cy="1"/>
            </a:xfrm>
            <a:prstGeom prst="line">
              <a:avLst/>
            </a:prstGeom>
            <a:ln w="9525" cap="flat" cmpd="sng">
              <a:solidFill>
                <a:srgbClr val="000000"/>
              </a:solidFill>
              <a:prstDash val="solid"/>
              <a:headEnd type="none" w="med" len="med"/>
              <a:tailEnd type="none" w="med" len="med"/>
            </a:ln>
          </p:spPr>
        </p:sp>
        <p:sp>
          <p:nvSpPr>
            <p:cNvPr id="100358" name="Line 15"/>
            <p:cNvSpPr/>
            <p:nvPr/>
          </p:nvSpPr>
          <p:spPr>
            <a:xfrm>
              <a:off x="1747" y="1411"/>
              <a:ext cx="1" cy="1"/>
            </a:xfrm>
            <a:prstGeom prst="line">
              <a:avLst/>
            </a:prstGeom>
            <a:ln w="9525" cap="flat" cmpd="sng">
              <a:solidFill>
                <a:srgbClr val="000000"/>
              </a:solidFill>
              <a:prstDash val="solid"/>
              <a:headEnd type="none" w="med" len="med"/>
              <a:tailEnd type="none" w="med" len="med"/>
            </a:ln>
          </p:spPr>
        </p:sp>
        <p:sp>
          <p:nvSpPr>
            <p:cNvPr id="100359" name="Line 16"/>
            <p:cNvSpPr/>
            <p:nvPr/>
          </p:nvSpPr>
          <p:spPr>
            <a:xfrm>
              <a:off x="1876" y="1411"/>
              <a:ext cx="1" cy="1"/>
            </a:xfrm>
            <a:prstGeom prst="line">
              <a:avLst/>
            </a:prstGeom>
            <a:ln w="9525" cap="flat" cmpd="sng">
              <a:solidFill>
                <a:srgbClr val="000000"/>
              </a:solidFill>
              <a:prstDash val="solid"/>
              <a:headEnd type="none" w="med" len="med"/>
              <a:tailEnd type="none" w="med" len="med"/>
            </a:ln>
          </p:spPr>
        </p:sp>
        <p:sp>
          <p:nvSpPr>
            <p:cNvPr id="100360" name="Line 17"/>
            <p:cNvSpPr/>
            <p:nvPr/>
          </p:nvSpPr>
          <p:spPr>
            <a:xfrm>
              <a:off x="2004" y="1411"/>
              <a:ext cx="1" cy="1"/>
            </a:xfrm>
            <a:prstGeom prst="line">
              <a:avLst/>
            </a:prstGeom>
            <a:ln w="9525" cap="flat" cmpd="sng">
              <a:solidFill>
                <a:srgbClr val="000000"/>
              </a:solidFill>
              <a:prstDash val="solid"/>
              <a:headEnd type="none" w="med" len="med"/>
              <a:tailEnd type="none" w="med" len="med"/>
            </a:ln>
          </p:spPr>
        </p:sp>
        <p:sp>
          <p:nvSpPr>
            <p:cNvPr id="100361" name="Line 18"/>
            <p:cNvSpPr/>
            <p:nvPr/>
          </p:nvSpPr>
          <p:spPr>
            <a:xfrm>
              <a:off x="2133" y="1411"/>
              <a:ext cx="1" cy="1"/>
            </a:xfrm>
            <a:prstGeom prst="line">
              <a:avLst/>
            </a:prstGeom>
            <a:ln w="9525" cap="flat" cmpd="sng">
              <a:solidFill>
                <a:srgbClr val="000000"/>
              </a:solidFill>
              <a:prstDash val="solid"/>
              <a:headEnd type="none" w="med" len="med"/>
              <a:tailEnd type="none" w="med" len="med"/>
            </a:ln>
          </p:spPr>
        </p:sp>
        <p:sp>
          <p:nvSpPr>
            <p:cNvPr id="100362" name="Line 19"/>
            <p:cNvSpPr/>
            <p:nvPr/>
          </p:nvSpPr>
          <p:spPr>
            <a:xfrm>
              <a:off x="2262" y="1411"/>
              <a:ext cx="1" cy="1"/>
            </a:xfrm>
            <a:prstGeom prst="line">
              <a:avLst/>
            </a:prstGeom>
            <a:ln w="9525" cap="flat" cmpd="sng">
              <a:solidFill>
                <a:srgbClr val="000000"/>
              </a:solidFill>
              <a:prstDash val="solid"/>
              <a:headEnd type="none" w="med" len="med"/>
              <a:tailEnd type="none" w="med" len="med"/>
            </a:ln>
          </p:spPr>
        </p:sp>
        <p:sp>
          <p:nvSpPr>
            <p:cNvPr id="100363" name="Line 20"/>
            <p:cNvSpPr/>
            <p:nvPr/>
          </p:nvSpPr>
          <p:spPr>
            <a:xfrm>
              <a:off x="2390" y="1411"/>
              <a:ext cx="1" cy="1"/>
            </a:xfrm>
            <a:prstGeom prst="line">
              <a:avLst/>
            </a:prstGeom>
            <a:ln w="9525" cap="flat" cmpd="sng">
              <a:solidFill>
                <a:srgbClr val="000000"/>
              </a:solidFill>
              <a:prstDash val="solid"/>
              <a:headEnd type="none" w="med" len="med"/>
              <a:tailEnd type="none" w="med" len="med"/>
            </a:ln>
          </p:spPr>
        </p:sp>
        <p:sp>
          <p:nvSpPr>
            <p:cNvPr id="100364" name="Line 21"/>
            <p:cNvSpPr/>
            <p:nvPr/>
          </p:nvSpPr>
          <p:spPr>
            <a:xfrm>
              <a:off x="2519" y="1411"/>
              <a:ext cx="1" cy="1"/>
            </a:xfrm>
            <a:prstGeom prst="line">
              <a:avLst/>
            </a:prstGeom>
            <a:ln w="9525" cap="flat" cmpd="sng">
              <a:solidFill>
                <a:srgbClr val="000000"/>
              </a:solidFill>
              <a:prstDash val="solid"/>
              <a:headEnd type="none" w="med" len="med"/>
              <a:tailEnd type="none" w="med" len="med"/>
            </a:ln>
          </p:spPr>
        </p:sp>
        <p:sp>
          <p:nvSpPr>
            <p:cNvPr id="100365" name="Line 22"/>
            <p:cNvSpPr/>
            <p:nvPr/>
          </p:nvSpPr>
          <p:spPr>
            <a:xfrm>
              <a:off x="204" y="1411"/>
              <a:ext cx="2315" cy="1"/>
            </a:xfrm>
            <a:prstGeom prst="line">
              <a:avLst/>
            </a:prstGeom>
            <a:ln w="9525" cap="flat" cmpd="sng">
              <a:solidFill>
                <a:srgbClr val="000000"/>
              </a:solidFill>
              <a:prstDash val="solid"/>
              <a:headEnd type="none" w="med" len="med"/>
              <a:tailEnd type="none" w="med" len="med"/>
            </a:ln>
          </p:spPr>
        </p:sp>
        <p:sp>
          <p:nvSpPr>
            <p:cNvPr id="100366" name="Line 23"/>
            <p:cNvSpPr/>
            <p:nvPr/>
          </p:nvSpPr>
          <p:spPr>
            <a:xfrm>
              <a:off x="169" y="1411"/>
              <a:ext cx="35" cy="1"/>
            </a:xfrm>
            <a:prstGeom prst="line">
              <a:avLst/>
            </a:prstGeom>
            <a:ln w="9525" cap="flat" cmpd="sng">
              <a:solidFill>
                <a:srgbClr val="000000"/>
              </a:solidFill>
              <a:prstDash val="solid"/>
              <a:headEnd type="none" w="med" len="med"/>
              <a:tailEnd type="none" w="med" len="med"/>
            </a:ln>
          </p:spPr>
        </p:sp>
        <p:sp>
          <p:nvSpPr>
            <p:cNvPr id="100367" name="Line 24"/>
            <p:cNvSpPr/>
            <p:nvPr/>
          </p:nvSpPr>
          <p:spPr>
            <a:xfrm>
              <a:off x="186" y="1351"/>
              <a:ext cx="18" cy="1"/>
            </a:xfrm>
            <a:prstGeom prst="line">
              <a:avLst/>
            </a:prstGeom>
            <a:ln w="9525" cap="flat" cmpd="sng">
              <a:solidFill>
                <a:srgbClr val="000000"/>
              </a:solidFill>
              <a:prstDash val="solid"/>
              <a:headEnd type="none" w="med" len="med"/>
              <a:tailEnd type="none" w="med" len="med"/>
            </a:ln>
          </p:spPr>
        </p:sp>
        <p:sp>
          <p:nvSpPr>
            <p:cNvPr id="100368" name="Line 25"/>
            <p:cNvSpPr/>
            <p:nvPr/>
          </p:nvSpPr>
          <p:spPr>
            <a:xfrm>
              <a:off x="169" y="1292"/>
              <a:ext cx="35" cy="1"/>
            </a:xfrm>
            <a:prstGeom prst="line">
              <a:avLst/>
            </a:prstGeom>
            <a:ln w="9525" cap="flat" cmpd="sng">
              <a:solidFill>
                <a:srgbClr val="000000"/>
              </a:solidFill>
              <a:prstDash val="solid"/>
              <a:headEnd type="none" w="med" len="med"/>
              <a:tailEnd type="none" w="med" len="med"/>
            </a:ln>
          </p:spPr>
        </p:sp>
        <p:sp>
          <p:nvSpPr>
            <p:cNvPr id="100369" name="Line 26"/>
            <p:cNvSpPr/>
            <p:nvPr/>
          </p:nvSpPr>
          <p:spPr>
            <a:xfrm>
              <a:off x="186" y="1232"/>
              <a:ext cx="18" cy="1"/>
            </a:xfrm>
            <a:prstGeom prst="line">
              <a:avLst/>
            </a:prstGeom>
            <a:ln w="9525" cap="flat" cmpd="sng">
              <a:solidFill>
                <a:srgbClr val="000000"/>
              </a:solidFill>
              <a:prstDash val="solid"/>
              <a:headEnd type="none" w="med" len="med"/>
              <a:tailEnd type="none" w="med" len="med"/>
            </a:ln>
          </p:spPr>
        </p:sp>
        <p:sp>
          <p:nvSpPr>
            <p:cNvPr id="100370" name="Line 27"/>
            <p:cNvSpPr/>
            <p:nvPr/>
          </p:nvSpPr>
          <p:spPr>
            <a:xfrm>
              <a:off x="169" y="1172"/>
              <a:ext cx="35" cy="1"/>
            </a:xfrm>
            <a:prstGeom prst="line">
              <a:avLst/>
            </a:prstGeom>
            <a:ln w="9525" cap="flat" cmpd="sng">
              <a:solidFill>
                <a:srgbClr val="000000"/>
              </a:solidFill>
              <a:prstDash val="solid"/>
              <a:headEnd type="none" w="med" len="med"/>
              <a:tailEnd type="none" w="med" len="med"/>
            </a:ln>
          </p:spPr>
        </p:sp>
        <p:sp>
          <p:nvSpPr>
            <p:cNvPr id="100371" name="Line 28"/>
            <p:cNvSpPr/>
            <p:nvPr/>
          </p:nvSpPr>
          <p:spPr>
            <a:xfrm>
              <a:off x="186" y="1113"/>
              <a:ext cx="18" cy="1"/>
            </a:xfrm>
            <a:prstGeom prst="line">
              <a:avLst/>
            </a:prstGeom>
            <a:ln w="9525" cap="flat" cmpd="sng">
              <a:solidFill>
                <a:srgbClr val="000000"/>
              </a:solidFill>
              <a:prstDash val="solid"/>
              <a:headEnd type="none" w="med" len="med"/>
              <a:tailEnd type="none" w="med" len="med"/>
            </a:ln>
          </p:spPr>
        </p:sp>
        <p:sp>
          <p:nvSpPr>
            <p:cNvPr id="100372" name="Line 29"/>
            <p:cNvSpPr/>
            <p:nvPr/>
          </p:nvSpPr>
          <p:spPr>
            <a:xfrm>
              <a:off x="169" y="1053"/>
              <a:ext cx="35" cy="1"/>
            </a:xfrm>
            <a:prstGeom prst="line">
              <a:avLst/>
            </a:prstGeom>
            <a:ln w="9525" cap="flat" cmpd="sng">
              <a:solidFill>
                <a:srgbClr val="000000"/>
              </a:solidFill>
              <a:prstDash val="solid"/>
              <a:headEnd type="none" w="med" len="med"/>
              <a:tailEnd type="none" w="med" len="med"/>
            </a:ln>
          </p:spPr>
        </p:sp>
        <p:sp>
          <p:nvSpPr>
            <p:cNvPr id="100373" name="Line 30"/>
            <p:cNvSpPr/>
            <p:nvPr/>
          </p:nvSpPr>
          <p:spPr>
            <a:xfrm>
              <a:off x="186" y="994"/>
              <a:ext cx="18" cy="1"/>
            </a:xfrm>
            <a:prstGeom prst="line">
              <a:avLst/>
            </a:prstGeom>
            <a:ln w="9525" cap="flat" cmpd="sng">
              <a:solidFill>
                <a:srgbClr val="000000"/>
              </a:solidFill>
              <a:prstDash val="solid"/>
              <a:headEnd type="none" w="med" len="med"/>
              <a:tailEnd type="none" w="med" len="med"/>
            </a:ln>
          </p:spPr>
        </p:sp>
        <p:sp>
          <p:nvSpPr>
            <p:cNvPr id="100374" name="Line 31"/>
            <p:cNvSpPr/>
            <p:nvPr/>
          </p:nvSpPr>
          <p:spPr>
            <a:xfrm>
              <a:off x="169" y="934"/>
              <a:ext cx="35" cy="1"/>
            </a:xfrm>
            <a:prstGeom prst="line">
              <a:avLst/>
            </a:prstGeom>
            <a:ln w="9525" cap="flat" cmpd="sng">
              <a:solidFill>
                <a:srgbClr val="000000"/>
              </a:solidFill>
              <a:prstDash val="solid"/>
              <a:headEnd type="none" w="med" len="med"/>
              <a:tailEnd type="none" w="med" len="med"/>
            </a:ln>
          </p:spPr>
        </p:sp>
        <p:sp>
          <p:nvSpPr>
            <p:cNvPr id="100375" name="Line 32"/>
            <p:cNvSpPr/>
            <p:nvPr/>
          </p:nvSpPr>
          <p:spPr>
            <a:xfrm>
              <a:off x="186" y="874"/>
              <a:ext cx="18" cy="1"/>
            </a:xfrm>
            <a:prstGeom prst="line">
              <a:avLst/>
            </a:prstGeom>
            <a:ln w="9525" cap="flat" cmpd="sng">
              <a:solidFill>
                <a:srgbClr val="000000"/>
              </a:solidFill>
              <a:prstDash val="solid"/>
              <a:headEnd type="none" w="med" len="med"/>
              <a:tailEnd type="none" w="med" len="med"/>
            </a:ln>
          </p:spPr>
        </p:sp>
        <p:sp>
          <p:nvSpPr>
            <p:cNvPr id="100376" name="Line 33"/>
            <p:cNvSpPr/>
            <p:nvPr/>
          </p:nvSpPr>
          <p:spPr>
            <a:xfrm>
              <a:off x="169" y="815"/>
              <a:ext cx="35" cy="1"/>
            </a:xfrm>
            <a:prstGeom prst="line">
              <a:avLst/>
            </a:prstGeom>
            <a:ln w="9525" cap="flat" cmpd="sng">
              <a:solidFill>
                <a:srgbClr val="000000"/>
              </a:solidFill>
              <a:prstDash val="solid"/>
              <a:headEnd type="none" w="med" len="med"/>
              <a:tailEnd type="none" w="med" len="med"/>
            </a:ln>
          </p:spPr>
        </p:sp>
        <p:sp>
          <p:nvSpPr>
            <p:cNvPr id="100377" name="Line 34"/>
            <p:cNvSpPr/>
            <p:nvPr/>
          </p:nvSpPr>
          <p:spPr>
            <a:xfrm>
              <a:off x="186" y="755"/>
              <a:ext cx="18" cy="1"/>
            </a:xfrm>
            <a:prstGeom prst="line">
              <a:avLst/>
            </a:prstGeom>
            <a:ln w="9525" cap="flat" cmpd="sng">
              <a:solidFill>
                <a:srgbClr val="000000"/>
              </a:solidFill>
              <a:prstDash val="solid"/>
              <a:headEnd type="none" w="med" len="med"/>
              <a:tailEnd type="none" w="med" len="med"/>
            </a:ln>
          </p:spPr>
        </p:sp>
        <p:sp>
          <p:nvSpPr>
            <p:cNvPr id="100378" name="Freeform 35"/>
            <p:cNvSpPr/>
            <p:nvPr/>
          </p:nvSpPr>
          <p:spPr>
            <a:xfrm>
              <a:off x="204" y="755"/>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00379" name="Line 36"/>
            <p:cNvSpPr/>
            <p:nvPr/>
          </p:nvSpPr>
          <p:spPr>
            <a:xfrm>
              <a:off x="332" y="755"/>
              <a:ext cx="1" cy="1"/>
            </a:xfrm>
            <a:prstGeom prst="line">
              <a:avLst/>
            </a:prstGeom>
            <a:ln w="9525" cap="flat" cmpd="sng">
              <a:solidFill>
                <a:srgbClr val="000000"/>
              </a:solidFill>
              <a:prstDash val="solid"/>
              <a:headEnd type="none" w="med" len="med"/>
              <a:tailEnd type="none" w="med" len="med"/>
            </a:ln>
          </p:spPr>
        </p:sp>
        <p:sp>
          <p:nvSpPr>
            <p:cNvPr id="100380" name="Line 37"/>
            <p:cNvSpPr/>
            <p:nvPr/>
          </p:nvSpPr>
          <p:spPr>
            <a:xfrm>
              <a:off x="461" y="755"/>
              <a:ext cx="1" cy="1"/>
            </a:xfrm>
            <a:prstGeom prst="line">
              <a:avLst/>
            </a:prstGeom>
            <a:ln w="9525" cap="flat" cmpd="sng">
              <a:solidFill>
                <a:srgbClr val="000000"/>
              </a:solidFill>
              <a:prstDash val="solid"/>
              <a:headEnd type="none" w="med" len="med"/>
              <a:tailEnd type="none" w="med" len="med"/>
            </a:ln>
          </p:spPr>
        </p:sp>
        <p:sp>
          <p:nvSpPr>
            <p:cNvPr id="100381" name="Line 38"/>
            <p:cNvSpPr/>
            <p:nvPr/>
          </p:nvSpPr>
          <p:spPr>
            <a:xfrm>
              <a:off x="590" y="755"/>
              <a:ext cx="1" cy="1"/>
            </a:xfrm>
            <a:prstGeom prst="line">
              <a:avLst/>
            </a:prstGeom>
            <a:ln w="9525" cap="flat" cmpd="sng">
              <a:solidFill>
                <a:srgbClr val="000000"/>
              </a:solidFill>
              <a:prstDash val="solid"/>
              <a:headEnd type="none" w="med" len="med"/>
              <a:tailEnd type="none" w="med" len="med"/>
            </a:ln>
          </p:spPr>
        </p:sp>
        <p:sp>
          <p:nvSpPr>
            <p:cNvPr id="100382" name="Line 39"/>
            <p:cNvSpPr/>
            <p:nvPr/>
          </p:nvSpPr>
          <p:spPr>
            <a:xfrm>
              <a:off x="718" y="755"/>
              <a:ext cx="1" cy="1"/>
            </a:xfrm>
            <a:prstGeom prst="line">
              <a:avLst/>
            </a:prstGeom>
            <a:ln w="9525" cap="flat" cmpd="sng">
              <a:solidFill>
                <a:srgbClr val="000000"/>
              </a:solidFill>
              <a:prstDash val="solid"/>
              <a:headEnd type="none" w="med" len="med"/>
              <a:tailEnd type="none" w="med" len="med"/>
            </a:ln>
          </p:spPr>
        </p:sp>
        <p:sp>
          <p:nvSpPr>
            <p:cNvPr id="100383" name="Line 40"/>
            <p:cNvSpPr/>
            <p:nvPr/>
          </p:nvSpPr>
          <p:spPr>
            <a:xfrm>
              <a:off x="847" y="755"/>
              <a:ext cx="1" cy="1"/>
            </a:xfrm>
            <a:prstGeom prst="line">
              <a:avLst/>
            </a:prstGeom>
            <a:ln w="9525" cap="flat" cmpd="sng">
              <a:solidFill>
                <a:srgbClr val="000000"/>
              </a:solidFill>
              <a:prstDash val="solid"/>
              <a:headEnd type="none" w="med" len="med"/>
              <a:tailEnd type="none" w="med" len="med"/>
            </a:ln>
          </p:spPr>
        </p:sp>
        <p:sp>
          <p:nvSpPr>
            <p:cNvPr id="100384" name="Line 41"/>
            <p:cNvSpPr/>
            <p:nvPr/>
          </p:nvSpPr>
          <p:spPr>
            <a:xfrm>
              <a:off x="975" y="755"/>
              <a:ext cx="1" cy="1"/>
            </a:xfrm>
            <a:prstGeom prst="line">
              <a:avLst/>
            </a:prstGeom>
            <a:ln w="9525" cap="flat" cmpd="sng">
              <a:solidFill>
                <a:srgbClr val="000000"/>
              </a:solidFill>
              <a:prstDash val="solid"/>
              <a:headEnd type="none" w="med" len="med"/>
              <a:tailEnd type="none" w="med" len="med"/>
            </a:ln>
          </p:spPr>
        </p:sp>
        <p:sp>
          <p:nvSpPr>
            <p:cNvPr id="100385" name="Line 42"/>
            <p:cNvSpPr/>
            <p:nvPr/>
          </p:nvSpPr>
          <p:spPr>
            <a:xfrm>
              <a:off x="1104" y="755"/>
              <a:ext cx="1" cy="1"/>
            </a:xfrm>
            <a:prstGeom prst="line">
              <a:avLst/>
            </a:prstGeom>
            <a:ln w="9525" cap="flat" cmpd="sng">
              <a:solidFill>
                <a:srgbClr val="000000"/>
              </a:solidFill>
              <a:prstDash val="solid"/>
              <a:headEnd type="none" w="med" len="med"/>
              <a:tailEnd type="none" w="med" len="med"/>
            </a:ln>
          </p:spPr>
        </p:sp>
        <p:sp>
          <p:nvSpPr>
            <p:cNvPr id="100386" name="Line 43"/>
            <p:cNvSpPr/>
            <p:nvPr/>
          </p:nvSpPr>
          <p:spPr>
            <a:xfrm>
              <a:off x="1233" y="755"/>
              <a:ext cx="1" cy="1"/>
            </a:xfrm>
            <a:prstGeom prst="line">
              <a:avLst/>
            </a:prstGeom>
            <a:ln w="9525" cap="flat" cmpd="sng">
              <a:solidFill>
                <a:srgbClr val="000000"/>
              </a:solidFill>
              <a:prstDash val="solid"/>
              <a:headEnd type="none" w="med" len="med"/>
              <a:tailEnd type="none" w="med" len="med"/>
            </a:ln>
          </p:spPr>
        </p:sp>
        <p:sp>
          <p:nvSpPr>
            <p:cNvPr id="100387" name="Line 44"/>
            <p:cNvSpPr/>
            <p:nvPr/>
          </p:nvSpPr>
          <p:spPr>
            <a:xfrm>
              <a:off x="1361" y="755"/>
              <a:ext cx="1" cy="1"/>
            </a:xfrm>
            <a:prstGeom prst="line">
              <a:avLst/>
            </a:prstGeom>
            <a:ln w="9525" cap="flat" cmpd="sng">
              <a:solidFill>
                <a:srgbClr val="000000"/>
              </a:solidFill>
              <a:prstDash val="solid"/>
              <a:headEnd type="none" w="med" len="med"/>
              <a:tailEnd type="none" w="med" len="med"/>
            </a:ln>
          </p:spPr>
        </p:sp>
        <p:sp>
          <p:nvSpPr>
            <p:cNvPr id="100388" name="Line 45"/>
            <p:cNvSpPr/>
            <p:nvPr/>
          </p:nvSpPr>
          <p:spPr>
            <a:xfrm>
              <a:off x="1490" y="755"/>
              <a:ext cx="1" cy="1"/>
            </a:xfrm>
            <a:prstGeom prst="line">
              <a:avLst/>
            </a:prstGeom>
            <a:ln w="9525" cap="flat" cmpd="sng">
              <a:solidFill>
                <a:srgbClr val="000000"/>
              </a:solidFill>
              <a:prstDash val="solid"/>
              <a:headEnd type="none" w="med" len="med"/>
              <a:tailEnd type="none" w="med" len="med"/>
            </a:ln>
          </p:spPr>
        </p:sp>
        <p:sp>
          <p:nvSpPr>
            <p:cNvPr id="100389" name="Line 46"/>
            <p:cNvSpPr/>
            <p:nvPr/>
          </p:nvSpPr>
          <p:spPr>
            <a:xfrm>
              <a:off x="1618" y="755"/>
              <a:ext cx="1" cy="1"/>
            </a:xfrm>
            <a:prstGeom prst="line">
              <a:avLst/>
            </a:prstGeom>
            <a:ln w="9525" cap="flat" cmpd="sng">
              <a:solidFill>
                <a:srgbClr val="000000"/>
              </a:solidFill>
              <a:prstDash val="solid"/>
              <a:headEnd type="none" w="med" len="med"/>
              <a:tailEnd type="none" w="med" len="med"/>
            </a:ln>
          </p:spPr>
        </p:sp>
        <p:sp>
          <p:nvSpPr>
            <p:cNvPr id="100390" name="Line 47"/>
            <p:cNvSpPr/>
            <p:nvPr/>
          </p:nvSpPr>
          <p:spPr>
            <a:xfrm>
              <a:off x="1747" y="755"/>
              <a:ext cx="1" cy="1"/>
            </a:xfrm>
            <a:prstGeom prst="line">
              <a:avLst/>
            </a:prstGeom>
            <a:ln w="9525" cap="flat" cmpd="sng">
              <a:solidFill>
                <a:srgbClr val="000000"/>
              </a:solidFill>
              <a:prstDash val="solid"/>
              <a:headEnd type="none" w="med" len="med"/>
              <a:tailEnd type="none" w="med" len="med"/>
            </a:ln>
          </p:spPr>
        </p:sp>
        <p:sp>
          <p:nvSpPr>
            <p:cNvPr id="100391" name="Line 48"/>
            <p:cNvSpPr/>
            <p:nvPr/>
          </p:nvSpPr>
          <p:spPr>
            <a:xfrm>
              <a:off x="1876" y="755"/>
              <a:ext cx="1" cy="1"/>
            </a:xfrm>
            <a:prstGeom prst="line">
              <a:avLst/>
            </a:prstGeom>
            <a:ln w="9525" cap="flat" cmpd="sng">
              <a:solidFill>
                <a:srgbClr val="000000"/>
              </a:solidFill>
              <a:prstDash val="solid"/>
              <a:headEnd type="none" w="med" len="med"/>
              <a:tailEnd type="none" w="med" len="med"/>
            </a:ln>
          </p:spPr>
        </p:sp>
        <p:sp>
          <p:nvSpPr>
            <p:cNvPr id="100392" name="Line 49"/>
            <p:cNvSpPr/>
            <p:nvPr/>
          </p:nvSpPr>
          <p:spPr>
            <a:xfrm>
              <a:off x="2004" y="755"/>
              <a:ext cx="1" cy="1"/>
            </a:xfrm>
            <a:prstGeom prst="line">
              <a:avLst/>
            </a:prstGeom>
            <a:ln w="9525" cap="flat" cmpd="sng">
              <a:solidFill>
                <a:srgbClr val="000000"/>
              </a:solidFill>
              <a:prstDash val="solid"/>
              <a:headEnd type="none" w="med" len="med"/>
              <a:tailEnd type="none" w="med" len="med"/>
            </a:ln>
          </p:spPr>
        </p:sp>
        <p:sp>
          <p:nvSpPr>
            <p:cNvPr id="100393" name="Line 50"/>
            <p:cNvSpPr/>
            <p:nvPr/>
          </p:nvSpPr>
          <p:spPr>
            <a:xfrm>
              <a:off x="2133" y="755"/>
              <a:ext cx="1" cy="1"/>
            </a:xfrm>
            <a:prstGeom prst="line">
              <a:avLst/>
            </a:prstGeom>
            <a:ln w="9525" cap="flat" cmpd="sng">
              <a:solidFill>
                <a:srgbClr val="000000"/>
              </a:solidFill>
              <a:prstDash val="solid"/>
              <a:headEnd type="none" w="med" len="med"/>
              <a:tailEnd type="none" w="med" len="med"/>
            </a:ln>
          </p:spPr>
        </p:sp>
        <p:sp>
          <p:nvSpPr>
            <p:cNvPr id="100394" name="Line 51"/>
            <p:cNvSpPr/>
            <p:nvPr/>
          </p:nvSpPr>
          <p:spPr>
            <a:xfrm>
              <a:off x="2262" y="755"/>
              <a:ext cx="1" cy="1"/>
            </a:xfrm>
            <a:prstGeom prst="line">
              <a:avLst/>
            </a:prstGeom>
            <a:ln w="9525" cap="flat" cmpd="sng">
              <a:solidFill>
                <a:srgbClr val="000000"/>
              </a:solidFill>
              <a:prstDash val="solid"/>
              <a:headEnd type="none" w="med" len="med"/>
              <a:tailEnd type="none" w="med" len="med"/>
            </a:ln>
          </p:spPr>
        </p:sp>
        <p:sp>
          <p:nvSpPr>
            <p:cNvPr id="100395" name="Line 52"/>
            <p:cNvSpPr/>
            <p:nvPr/>
          </p:nvSpPr>
          <p:spPr>
            <a:xfrm>
              <a:off x="2390" y="755"/>
              <a:ext cx="1" cy="1"/>
            </a:xfrm>
            <a:prstGeom prst="line">
              <a:avLst/>
            </a:prstGeom>
            <a:ln w="9525" cap="flat" cmpd="sng">
              <a:solidFill>
                <a:srgbClr val="000000"/>
              </a:solidFill>
              <a:prstDash val="solid"/>
              <a:headEnd type="none" w="med" len="med"/>
              <a:tailEnd type="none" w="med" len="med"/>
            </a:ln>
          </p:spPr>
        </p:sp>
        <p:sp>
          <p:nvSpPr>
            <p:cNvPr id="100396" name="Line 53"/>
            <p:cNvSpPr/>
            <p:nvPr/>
          </p:nvSpPr>
          <p:spPr>
            <a:xfrm>
              <a:off x="2519" y="755"/>
              <a:ext cx="1" cy="1"/>
            </a:xfrm>
            <a:prstGeom prst="line">
              <a:avLst/>
            </a:prstGeom>
            <a:ln w="9525" cap="flat" cmpd="sng">
              <a:solidFill>
                <a:srgbClr val="000000"/>
              </a:solidFill>
              <a:prstDash val="solid"/>
              <a:headEnd type="none" w="med" len="med"/>
              <a:tailEnd type="none" w="med" len="med"/>
            </a:ln>
          </p:spPr>
        </p:sp>
        <p:sp>
          <p:nvSpPr>
            <p:cNvPr id="100397" name="Line 54"/>
            <p:cNvSpPr/>
            <p:nvPr/>
          </p:nvSpPr>
          <p:spPr>
            <a:xfrm>
              <a:off x="204" y="755"/>
              <a:ext cx="2315" cy="1"/>
            </a:xfrm>
            <a:prstGeom prst="line">
              <a:avLst/>
            </a:prstGeom>
            <a:ln w="9525" cap="flat" cmpd="sng">
              <a:solidFill>
                <a:srgbClr val="000000"/>
              </a:solidFill>
              <a:prstDash val="solid"/>
              <a:headEnd type="none" w="med" len="med"/>
              <a:tailEnd type="none" w="med" len="med"/>
            </a:ln>
          </p:spPr>
        </p:sp>
        <p:sp>
          <p:nvSpPr>
            <p:cNvPr id="100398" name="Line 55"/>
            <p:cNvSpPr/>
            <p:nvPr/>
          </p:nvSpPr>
          <p:spPr>
            <a:xfrm>
              <a:off x="2519" y="1411"/>
              <a:ext cx="1" cy="1"/>
            </a:xfrm>
            <a:prstGeom prst="line">
              <a:avLst/>
            </a:prstGeom>
            <a:ln w="9525" cap="flat" cmpd="sng">
              <a:solidFill>
                <a:srgbClr val="000000"/>
              </a:solidFill>
              <a:prstDash val="solid"/>
              <a:headEnd type="none" w="med" len="med"/>
              <a:tailEnd type="none" w="med" len="med"/>
            </a:ln>
          </p:spPr>
        </p:sp>
        <p:sp>
          <p:nvSpPr>
            <p:cNvPr id="100399" name="Line 56"/>
            <p:cNvSpPr/>
            <p:nvPr/>
          </p:nvSpPr>
          <p:spPr>
            <a:xfrm>
              <a:off x="2519" y="1351"/>
              <a:ext cx="1" cy="1"/>
            </a:xfrm>
            <a:prstGeom prst="line">
              <a:avLst/>
            </a:prstGeom>
            <a:ln w="9525" cap="flat" cmpd="sng">
              <a:solidFill>
                <a:srgbClr val="000000"/>
              </a:solidFill>
              <a:prstDash val="solid"/>
              <a:headEnd type="none" w="med" len="med"/>
              <a:tailEnd type="none" w="med" len="med"/>
            </a:ln>
          </p:spPr>
        </p:sp>
        <p:sp>
          <p:nvSpPr>
            <p:cNvPr id="100400" name="Line 57"/>
            <p:cNvSpPr/>
            <p:nvPr/>
          </p:nvSpPr>
          <p:spPr>
            <a:xfrm>
              <a:off x="2519" y="1292"/>
              <a:ext cx="1" cy="1"/>
            </a:xfrm>
            <a:prstGeom prst="line">
              <a:avLst/>
            </a:prstGeom>
            <a:ln w="9525" cap="flat" cmpd="sng">
              <a:solidFill>
                <a:srgbClr val="000000"/>
              </a:solidFill>
              <a:prstDash val="solid"/>
              <a:headEnd type="none" w="med" len="med"/>
              <a:tailEnd type="none" w="med" len="med"/>
            </a:ln>
          </p:spPr>
        </p:sp>
        <p:sp>
          <p:nvSpPr>
            <p:cNvPr id="100401" name="Line 58"/>
            <p:cNvSpPr/>
            <p:nvPr/>
          </p:nvSpPr>
          <p:spPr>
            <a:xfrm>
              <a:off x="2519" y="1232"/>
              <a:ext cx="1" cy="1"/>
            </a:xfrm>
            <a:prstGeom prst="line">
              <a:avLst/>
            </a:prstGeom>
            <a:ln w="9525" cap="flat" cmpd="sng">
              <a:solidFill>
                <a:srgbClr val="000000"/>
              </a:solidFill>
              <a:prstDash val="solid"/>
              <a:headEnd type="none" w="med" len="med"/>
              <a:tailEnd type="none" w="med" len="med"/>
            </a:ln>
          </p:spPr>
        </p:sp>
        <p:sp>
          <p:nvSpPr>
            <p:cNvPr id="100402" name="Line 59"/>
            <p:cNvSpPr/>
            <p:nvPr/>
          </p:nvSpPr>
          <p:spPr>
            <a:xfrm>
              <a:off x="2519" y="1172"/>
              <a:ext cx="1" cy="1"/>
            </a:xfrm>
            <a:prstGeom prst="line">
              <a:avLst/>
            </a:prstGeom>
            <a:ln w="9525" cap="flat" cmpd="sng">
              <a:solidFill>
                <a:srgbClr val="000000"/>
              </a:solidFill>
              <a:prstDash val="solid"/>
              <a:headEnd type="none" w="med" len="med"/>
              <a:tailEnd type="none" w="med" len="med"/>
            </a:ln>
          </p:spPr>
        </p:sp>
        <p:sp>
          <p:nvSpPr>
            <p:cNvPr id="100403" name="Line 60"/>
            <p:cNvSpPr/>
            <p:nvPr/>
          </p:nvSpPr>
          <p:spPr>
            <a:xfrm>
              <a:off x="2519" y="1113"/>
              <a:ext cx="1" cy="1"/>
            </a:xfrm>
            <a:prstGeom prst="line">
              <a:avLst/>
            </a:prstGeom>
            <a:ln w="9525" cap="flat" cmpd="sng">
              <a:solidFill>
                <a:srgbClr val="000000"/>
              </a:solidFill>
              <a:prstDash val="solid"/>
              <a:headEnd type="none" w="med" len="med"/>
              <a:tailEnd type="none" w="med" len="med"/>
            </a:ln>
          </p:spPr>
        </p:sp>
        <p:sp>
          <p:nvSpPr>
            <p:cNvPr id="100404" name="Line 61"/>
            <p:cNvSpPr/>
            <p:nvPr/>
          </p:nvSpPr>
          <p:spPr>
            <a:xfrm>
              <a:off x="2519" y="1053"/>
              <a:ext cx="1" cy="1"/>
            </a:xfrm>
            <a:prstGeom prst="line">
              <a:avLst/>
            </a:prstGeom>
            <a:ln w="9525" cap="flat" cmpd="sng">
              <a:solidFill>
                <a:srgbClr val="000000"/>
              </a:solidFill>
              <a:prstDash val="solid"/>
              <a:headEnd type="none" w="med" len="med"/>
              <a:tailEnd type="none" w="med" len="med"/>
            </a:ln>
          </p:spPr>
        </p:sp>
        <p:sp>
          <p:nvSpPr>
            <p:cNvPr id="100405" name="Line 62"/>
            <p:cNvSpPr/>
            <p:nvPr/>
          </p:nvSpPr>
          <p:spPr>
            <a:xfrm>
              <a:off x="2519" y="994"/>
              <a:ext cx="1" cy="1"/>
            </a:xfrm>
            <a:prstGeom prst="line">
              <a:avLst/>
            </a:prstGeom>
            <a:ln w="9525" cap="flat" cmpd="sng">
              <a:solidFill>
                <a:srgbClr val="000000"/>
              </a:solidFill>
              <a:prstDash val="solid"/>
              <a:headEnd type="none" w="med" len="med"/>
              <a:tailEnd type="none" w="med" len="med"/>
            </a:ln>
          </p:spPr>
        </p:sp>
        <p:sp>
          <p:nvSpPr>
            <p:cNvPr id="100406" name="Line 63"/>
            <p:cNvSpPr/>
            <p:nvPr/>
          </p:nvSpPr>
          <p:spPr>
            <a:xfrm>
              <a:off x="2519" y="934"/>
              <a:ext cx="1" cy="1"/>
            </a:xfrm>
            <a:prstGeom prst="line">
              <a:avLst/>
            </a:prstGeom>
            <a:ln w="9525" cap="flat" cmpd="sng">
              <a:solidFill>
                <a:srgbClr val="000000"/>
              </a:solidFill>
              <a:prstDash val="solid"/>
              <a:headEnd type="none" w="med" len="med"/>
              <a:tailEnd type="none" w="med" len="med"/>
            </a:ln>
          </p:spPr>
        </p:sp>
        <p:sp>
          <p:nvSpPr>
            <p:cNvPr id="100407" name="Line 64"/>
            <p:cNvSpPr/>
            <p:nvPr/>
          </p:nvSpPr>
          <p:spPr>
            <a:xfrm>
              <a:off x="2519" y="874"/>
              <a:ext cx="1" cy="1"/>
            </a:xfrm>
            <a:prstGeom prst="line">
              <a:avLst/>
            </a:prstGeom>
            <a:ln w="9525" cap="flat" cmpd="sng">
              <a:solidFill>
                <a:srgbClr val="000000"/>
              </a:solidFill>
              <a:prstDash val="solid"/>
              <a:headEnd type="none" w="med" len="med"/>
              <a:tailEnd type="none" w="med" len="med"/>
            </a:ln>
          </p:spPr>
        </p:sp>
        <p:sp>
          <p:nvSpPr>
            <p:cNvPr id="100408" name="Line 65"/>
            <p:cNvSpPr/>
            <p:nvPr/>
          </p:nvSpPr>
          <p:spPr>
            <a:xfrm>
              <a:off x="2519" y="815"/>
              <a:ext cx="1" cy="1"/>
            </a:xfrm>
            <a:prstGeom prst="line">
              <a:avLst/>
            </a:prstGeom>
            <a:ln w="9525" cap="flat" cmpd="sng">
              <a:solidFill>
                <a:srgbClr val="000000"/>
              </a:solidFill>
              <a:prstDash val="solid"/>
              <a:headEnd type="none" w="med" len="med"/>
              <a:tailEnd type="none" w="med" len="med"/>
            </a:ln>
          </p:spPr>
        </p:sp>
        <p:sp>
          <p:nvSpPr>
            <p:cNvPr id="100409" name="Line 66"/>
            <p:cNvSpPr/>
            <p:nvPr/>
          </p:nvSpPr>
          <p:spPr>
            <a:xfrm>
              <a:off x="2519" y="755"/>
              <a:ext cx="1" cy="1"/>
            </a:xfrm>
            <a:prstGeom prst="line">
              <a:avLst/>
            </a:prstGeom>
            <a:ln w="9525" cap="flat" cmpd="sng">
              <a:solidFill>
                <a:srgbClr val="000000"/>
              </a:solidFill>
              <a:prstDash val="solid"/>
              <a:headEnd type="none" w="med" len="med"/>
              <a:tailEnd type="none" w="med" len="med"/>
            </a:ln>
          </p:spPr>
        </p:sp>
        <p:sp>
          <p:nvSpPr>
            <p:cNvPr id="100410" name="Line 67"/>
            <p:cNvSpPr/>
            <p:nvPr/>
          </p:nvSpPr>
          <p:spPr>
            <a:xfrm flipV="1">
              <a:off x="2519" y="755"/>
              <a:ext cx="1" cy="656"/>
            </a:xfrm>
            <a:prstGeom prst="line">
              <a:avLst/>
            </a:prstGeom>
            <a:ln w="9525" cap="flat" cmpd="sng">
              <a:solidFill>
                <a:srgbClr val="000000"/>
              </a:solidFill>
              <a:prstDash val="solid"/>
              <a:headEnd type="none" w="med" len="med"/>
              <a:tailEnd type="none" w="med" len="med"/>
            </a:ln>
          </p:spPr>
        </p:sp>
        <p:sp>
          <p:nvSpPr>
            <p:cNvPr id="100411" name="Freeform 68"/>
            <p:cNvSpPr/>
            <p:nvPr/>
          </p:nvSpPr>
          <p:spPr>
            <a:xfrm>
              <a:off x="462" y="815"/>
              <a:ext cx="1798" cy="596"/>
            </a:xfrm>
            <a:custGeom>
              <a:avLst/>
              <a:gdLst/>
              <a:ahLst/>
              <a:cxnLst>
                <a:cxn ang="0">
                  <a:pos x="26" y="593"/>
                </a:cxn>
                <a:cxn ang="0">
                  <a:pos x="54" y="595"/>
                </a:cxn>
                <a:cxn ang="0">
                  <a:pos x="82" y="596"/>
                </a:cxn>
                <a:cxn ang="0">
                  <a:pos x="110" y="596"/>
                </a:cxn>
                <a:cxn ang="0">
                  <a:pos x="139" y="594"/>
                </a:cxn>
                <a:cxn ang="0">
                  <a:pos x="167" y="590"/>
                </a:cxn>
                <a:cxn ang="0">
                  <a:pos x="196" y="586"/>
                </a:cxn>
                <a:cxn ang="0">
                  <a:pos x="224" y="580"/>
                </a:cxn>
                <a:cxn ang="0">
                  <a:pos x="252" y="575"/>
                </a:cxn>
                <a:cxn ang="0">
                  <a:pos x="280" y="571"/>
                </a:cxn>
                <a:cxn ang="0">
                  <a:pos x="309" y="568"/>
                </a:cxn>
                <a:cxn ang="0">
                  <a:pos x="337" y="568"/>
                </a:cxn>
                <a:cxn ang="0">
                  <a:pos x="365" y="571"/>
                </a:cxn>
                <a:cxn ang="0">
                  <a:pos x="393" y="577"/>
                </a:cxn>
                <a:cxn ang="0">
                  <a:pos x="422" y="584"/>
                </a:cxn>
                <a:cxn ang="0">
                  <a:pos x="450" y="590"/>
                </a:cxn>
                <a:cxn ang="0">
                  <a:pos x="479" y="595"/>
                </a:cxn>
                <a:cxn ang="0">
                  <a:pos x="506" y="596"/>
                </a:cxn>
                <a:cxn ang="0">
                  <a:pos x="535" y="589"/>
                </a:cxn>
                <a:cxn ang="0">
                  <a:pos x="563" y="574"/>
                </a:cxn>
                <a:cxn ang="0">
                  <a:pos x="592" y="547"/>
                </a:cxn>
                <a:cxn ang="0">
                  <a:pos x="620" y="510"/>
                </a:cxn>
                <a:cxn ang="0">
                  <a:pos x="648" y="461"/>
                </a:cxn>
                <a:cxn ang="0">
                  <a:pos x="676" y="402"/>
                </a:cxn>
                <a:cxn ang="0">
                  <a:pos x="705" y="336"/>
                </a:cxn>
                <a:cxn ang="0">
                  <a:pos x="733" y="265"/>
                </a:cxn>
                <a:cxn ang="0">
                  <a:pos x="761" y="195"/>
                </a:cxn>
                <a:cxn ang="0">
                  <a:pos x="790" y="130"/>
                </a:cxn>
                <a:cxn ang="0">
                  <a:pos x="818" y="75"/>
                </a:cxn>
                <a:cxn ang="0">
                  <a:pos x="846" y="33"/>
                </a:cxn>
                <a:cxn ang="0">
                  <a:pos x="875" y="7"/>
                </a:cxn>
                <a:cxn ang="0">
                  <a:pos x="903" y="0"/>
                </a:cxn>
                <a:cxn ang="0">
                  <a:pos x="931" y="12"/>
                </a:cxn>
                <a:cxn ang="0">
                  <a:pos x="959" y="43"/>
                </a:cxn>
                <a:cxn ang="0">
                  <a:pos x="988" y="89"/>
                </a:cxn>
                <a:cxn ang="0">
                  <a:pos x="1016" y="147"/>
                </a:cxn>
                <a:cxn ang="0">
                  <a:pos x="1044" y="214"/>
                </a:cxn>
                <a:cxn ang="0">
                  <a:pos x="1073" y="285"/>
                </a:cxn>
                <a:cxn ang="0">
                  <a:pos x="1101" y="354"/>
                </a:cxn>
                <a:cxn ang="0">
                  <a:pos x="1129" y="419"/>
                </a:cxn>
                <a:cxn ang="0">
                  <a:pos x="1157" y="475"/>
                </a:cxn>
                <a:cxn ang="0">
                  <a:pos x="1186" y="521"/>
                </a:cxn>
                <a:cxn ang="0">
                  <a:pos x="1214" y="556"/>
                </a:cxn>
                <a:cxn ang="0">
                  <a:pos x="1242" y="579"/>
                </a:cxn>
                <a:cxn ang="0">
                  <a:pos x="1271" y="592"/>
                </a:cxn>
                <a:cxn ang="0">
                  <a:pos x="1299" y="596"/>
                </a:cxn>
                <a:cxn ang="0">
                  <a:pos x="1327" y="594"/>
                </a:cxn>
                <a:cxn ang="0">
                  <a:pos x="1356" y="589"/>
                </a:cxn>
                <a:cxn ang="0">
                  <a:pos x="1384" y="582"/>
                </a:cxn>
                <a:cxn ang="0">
                  <a:pos x="1412" y="575"/>
                </a:cxn>
                <a:cxn ang="0">
                  <a:pos x="1440" y="570"/>
                </a:cxn>
                <a:cxn ang="0">
                  <a:pos x="1469" y="568"/>
                </a:cxn>
                <a:cxn ang="0">
                  <a:pos x="1497" y="569"/>
                </a:cxn>
                <a:cxn ang="0">
                  <a:pos x="1526" y="572"/>
                </a:cxn>
                <a:cxn ang="0">
                  <a:pos x="1553" y="576"/>
                </a:cxn>
                <a:cxn ang="0">
                  <a:pos x="1582" y="582"/>
                </a:cxn>
                <a:cxn ang="0">
                  <a:pos x="1610" y="587"/>
                </a:cxn>
                <a:cxn ang="0">
                  <a:pos x="1639" y="591"/>
                </a:cxn>
                <a:cxn ang="0">
                  <a:pos x="1667" y="595"/>
                </a:cxn>
                <a:cxn ang="0">
                  <a:pos x="1695" y="596"/>
                </a:cxn>
                <a:cxn ang="0">
                  <a:pos x="1723" y="596"/>
                </a:cxn>
                <a:cxn ang="0">
                  <a:pos x="1752" y="595"/>
                </a:cxn>
                <a:cxn ang="0">
                  <a:pos x="1780" y="592"/>
                </a:cxn>
              </a:cxnLst>
              <a:pathLst>
                <a:path w="5394" h="3577">
                  <a:moveTo>
                    <a:pt x="0" y="3546"/>
                  </a:moveTo>
                  <a:lnTo>
                    <a:pt x="7" y="3547"/>
                  </a:lnTo>
                  <a:lnTo>
                    <a:pt x="15" y="3548"/>
                  </a:lnTo>
                  <a:lnTo>
                    <a:pt x="24" y="3551"/>
                  </a:lnTo>
                  <a:lnTo>
                    <a:pt x="31" y="3552"/>
                  </a:lnTo>
                  <a:lnTo>
                    <a:pt x="39" y="3553"/>
                  </a:lnTo>
                  <a:lnTo>
                    <a:pt x="46" y="3554"/>
                  </a:lnTo>
                  <a:lnTo>
                    <a:pt x="53" y="3555"/>
                  </a:lnTo>
                  <a:lnTo>
                    <a:pt x="61" y="3556"/>
                  </a:lnTo>
                  <a:lnTo>
                    <a:pt x="70" y="3558"/>
                  </a:lnTo>
                  <a:lnTo>
                    <a:pt x="77" y="3559"/>
                  </a:lnTo>
                  <a:lnTo>
                    <a:pt x="85" y="3560"/>
                  </a:lnTo>
                  <a:lnTo>
                    <a:pt x="92" y="3561"/>
                  </a:lnTo>
                  <a:lnTo>
                    <a:pt x="100" y="3562"/>
                  </a:lnTo>
                  <a:lnTo>
                    <a:pt x="107" y="3563"/>
                  </a:lnTo>
                  <a:lnTo>
                    <a:pt x="115" y="3564"/>
                  </a:lnTo>
                  <a:lnTo>
                    <a:pt x="124" y="3566"/>
                  </a:lnTo>
                  <a:lnTo>
                    <a:pt x="131" y="3567"/>
                  </a:lnTo>
                  <a:lnTo>
                    <a:pt x="139" y="3568"/>
                  </a:lnTo>
                  <a:lnTo>
                    <a:pt x="146" y="3569"/>
                  </a:lnTo>
                  <a:lnTo>
                    <a:pt x="154" y="3569"/>
                  </a:lnTo>
                  <a:lnTo>
                    <a:pt x="161" y="3570"/>
                  </a:lnTo>
                  <a:lnTo>
                    <a:pt x="170" y="3571"/>
                  </a:lnTo>
                  <a:lnTo>
                    <a:pt x="178" y="3572"/>
                  </a:lnTo>
                  <a:lnTo>
                    <a:pt x="185" y="3572"/>
                  </a:lnTo>
                  <a:lnTo>
                    <a:pt x="192" y="3574"/>
                  </a:lnTo>
                  <a:lnTo>
                    <a:pt x="200" y="3574"/>
                  </a:lnTo>
                  <a:lnTo>
                    <a:pt x="207" y="3575"/>
                  </a:lnTo>
                  <a:lnTo>
                    <a:pt x="216" y="3575"/>
                  </a:lnTo>
                  <a:lnTo>
                    <a:pt x="224" y="3576"/>
                  </a:lnTo>
                  <a:lnTo>
                    <a:pt x="231" y="3576"/>
                  </a:lnTo>
                  <a:lnTo>
                    <a:pt x="239" y="3576"/>
                  </a:lnTo>
                  <a:lnTo>
                    <a:pt x="246" y="3577"/>
                  </a:lnTo>
                  <a:lnTo>
                    <a:pt x="254" y="3577"/>
                  </a:lnTo>
                  <a:lnTo>
                    <a:pt x="263" y="3577"/>
                  </a:lnTo>
                  <a:lnTo>
                    <a:pt x="270" y="3577"/>
                  </a:lnTo>
                  <a:lnTo>
                    <a:pt x="278" y="3577"/>
                  </a:lnTo>
                  <a:lnTo>
                    <a:pt x="285" y="3577"/>
                  </a:lnTo>
                  <a:lnTo>
                    <a:pt x="293" y="3577"/>
                  </a:lnTo>
                  <a:lnTo>
                    <a:pt x="300" y="3577"/>
                  </a:lnTo>
                  <a:lnTo>
                    <a:pt x="309" y="3576"/>
                  </a:lnTo>
                  <a:lnTo>
                    <a:pt x="316" y="3576"/>
                  </a:lnTo>
                  <a:lnTo>
                    <a:pt x="324" y="3576"/>
                  </a:lnTo>
                  <a:lnTo>
                    <a:pt x="331" y="3575"/>
                  </a:lnTo>
                  <a:lnTo>
                    <a:pt x="339" y="3575"/>
                  </a:lnTo>
                  <a:lnTo>
                    <a:pt x="346" y="3574"/>
                  </a:lnTo>
                  <a:lnTo>
                    <a:pt x="355" y="3572"/>
                  </a:lnTo>
                  <a:lnTo>
                    <a:pt x="363" y="3571"/>
                  </a:lnTo>
                  <a:lnTo>
                    <a:pt x="370" y="3571"/>
                  </a:lnTo>
                  <a:lnTo>
                    <a:pt x="378" y="3570"/>
                  </a:lnTo>
                  <a:lnTo>
                    <a:pt x="385" y="3569"/>
                  </a:lnTo>
                  <a:lnTo>
                    <a:pt x="393" y="3568"/>
                  </a:lnTo>
                  <a:lnTo>
                    <a:pt x="402" y="3567"/>
                  </a:lnTo>
                  <a:lnTo>
                    <a:pt x="409" y="3564"/>
                  </a:lnTo>
                  <a:lnTo>
                    <a:pt x="417" y="3563"/>
                  </a:lnTo>
                  <a:lnTo>
                    <a:pt x="424" y="3562"/>
                  </a:lnTo>
                  <a:lnTo>
                    <a:pt x="432" y="3560"/>
                  </a:lnTo>
                  <a:lnTo>
                    <a:pt x="439" y="3559"/>
                  </a:lnTo>
                  <a:lnTo>
                    <a:pt x="448" y="3556"/>
                  </a:lnTo>
                  <a:lnTo>
                    <a:pt x="455" y="3555"/>
                  </a:lnTo>
                  <a:lnTo>
                    <a:pt x="463" y="3553"/>
                  </a:lnTo>
                  <a:lnTo>
                    <a:pt x="470" y="3552"/>
                  </a:lnTo>
                  <a:lnTo>
                    <a:pt x="478" y="3549"/>
                  </a:lnTo>
                  <a:lnTo>
                    <a:pt x="485" y="3547"/>
                  </a:lnTo>
                  <a:lnTo>
                    <a:pt x="494" y="3545"/>
                  </a:lnTo>
                  <a:lnTo>
                    <a:pt x="502" y="3543"/>
                  </a:lnTo>
                  <a:lnTo>
                    <a:pt x="509" y="3540"/>
                  </a:lnTo>
                  <a:lnTo>
                    <a:pt x="517" y="3538"/>
                  </a:lnTo>
                  <a:lnTo>
                    <a:pt x="524" y="3536"/>
                  </a:lnTo>
                  <a:lnTo>
                    <a:pt x="532" y="3533"/>
                  </a:lnTo>
                  <a:lnTo>
                    <a:pt x="541" y="3530"/>
                  </a:lnTo>
                  <a:lnTo>
                    <a:pt x="548" y="3528"/>
                  </a:lnTo>
                  <a:lnTo>
                    <a:pt x="556" y="3525"/>
                  </a:lnTo>
                  <a:lnTo>
                    <a:pt x="563" y="3522"/>
                  </a:lnTo>
                  <a:lnTo>
                    <a:pt x="571" y="3520"/>
                  </a:lnTo>
                  <a:lnTo>
                    <a:pt x="578" y="3517"/>
                  </a:lnTo>
                  <a:lnTo>
                    <a:pt x="587" y="3514"/>
                  </a:lnTo>
                  <a:lnTo>
                    <a:pt x="594" y="3511"/>
                  </a:lnTo>
                  <a:lnTo>
                    <a:pt x="602" y="3508"/>
                  </a:lnTo>
                  <a:lnTo>
                    <a:pt x="609" y="3506"/>
                  </a:lnTo>
                  <a:lnTo>
                    <a:pt x="617" y="3502"/>
                  </a:lnTo>
                  <a:lnTo>
                    <a:pt x="624" y="3500"/>
                  </a:lnTo>
                  <a:lnTo>
                    <a:pt x="633" y="3496"/>
                  </a:lnTo>
                  <a:lnTo>
                    <a:pt x="641" y="3493"/>
                  </a:lnTo>
                  <a:lnTo>
                    <a:pt x="648" y="3491"/>
                  </a:lnTo>
                  <a:lnTo>
                    <a:pt x="656" y="3487"/>
                  </a:lnTo>
                  <a:lnTo>
                    <a:pt x="663" y="3484"/>
                  </a:lnTo>
                  <a:lnTo>
                    <a:pt x="671" y="3482"/>
                  </a:lnTo>
                  <a:lnTo>
                    <a:pt x="678" y="3478"/>
                  </a:lnTo>
                  <a:lnTo>
                    <a:pt x="687" y="3476"/>
                  </a:lnTo>
                  <a:lnTo>
                    <a:pt x="695" y="3472"/>
                  </a:lnTo>
                  <a:lnTo>
                    <a:pt x="702" y="3469"/>
                  </a:lnTo>
                  <a:lnTo>
                    <a:pt x="709" y="3467"/>
                  </a:lnTo>
                  <a:lnTo>
                    <a:pt x="717" y="3463"/>
                  </a:lnTo>
                  <a:lnTo>
                    <a:pt x="724" y="3461"/>
                  </a:lnTo>
                  <a:lnTo>
                    <a:pt x="733" y="3457"/>
                  </a:lnTo>
                  <a:lnTo>
                    <a:pt x="741" y="3455"/>
                  </a:lnTo>
                  <a:lnTo>
                    <a:pt x="748" y="3453"/>
                  </a:lnTo>
                  <a:lnTo>
                    <a:pt x="756" y="3449"/>
                  </a:lnTo>
                  <a:lnTo>
                    <a:pt x="763" y="3447"/>
                  </a:lnTo>
                  <a:lnTo>
                    <a:pt x="771" y="3445"/>
                  </a:lnTo>
                  <a:lnTo>
                    <a:pt x="780" y="3441"/>
                  </a:lnTo>
                  <a:lnTo>
                    <a:pt x="787" y="3439"/>
                  </a:lnTo>
                  <a:lnTo>
                    <a:pt x="795" y="3437"/>
                  </a:lnTo>
                  <a:lnTo>
                    <a:pt x="802" y="3434"/>
                  </a:lnTo>
                  <a:lnTo>
                    <a:pt x="810" y="3432"/>
                  </a:lnTo>
                  <a:lnTo>
                    <a:pt x="817" y="3430"/>
                  </a:lnTo>
                  <a:lnTo>
                    <a:pt x="826" y="3427"/>
                  </a:lnTo>
                  <a:lnTo>
                    <a:pt x="834" y="3426"/>
                  </a:lnTo>
                  <a:lnTo>
                    <a:pt x="841" y="3424"/>
                  </a:lnTo>
                  <a:lnTo>
                    <a:pt x="848" y="3422"/>
                  </a:lnTo>
                  <a:lnTo>
                    <a:pt x="856" y="3421"/>
                  </a:lnTo>
                  <a:lnTo>
                    <a:pt x="863" y="3418"/>
                  </a:lnTo>
                  <a:lnTo>
                    <a:pt x="872" y="3417"/>
                  </a:lnTo>
                  <a:lnTo>
                    <a:pt x="880" y="3416"/>
                  </a:lnTo>
                  <a:lnTo>
                    <a:pt x="887" y="3415"/>
                  </a:lnTo>
                  <a:lnTo>
                    <a:pt x="895" y="3414"/>
                  </a:lnTo>
                  <a:lnTo>
                    <a:pt x="902" y="3412"/>
                  </a:lnTo>
                  <a:lnTo>
                    <a:pt x="910" y="3411"/>
                  </a:lnTo>
                  <a:lnTo>
                    <a:pt x="919" y="3410"/>
                  </a:lnTo>
                  <a:lnTo>
                    <a:pt x="926" y="3410"/>
                  </a:lnTo>
                  <a:lnTo>
                    <a:pt x="934" y="3409"/>
                  </a:lnTo>
                  <a:lnTo>
                    <a:pt x="941" y="3409"/>
                  </a:lnTo>
                  <a:lnTo>
                    <a:pt x="949" y="3409"/>
                  </a:lnTo>
                  <a:lnTo>
                    <a:pt x="956" y="3408"/>
                  </a:lnTo>
                  <a:lnTo>
                    <a:pt x="965" y="3408"/>
                  </a:lnTo>
                  <a:lnTo>
                    <a:pt x="972" y="3408"/>
                  </a:lnTo>
                  <a:lnTo>
                    <a:pt x="980" y="3409"/>
                  </a:lnTo>
                  <a:lnTo>
                    <a:pt x="987" y="3409"/>
                  </a:lnTo>
                  <a:lnTo>
                    <a:pt x="995" y="3409"/>
                  </a:lnTo>
                  <a:lnTo>
                    <a:pt x="1002" y="3410"/>
                  </a:lnTo>
                  <a:lnTo>
                    <a:pt x="1011" y="3411"/>
                  </a:lnTo>
                  <a:lnTo>
                    <a:pt x="1019" y="3411"/>
                  </a:lnTo>
                  <a:lnTo>
                    <a:pt x="1026" y="3412"/>
                  </a:lnTo>
                  <a:lnTo>
                    <a:pt x="1034" y="3414"/>
                  </a:lnTo>
                  <a:lnTo>
                    <a:pt x="1041" y="3416"/>
                  </a:lnTo>
                  <a:lnTo>
                    <a:pt x="1049" y="3417"/>
                  </a:lnTo>
                  <a:lnTo>
                    <a:pt x="1058" y="3418"/>
                  </a:lnTo>
                  <a:lnTo>
                    <a:pt x="1065" y="3421"/>
                  </a:lnTo>
                  <a:lnTo>
                    <a:pt x="1073" y="3422"/>
                  </a:lnTo>
                  <a:lnTo>
                    <a:pt x="1080" y="3424"/>
                  </a:lnTo>
                  <a:lnTo>
                    <a:pt x="1088" y="3426"/>
                  </a:lnTo>
                  <a:lnTo>
                    <a:pt x="1095" y="3429"/>
                  </a:lnTo>
                  <a:lnTo>
                    <a:pt x="1104" y="3431"/>
                  </a:lnTo>
                  <a:lnTo>
                    <a:pt x="1111" y="3433"/>
                  </a:lnTo>
                  <a:lnTo>
                    <a:pt x="1119" y="3435"/>
                  </a:lnTo>
                  <a:lnTo>
                    <a:pt x="1126" y="3439"/>
                  </a:lnTo>
                  <a:lnTo>
                    <a:pt x="1134" y="3441"/>
                  </a:lnTo>
                  <a:lnTo>
                    <a:pt x="1141" y="3445"/>
                  </a:lnTo>
                  <a:lnTo>
                    <a:pt x="1150" y="3447"/>
                  </a:lnTo>
                  <a:lnTo>
                    <a:pt x="1158" y="3450"/>
                  </a:lnTo>
                  <a:lnTo>
                    <a:pt x="1165" y="3454"/>
                  </a:lnTo>
                  <a:lnTo>
                    <a:pt x="1173" y="3457"/>
                  </a:lnTo>
                  <a:lnTo>
                    <a:pt x="1180" y="3461"/>
                  </a:lnTo>
                  <a:lnTo>
                    <a:pt x="1188" y="3464"/>
                  </a:lnTo>
                  <a:lnTo>
                    <a:pt x="1197" y="3468"/>
                  </a:lnTo>
                  <a:lnTo>
                    <a:pt x="1204" y="3471"/>
                  </a:lnTo>
                  <a:lnTo>
                    <a:pt x="1212" y="3475"/>
                  </a:lnTo>
                  <a:lnTo>
                    <a:pt x="1219" y="3479"/>
                  </a:lnTo>
                  <a:lnTo>
                    <a:pt x="1227" y="3483"/>
                  </a:lnTo>
                  <a:lnTo>
                    <a:pt x="1234" y="3486"/>
                  </a:lnTo>
                  <a:lnTo>
                    <a:pt x="1243" y="3490"/>
                  </a:lnTo>
                  <a:lnTo>
                    <a:pt x="1250" y="3494"/>
                  </a:lnTo>
                  <a:lnTo>
                    <a:pt x="1258" y="3498"/>
                  </a:lnTo>
                  <a:lnTo>
                    <a:pt x="1265" y="3502"/>
                  </a:lnTo>
                  <a:lnTo>
                    <a:pt x="1273" y="3506"/>
                  </a:lnTo>
                  <a:lnTo>
                    <a:pt x="1280" y="3509"/>
                  </a:lnTo>
                  <a:lnTo>
                    <a:pt x="1288" y="3514"/>
                  </a:lnTo>
                  <a:lnTo>
                    <a:pt x="1297" y="3517"/>
                  </a:lnTo>
                  <a:lnTo>
                    <a:pt x="1304" y="3521"/>
                  </a:lnTo>
                  <a:lnTo>
                    <a:pt x="1312" y="3525"/>
                  </a:lnTo>
                  <a:lnTo>
                    <a:pt x="1319" y="3529"/>
                  </a:lnTo>
                  <a:lnTo>
                    <a:pt x="1327" y="3532"/>
                  </a:lnTo>
                  <a:lnTo>
                    <a:pt x="1334" y="3536"/>
                  </a:lnTo>
                  <a:lnTo>
                    <a:pt x="1343" y="3539"/>
                  </a:lnTo>
                  <a:lnTo>
                    <a:pt x="1351" y="3543"/>
                  </a:lnTo>
                  <a:lnTo>
                    <a:pt x="1358" y="3546"/>
                  </a:lnTo>
                  <a:lnTo>
                    <a:pt x="1365" y="3549"/>
                  </a:lnTo>
                  <a:lnTo>
                    <a:pt x="1373" y="3553"/>
                  </a:lnTo>
                  <a:lnTo>
                    <a:pt x="1380" y="3555"/>
                  </a:lnTo>
                  <a:lnTo>
                    <a:pt x="1389" y="3559"/>
                  </a:lnTo>
                  <a:lnTo>
                    <a:pt x="1397" y="3561"/>
                  </a:lnTo>
                  <a:lnTo>
                    <a:pt x="1404" y="3563"/>
                  </a:lnTo>
                  <a:lnTo>
                    <a:pt x="1412" y="3566"/>
                  </a:lnTo>
                  <a:lnTo>
                    <a:pt x="1419" y="3568"/>
                  </a:lnTo>
                  <a:lnTo>
                    <a:pt x="1427" y="3570"/>
                  </a:lnTo>
                  <a:lnTo>
                    <a:pt x="1436" y="3571"/>
                  </a:lnTo>
                  <a:lnTo>
                    <a:pt x="1443" y="3574"/>
                  </a:lnTo>
                  <a:lnTo>
                    <a:pt x="1451" y="3575"/>
                  </a:lnTo>
                  <a:lnTo>
                    <a:pt x="1458" y="3576"/>
                  </a:lnTo>
                  <a:lnTo>
                    <a:pt x="1466" y="3576"/>
                  </a:lnTo>
                  <a:lnTo>
                    <a:pt x="1473" y="3577"/>
                  </a:lnTo>
                  <a:lnTo>
                    <a:pt x="1482" y="3577"/>
                  </a:lnTo>
                  <a:lnTo>
                    <a:pt x="1490" y="3577"/>
                  </a:lnTo>
                  <a:lnTo>
                    <a:pt x="1497" y="3577"/>
                  </a:lnTo>
                  <a:lnTo>
                    <a:pt x="1504" y="3576"/>
                  </a:lnTo>
                  <a:lnTo>
                    <a:pt x="1512" y="3575"/>
                  </a:lnTo>
                  <a:lnTo>
                    <a:pt x="1519" y="3574"/>
                  </a:lnTo>
                  <a:lnTo>
                    <a:pt x="1528" y="3572"/>
                  </a:lnTo>
                  <a:lnTo>
                    <a:pt x="1536" y="3570"/>
                  </a:lnTo>
                  <a:lnTo>
                    <a:pt x="1543" y="3568"/>
                  </a:lnTo>
                  <a:lnTo>
                    <a:pt x="1551" y="3566"/>
                  </a:lnTo>
                  <a:lnTo>
                    <a:pt x="1558" y="3562"/>
                  </a:lnTo>
                  <a:lnTo>
                    <a:pt x="1566" y="3559"/>
                  </a:lnTo>
                  <a:lnTo>
                    <a:pt x="1575" y="3555"/>
                  </a:lnTo>
                  <a:lnTo>
                    <a:pt x="1582" y="3551"/>
                  </a:lnTo>
                  <a:lnTo>
                    <a:pt x="1590" y="3546"/>
                  </a:lnTo>
                  <a:lnTo>
                    <a:pt x="1597" y="3540"/>
                  </a:lnTo>
                  <a:lnTo>
                    <a:pt x="1605" y="3536"/>
                  </a:lnTo>
                  <a:lnTo>
                    <a:pt x="1612" y="3529"/>
                  </a:lnTo>
                  <a:lnTo>
                    <a:pt x="1621" y="3523"/>
                  </a:lnTo>
                  <a:lnTo>
                    <a:pt x="1628" y="3516"/>
                  </a:lnTo>
                  <a:lnTo>
                    <a:pt x="1636" y="3508"/>
                  </a:lnTo>
                  <a:lnTo>
                    <a:pt x="1643" y="3500"/>
                  </a:lnTo>
                  <a:lnTo>
                    <a:pt x="1651" y="3492"/>
                  </a:lnTo>
                  <a:lnTo>
                    <a:pt x="1658" y="3483"/>
                  </a:lnTo>
                  <a:lnTo>
                    <a:pt x="1667" y="3473"/>
                  </a:lnTo>
                  <a:lnTo>
                    <a:pt x="1675" y="3463"/>
                  </a:lnTo>
                  <a:lnTo>
                    <a:pt x="1682" y="3453"/>
                  </a:lnTo>
                  <a:lnTo>
                    <a:pt x="1690" y="3442"/>
                  </a:lnTo>
                  <a:lnTo>
                    <a:pt x="1697" y="3431"/>
                  </a:lnTo>
                  <a:lnTo>
                    <a:pt x="1705" y="3418"/>
                  </a:lnTo>
                  <a:lnTo>
                    <a:pt x="1714" y="3406"/>
                  </a:lnTo>
                  <a:lnTo>
                    <a:pt x="1721" y="3393"/>
                  </a:lnTo>
                  <a:lnTo>
                    <a:pt x="1729" y="3379"/>
                  </a:lnTo>
                  <a:lnTo>
                    <a:pt x="1736" y="3365"/>
                  </a:lnTo>
                  <a:lnTo>
                    <a:pt x="1744" y="3350"/>
                  </a:lnTo>
                  <a:lnTo>
                    <a:pt x="1751" y="3334"/>
                  </a:lnTo>
                  <a:lnTo>
                    <a:pt x="1760" y="3319"/>
                  </a:lnTo>
                  <a:lnTo>
                    <a:pt x="1767" y="3302"/>
                  </a:lnTo>
                  <a:lnTo>
                    <a:pt x="1775" y="3285"/>
                  </a:lnTo>
                  <a:lnTo>
                    <a:pt x="1782" y="3267"/>
                  </a:lnTo>
                  <a:lnTo>
                    <a:pt x="1790" y="3249"/>
                  </a:lnTo>
                  <a:lnTo>
                    <a:pt x="1797" y="3231"/>
                  </a:lnTo>
                  <a:lnTo>
                    <a:pt x="1806" y="3211"/>
                  </a:lnTo>
                  <a:lnTo>
                    <a:pt x="1814" y="3191"/>
                  </a:lnTo>
                  <a:lnTo>
                    <a:pt x="1821" y="3171"/>
                  </a:lnTo>
                  <a:lnTo>
                    <a:pt x="1829" y="3149"/>
                  </a:lnTo>
                  <a:lnTo>
                    <a:pt x="1836" y="3128"/>
                  </a:lnTo>
                  <a:lnTo>
                    <a:pt x="1844" y="3105"/>
                  </a:lnTo>
                  <a:lnTo>
                    <a:pt x="1851" y="3082"/>
                  </a:lnTo>
                  <a:lnTo>
                    <a:pt x="1860" y="3059"/>
                  </a:lnTo>
                  <a:lnTo>
                    <a:pt x="1868" y="3035"/>
                  </a:lnTo>
                  <a:lnTo>
                    <a:pt x="1875" y="3011"/>
                  </a:lnTo>
                  <a:lnTo>
                    <a:pt x="1883" y="2985"/>
                  </a:lnTo>
                  <a:lnTo>
                    <a:pt x="1890" y="2960"/>
                  </a:lnTo>
                  <a:lnTo>
                    <a:pt x="1897" y="2934"/>
                  </a:lnTo>
                  <a:lnTo>
                    <a:pt x="1906" y="2907"/>
                  </a:lnTo>
                  <a:lnTo>
                    <a:pt x="1914" y="2879"/>
                  </a:lnTo>
                  <a:lnTo>
                    <a:pt x="1921" y="2852"/>
                  </a:lnTo>
                  <a:lnTo>
                    <a:pt x="1929" y="2823"/>
                  </a:lnTo>
                  <a:lnTo>
                    <a:pt x="1936" y="2794"/>
                  </a:lnTo>
                  <a:lnTo>
                    <a:pt x="1944" y="2765"/>
                  </a:lnTo>
                  <a:lnTo>
                    <a:pt x="1953" y="2736"/>
                  </a:lnTo>
                  <a:lnTo>
                    <a:pt x="1960" y="2706"/>
                  </a:lnTo>
                  <a:lnTo>
                    <a:pt x="1968" y="2675"/>
                  </a:lnTo>
                  <a:lnTo>
                    <a:pt x="1975" y="2643"/>
                  </a:lnTo>
                  <a:lnTo>
                    <a:pt x="1983" y="2611"/>
                  </a:lnTo>
                  <a:lnTo>
                    <a:pt x="1990" y="2579"/>
                  </a:lnTo>
                  <a:lnTo>
                    <a:pt x="1999" y="2547"/>
                  </a:lnTo>
                  <a:lnTo>
                    <a:pt x="2007" y="2513"/>
                  </a:lnTo>
                  <a:lnTo>
                    <a:pt x="2014" y="2480"/>
                  </a:lnTo>
                  <a:lnTo>
                    <a:pt x="2021" y="2447"/>
                  </a:lnTo>
                  <a:lnTo>
                    <a:pt x="2029" y="2412"/>
                  </a:lnTo>
                  <a:lnTo>
                    <a:pt x="2036" y="2378"/>
                  </a:lnTo>
                  <a:lnTo>
                    <a:pt x="2045" y="2342"/>
                  </a:lnTo>
                  <a:lnTo>
                    <a:pt x="2053" y="2307"/>
                  </a:lnTo>
                  <a:lnTo>
                    <a:pt x="2060" y="2272"/>
                  </a:lnTo>
                  <a:lnTo>
                    <a:pt x="2068" y="2236"/>
                  </a:lnTo>
                  <a:lnTo>
                    <a:pt x="2075" y="2199"/>
                  </a:lnTo>
                  <a:lnTo>
                    <a:pt x="2083" y="2162"/>
                  </a:lnTo>
                  <a:lnTo>
                    <a:pt x="2092" y="2125"/>
                  </a:lnTo>
                  <a:lnTo>
                    <a:pt x="2099" y="2089"/>
                  </a:lnTo>
                  <a:lnTo>
                    <a:pt x="2107" y="2052"/>
                  </a:lnTo>
                  <a:lnTo>
                    <a:pt x="2114" y="2014"/>
                  </a:lnTo>
                  <a:lnTo>
                    <a:pt x="2122" y="1977"/>
                  </a:lnTo>
                  <a:lnTo>
                    <a:pt x="2129" y="1939"/>
                  </a:lnTo>
                  <a:lnTo>
                    <a:pt x="2138" y="1901"/>
                  </a:lnTo>
                  <a:lnTo>
                    <a:pt x="2146" y="1862"/>
                  </a:lnTo>
                  <a:lnTo>
                    <a:pt x="2153" y="1824"/>
                  </a:lnTo>
                  <a:lnTo>
                    <a:pt x="2160" y="1786"/>
                  </a:lnTo>
                  <a:lnTo>
                    <a:pt x="2168" y="1747"/>
                  </a:lnTo>
                  <a:lnTo>
                    <a:pt x="2175" y="1709"/>
                  </a:lnTo>
                  <a:lnTo>
                    <a:pt x="2184" y="1670"/>
                  </a:lnTo>
                  <a:lnTo>
                    <a:pt x="2192" y="1632"/>
                  </a:lnTo>
                  <a:lnTo>
                    <a:pt x="2199" y="1592"/>
                  </a:lnTo>
                  <a:lnTo>
                    <a:pt x="2207" y="1554"/>
                  </a:lnTo>
                  <a:lnTo>
                    <a:pt x="2214" y="1515"/>
                  </a:lnTo>
                  <a:lnTo>
                    <a:pt x="2222" y="1477"/>
                  </a:lnTo>
                  <a:lnTo>
                    <a:pt x="2231" y="1438"/>
                  </a:lnTo>
                  <a:lnTo>
                    <a:pt x="2238" y="1400"/>
                  </a:lnTo>
                  <a:lnTo>
                    <a:pt x="2246" y="1362"/>
                  </a:lnTo>
                  <a:lnTo>
                    <a:pt x="2253" y="1324"/>
                  </a:lnTo>
                  <a:lnTo>
                    <a:pt x="2261" y="1286"/>
                  </a:lnTo>
                  <a:lnTo>
                    <a:pt x="2268" y="1248"/>
                  </a:lnTo>
                  <a:lnTo>
                    <a:pt x="2277" y="1210"/>
                  </a:lnTo>
                  <a:lnTo>
                    <a:pt x="2284" y="1173"/>
                  </a:lnTo>
                  <a:lnTo>
                    <a:pt x="2292" y="1135"/>
                  </a:lnTo>
                  <a:lnTo>
                    <a:pt x="2299" y="1099"/>
                  </a:lnTo>
                  <a:lnTo>
                    <a:pt x="2307" y="1063"/>
                  </a:lnTo>
                  <a:lnTo>
                    <a:pt x="2314" y="1026"/>
                  </a:lnTo>
                  <a:lnTo>
                    <a:pt x="2323" y="990"/>
                  </a:lnTo>
                  <a:lnTo>
                    <a:pt x="2331" y="955"/>
                  </a:lnTo>
                  <a:lnTo>
                    <a:pt x="2338" y="919"/>
                  </a:lnTo>
                  <a:lnTo>
                    <a:pt x="2346" y="884"/>
                  </a:lnTo>
                  <a:lnTo>
                    <a:pt x="2353" y="850"/>
                  </a:lnTo>
                  <a:lnTo>
                    <a:pt x="2361" y="816"/>
                  </a:lnTo>
                  <a:lnTo>
                    <a:pt x="2370" y="783"/>
                  </a:lnTo>
                  <a:lnTo>
                    <a:pt x="2377" y="750"/>
                  </a:lnTo>
                  <a:lnTo>
                    <a:pt x="2385" y="717"/>
                  </a:lnTo>
                  <a:lnTo>
                    <a:pt x="2392" y="685"/>
                  </a:lnTo>
                  <a:lnTo>
                    <a:pt x="2400" y="653"/>
                  </a:lnTo>
                  <a:lnTo>
                    <a:pt x="2407" y="622"/>
                  </a:lnTo>
                  <a:lnTo>
                    <a:pt x="2414" y="592"/>
                  </a:lnTo>
                  <a:lnTo>
                    <a:pt x="2423" y="562"/>
                  </a:lnTo>
                  <a:lnTo>
                    <a:pt x="2431" y="533"/>
                  </a:lnTo>
                  <a:lnTo>
                    <a:pt x="2438" y="505"/>
                  </a:lnTo>
                  <a:lnTo>
                    <a:pt x="2446" y="476"/>
                  </a:lnTo>
                  <a:lnTo>
                    <a:pt x="2453" y="449"/>
                  </a:lnTo>
                  <a:lnTo>
                    <a:pt x="2461" y="423"/>
                  </a:lnTo>
                  <a:lnTo>
                    <a:pt x="2470" y="396"/>
                  </a:lnTo>
                  <a:lnTo>
                    <a:pt x="2477" y="371"/>
                  </a:lnTo>
                  <a:lnTo>
                    <a:pt x="2485" y="347"/>
                  </a:lnTo>
                  <a:lnTo>
                    <a:pt x="2492" y="323"/>
                  </a:lnTo>
                  <a:lnTo>
                    <a:pt x="2500" y="300"/>
                  </a:lnTo>
                  <a:lnTo>
                    <a:pt x="2507" y="278"/>
                  </a:lnTo>
                  <a:lnTo>
                    <a:pt x="2516" y="256"/>
                  </a:lnTo>
                  <a:lnTo>
                    <a:pt x="2524" y="235"/>
                  </a:lnTo>
                  <a:lnTo>
                    <a:pt x="2531" y="216"/>
                  </a:lnTo>
                  <a:lnTo>
                    <a:pt x="2539" y="196"/>
                  </a:lnTo>
                  <a:lnTo>
                    <a:pt x="2546" y="178"/>
                  </a:lnTo>
                  <a:lnTo>
                    <a:pt x="2553" y="160"/>
                  </a:lnTo>
                  <a:lnTo>
                    <a:pt x="2562" y="144"/>
                  </a:lnTo>
                  <a:lnTo>
                    <a:pt x="2570" y="128"/>
                  </a:lnTo>
                  <a:lnTo>
                    <a:pt x="2577" y="113"/>
                  </a:lnTo>
                  <a:lnTo>
                    <a:pt x="2585" y="99"/>
                  </a:lnTo>
                  <a:lnTo>
                    <a:pt x="2592" y="87"/>
                  </a:lnTo>
                  <a:lnTo>
                    <a:pt x="2600" y="74"/>
                  </a:lnTo>
                  <a:lnTo>
                    <a:pt x="2609" y="62"/>
                  </a:lnTo>
                  <a:lnTo>
                    <a:pt x="2616" y="52"/>
                  </a:lnTo>
                  <a:lnTo>
                    <a:pt x="2624" y="43"/>
                  </a:lnTo>
                  <a:lnTo>
                    <a:pt x="2631" y="35"/>
                  </a:lnTo>
                  <a:lnTo>
                    <a:pt x="2639" y="27"/>
                  </a:lnTo>
                  <a:lnTo>
                    <a:pt x="2646" y="20"/>
                  </a:lnTo>
                  <a:lnTo>
                    <a:pt x="2655" y="14"/>
                  </a:lnTo>
                  <a:lnTo>
                    <a:pt x="2663" y="10"/>
                  </a:lnTo>
                  <a:lnTo>
                    <a:pt x="2670" y="6"/>
                  </a:lnTo>
                  <a:lnTo>
                    <a:pt x="2677" y="3"/>
                  </a:lnTo>
                  <a:lnTo>
                    <a:pt x="2685" y="1"/>
                  </a:lnTo>
                  <a:lnTo>
                    <a:pt x="2692" y="0"/>
                  </a:lnTo>
                  <a:lnTo>
                    <a:pt x="2701" y="0"/>
                  </a:lnTo>
                  <a:lnTo>
                    <a:pt x="2709" y="1"/>
                  </a:lnTo>
                  <a:lnTo>
                    <a:pt x="2716" y="3"/>
                  </a:lnTo>
                  <a:lnTo>
                    <a:pt x="2724" y="6"/>
                  </a:lnTo>
                  <a:lnTo>
                    <a:pt x="2731" y="10"/>
                  </a:lnTo>
                  <a:lnTo>
                    <a:pt x="2739" y="14"/>
                  </a:lnTo>
                  <a:lnTo>
                    <a:pt x="2748" y="20"/>
                  </a:lnTo>
                  <a:lnTo>
                    <a:pt x="2755" y="27"/>
                  </a:lnTo>
                  <a:lnTo>
                    <a:pt x="2763" y="35"/>
                  </a:lnTo>
                  <a:lnTo>
                    <a:pt x="2770" y="43"/>
                  </a:lnTo>
                  <a:lnTo>
                    <a:pt x="2778" y="52"/>
                  </a:lnTo>
                  <a:lnTo>
                    <a:pt x="2785" y="62"/>
                  </a:lnTo>
                  <a:lnTo>
                    <a:pt x="2794" y="74"/>
                  </a:lnTo>
                  <a:lnTo>
                    <a:pt x="2802" y="87"/>
                  </a:lnTo>
                  <a:lnTo>
                    <a:pt x="2809" y="99"/>
                  </a:lnTo>
                  <a:lnTo>
                    <a:pt x="2816" y="113"/>
                  </a:lnTo>
                  <a:lnTo>
                    <a:pt x="2824" y="128"/>
                  </a:lnTo>
                  <a:lnTo>
                    <a:pt x="2831" y="144"/>
                  </a:lnTo>
                  <a:lnTo>
                    <a:pt x="2840" y="160"/>
                  </a:lnTo>
                  <a:lnTo>
                    <a:pt x="2848" y="178"/>
                  </a:lnTo>
                  <a:lnTo>
                    <a:pt x="2855" y="196"/>
                  </a:lnTo>
                  <a:lnTo>
                    <a:pt x="2863" y="216"/>
                  </a:lnTo>
                  <a:lnTo>
                    <a:pt x="2870" y="235"/>
                  </a:lnTo>
                  <a:lnTo>
                    <a:pt x="2878" y="256"/>
                  </a:lnTo>
                  <a:lnTo>
                    <a:pt x="2887" y="278"/>
                  </a:lnTo>
                  <a:lnTo>
                    <a:pt x="2894" y="300"/>
                  </a:lnTo>
                  <a:lnTo>
                    <a:pt x="2902" y="323"/>
                  </a:lnTo>
                  <a:lnTo>
                    <a:pt x="2909" y="347"/>
                  </a:lnTo>
                  <a:lnTo>
                    <a:pt x="2917" y="371"/>
                  </a:lnTo>
                  <a:lnTo>
                    <a:pt x="2924" y="396"/>
                  </a:lnTo>
                  <a:lnTo>
                    <a:pt x="2933" y="423"/>
                  </a:lnTo>
                  <a:lnTo>
                    <a:pt x="2940" y="449"/>
                  </a:lnTo>
                  <a:lnTo>
                    <a:pt x="2948" y="476"/>
                  </a:lnTo>
                  <a:lnTo>
                    <a:pt x="2955" y="505"/>
                  </a:lnTo>
                  <a:lnTo>
                    <a:pt x="2963" y="533"/>
                  </a:lnTo>
                  <a:lnTo>
                    <a:pt x="2970" y="562"/>
                  </a:lnTo>
                  <a:lnTo>
                    <a:pt x="2979" y="592"/>
                  </a:lnTo>
                  <a:lnTo>
                    <a:pt x="2987" y="622"/>
                  </a:lnTo>
                  <a:lnTo>
                    <a:pt x="2994" y="653"/>
                  </a:lnTo>
                  <a:lnTo>
                    <a:pt x="3002" y="685"/>
                  </a:lnTo>
                  <a:lnTo>
                    <a:pt x="3009" y="717"/>
                  </a:lnTo>
                  <a:lnTo>
                    <a:pt x="3017" y="750"/>
                  </a:lnTo>
                  <a:lnTo>
                    <a:pt x="3024" y="783"/>
                  </a:lnTo>
                  <a:lnTo>
                    <a:pt x="3033" y="816"/>
                  </a:lnTo>
                  <a:lnTo>
                    <a:pt x="3041" y="850"/>
                  </a:lnTo>
                  <a:lnTo>
                    <a:pt x="3048" y="884"/>
                  </a:lnTo>
                  <a:lnTo>
                    <a:pt x="3056" y="919"/>
                  </a:lnTo>
                  <a:lnTo>
                    <a:pt x="3063" y="955"/>
                  </a:lnTo>
                  <a:lnTo>
                    <a:pt x="3070" y="990"/>
                  </a:lnTo>
                  <a:lnTo>
                    <a:pt x="3079" y="1026"/>
                  </a:lnTo>
                  <a:lnTo>
                    <a:pt x="3087" y="1063"/>
                  </a:lnTo>
                  <a:lnTo>
                    <a:pt x="3094" y="1099"/>
                  </a:lnTo>
                  <a:lnTo>
                    <a:pt x="3102" y="1135"/>
                  </a:lnTo>
                  <a:lnTo>
                    <a:pt x="3109" y="1173"/>
                  </a:lnTo>
                  <a:lnTo>
                    <a:pt x="3117" y="1210"/>
                  </a:lnTo>
                  <a:lnTo>
                    <a:pt x="3126" y="1248"/>
                  </a:lnTo>
                  <a:lnTo>
                    <a:pt x="3133" y="1286"/>
                  </a:lnTo>
                  <a:lnTo>
                    <a:pt x="3141" y="1324"/>
                  </a:lnTo>
                  <a:lnTo>
                    <a:pt x="3148" y="1362"/>
                  </a:lnTo>
                  <a:lnTo>
                    <a:pt x="3156" y="1400"/>
                  </a:lnTo>
                  <a:lnTo>
                    <a:pt x="3163" y="1438"/>
                  </a:lnTo>
                  <a:lnTo>
                    <a:pt x="3172" y="1477"/>
                  </a:lnTo>
                  <a:lnTo>
                    <a:pt x="3180" y="1515"/>
                  </a:lnTo>
                  <a:lnTo>
                    <a:pt x="3187" y="1554"/>
                  </a:lnTo>
                  <a:lnTo>
                    <a:pt x="3195" y="1592"/>
                  </a:lnTo>
                  <a:lnTo>
                    <a:pt x="3202" y="1632"/>
                  </a:lnTo>
                  <a:lnTo>
                    <a:pt x="3209" y="1670"/>
                  </a:lnTo>
                  <a:lnTo>
                    <a:pt x="3218" y="1709"/>
                  </a:lnTo>
                  <a:lnTo>
                    <a:pt x="3226" y="1747"/>
                  </a:lnTo>
                  <a:lnTo>
                    <a:pt x="3233" y="1786"/>
                  </a:lnTo>
                  <a:lnTo>
                    <a:pt x="3241" y="1824"/>
                  </a:lnTo>
                  <a:lnTo>
                    <a:pt x="3248" y="1862"/>
                  </a:lnTo>
                  <a:lnTo>
                    <a:pt x="3256" y="1901"/>
                  </a:lnTo>
                  <a:lnTo>
                    <a:pt x="3265" y="1939"/>
                  </a:lnTo>
                  <a:lnTo>
                    <a:pt x="3272" y="1977"/>
                  </a:lnTo>
                  <a:lnTo>
                    <a:pt x="3280" y="2014"/>
                  </a:lnTo>
                  <a:lnTo>
                    <a:pt x="3287" y="2052"/>
                  </a:lnTo>
                  <a:lnTo>
                    <a:pt x="3295" y="2089"/>
                  </a:lnTo>
                  <a:lnTo>
                    <a:pt x="3302" y="2125"/>
                  </a:lnTo>
                  <a:lnTo>
                    <a:pt x="3311" y="2162"/>
                  </a:lnTo>
                  <a:lnTo>
                    <a:pt x="3319" y="2199"/>
                  </a:lnTo>
                  <a:lnTo>
                    <a:pt x="3326" y="2236"/>
                  </a:lnTo>
                  <a:lnTo>
                    <a:pt x="3333" y="2272"/>
                  </a:lnTo>
                  <a:lnTo>
                    <a:pt x="3341" y="2307"/>
                  </a:lnTo>
                  <a:lnTo>
                    <a:pt x="3348" y="2342"/>
                  </a:lnTo>
                  <a:lnTo>
                    <a:pt x="3357" y="2378"/>
                  </a:lnTo>
                  <a:lnTo>
                    <a:pt x="3365" y="2412"/>
                  </a:lnTo>
                  <a:lnTo>
                    <a:pt x="3372" y="2447"/>
                  </a:lnTo>
                  <a:lnTo>
                    <a:pt x="3380" y="2480"/>
                  </a:lnTo>
                  <a:lnTo>
                    <a:pt x="3387" y="2513"/>
                  </a:lnTo>
                  <a:lnTo>
                    <a:pt x="3395" y="2547"/>
                  </a:lnTo>
                  <a:lnTo>
                    <a:pt x="3404" y="2579"/>
                  </a:lnTo>
                  <a:lnTo>
                    <a:pt x="3411" y="2611"/>
                  </a:lnTo>
                  <a:lnTo>
                    <a:pt x="3419" y="2643"/>
                  </a:lnTo>
                  <a:lnTo>
                    <a:pt x="3426" y="2675"/>
                  </a:lnTo>
                  <a:lnTo>
                    <a:pt x="3434" y="2706"/>
                  </a:lnTo>
                  <a:lnTo>
                    <a:pt x="3441" y="2736"/>
                  </a:lnTo>
                  <a:lnTo>
                    <a:pt x="3450" y="2765"/>
                  </a:lnTo>
                  <a:lnTo>
                    <a:pt x="3457" y="2794"/>
                  </a:lnTo>
                  <a:lnTo>
                    <a:pt x="3465" y="2823"/>
                  </a:lnTo>
                  <a:lnTo>
                    <a:pt x="3472" y="2852"/>
                  </a:lnTo>
                  <a:lnTo>
                    <a:pt x="3480" y="2879"/>
                  </a:lnTo>
                  <a:lnTo>
                    <a:pt x="3487" y="2907"/>
                  </a:lnTo>
                  <a:lnTo>
                    <a:pt x="3496" y="2934"/>
                  </a:lnTo>
                  <a:lnTo>
                    <a:pt x="3504" y="2960"/>
                  </a:lnTo>
                  <a:lnTo>
                    <a:pt x="3511" y="2985"/>
                  </a:lnTo>
                  <a:lnTo>
                    <a:pt x="3519" y="3011"/>
                  </a:lnTo>
                  <a:lnTo>
                    <a:pt x="3526" y="3035"/>
                  </a:lnTo>
                  <a:lnTo>
                    <a:pt x="3534" y="3059"/>
                  </a:lnTo>
                  <a:lnTo>
                    <a:pt x="3543" y="3082"/>
                  </a:lnTo>
                  <a:lnTo>
                    <a:pt x="3550" y="3105"/>
                  </a:lnTo>
                  <a:lnTo>
                    <a:pt x="3558" y="3128"/>
                  </a:lnTo>
                  <a:lnTo>
                    <a:pt x="3565" y="3149"/>
                  </a:lnTo>
                  <a:lnTo>
                    <a:pt x="3573" y="3171"/>
                  </a:lnTo>
                  <a:lnTo>
                    <a:pt x="3580" y="3191"/>
                  </a:lnTo>
                  <a:lnTo>
                    <a:pt x="3588" y="3211"/>
                  </a:lnTo>
                  <a:lnTo>
                    <a:pt x="3596" y="3231"/>
                  </a:lnTo>
                  <a:lnTo>
                    <a:pt x="3604" y="3249"/>
                  </a:lnTo>
                  <a:lnTo>
                    <a:pt x="3611" y="3267"/>
                  </a:lnTo>
                  <a:lnTo>
                    <a:pt x="3619" y="3285"/>
                  </a:lnTo>
                  <a:lnTo>
                    <a:pt x="3626" y="3302"/>
                  </a:lnTo>
                  <a:lnTo>
                    <a:pt x="3634" y="3319"/>
                  </a:lnTo>
                  <a:lnTo>
                    <a:pt x="3643" y="3334"/>
                  </a:lnTo>
                  <a:lnTo>
                    <a:pt x="3650" y="3350"/>
                  </a:lnTo>
                  <a:lnTo>
                    <a:pt x="3658" y="3365"/>
                  </a:lnTo>
                  <a:lnTo>
                    <a:pt x="3665" y="3379"/>
                  </a:lnTo>
                  <a:lnTo>
                    <a:pt x="3673" y="3393"/>
                  </a:lnTo>
                  <a:lnTo>
                    <a:pt x="3680" y="3406"/>
                  </a:lnTo>
                  <a:lnTo>
                    <a:pt x="3689" y="3418"/>
                  </a:lnTo>
                  <a:lnTo>
                    <a:pt x="3697" y="3431"/>
                  </a:lnTo>
                  <a:lnTo>
                    <a:pt x="3704" y="3442"/>
                  </a:lnTo>
                  <a:lnTo>
                    <a:pt x="3712" y="3453"/>
                  </a:lnTo>
                  <a:lnTo>
                    <a:pt x="3719" y="3463"/>
                  </a:lnTo>
                  <a:lnTo>
                    <a:pt x="3726" y="3473"/>
                  </a:lnTo>
                  <a:lnTo>
                    <a:pt x="3735" y="3483"/>
                  </a:lnTo>
                  <a:lnTo>
                    <a:pt x="3743" y="3492"/>
                  </a:lnTo>
                  <a:lnTo>
                    <a:pt x="3750" y="3500"/>
                  </a:lnTo>
                  <a:lnTo>
                    <a:pt x="3758" y="3508"/>
                  </a:lnTo>
                  <a:lnTo>
                    <a:pt x="3765" y="3516"/>
                  </a:lnTo>
                  <a:lnTo>
                    <a:pt x="3773" y="3523"/>
                  </a:lnTo>
                  <a:lnTo>
                    <a:pt x="3782" y="3529"/>
                  </a:lnTo>
                  <a:lnTo>
                    <a:pt x="3789" y="3536"/>
                  </a:lnTo>
                  <a:lnTo>
                    <a:pt x="3797" y="3540"/>
                  </a:lnTo>
                  <a:lnTo>
                    <a:pt x="3804" y="3546"/>
                  </a:lnTo>
                  <a:lnTo>
                    <a:pt x="3812" y="3551"/>
                  </a:lnTo>
                  <a:lnTo>
                    <a:pt x="3819" y="3555"/>
                  </a:lnTo>
                  <a:lnTo>
                    <a:pt x="3828" y="3559"/>
                  </a:lnTo>
                  <a:lnTo>
                    <a:pt x="3836" y="3562"/>
                  </a:lnTo>
                  <a:lnTo>
                    <a:pt x="3843" y="3566"/>
                  </a:lnTo>
                  <a:lnTo>
                    <a:pt x="3850" y="3568"/>
                  </a:lnTo>
                  <a:lnTo>
                    <a:pt x="3858" y="3570"/>
                  </a:lnTo>
                  <a:lnTo>
                    <a:pt x="3865" y="3572"/>
                  </a:lnTo>
                  <a:lnTo>
                    <a:pt x="3874" y="3574"/>
                  </a:lnTo>
                  <a:lnTo>
                    <a:pt x="3882" y="3575"/>
                  </a:lnTo>
                  <a:lnTo>
                    <a:pt x="3889" y="3576"/>
                  </a:lnTo>
                  <a:lnTo>
                    <a:pt x="3897" y="3577"/>
                  </a:lnTo>
                  <a:lnTo>
                    <a:pt x="3904" y="3577"/>
                  </a:lnTo>
                  <a:lnTo>
                    <a:pt x="3912" y="3577"/>
                  </a:lnTo>
                  <a:lnTo>
                    <a:pt x="3921" y="3577"/>
                  </a:lnTo>
                  <a:lnTo>
                    <a:pt x="3928" y="3576"/>
                  </a:lnTo>
                  <a:lnTo>
                    <a:pt x="3936" y="3576"/>
                  </a:lnTo>
                  <a:lnTo>
                    <a:pt x="3943" y="3575"/>
                  </a:lnTo>
                  <a:lnTo>
                    <a:pt x="3951" y="3574"/>
                  </a:lnTo>
                  <a:lnTo>
                    <a:pt x="3958" y="3571"/>
                  </a:lnTo>
                  <a:lnTo>
                    <a:pt x="3967" y="3570"/>
                  </a:lnTo>
                  <a:lnTo>
                    <a:pt x="3975" y="3568"/>
                  </a:lnTo>
                  <a:lnTo>
                    <a:pt x="3982" y="3566"/>
                  </a:lnTo>
                  <a:lnTo>
                    <a:pt x="3989" y="3563"/>
                  </a:lnTo>
                  <a:lnTo>
                    <a:pt x="3997" y="3561"/>
                  </a:lnTo>
                  <a:lnTo>
                    <a:pt x="4004" y="3559"/>
                  </a:lnTo>
                  <a:lnTo>
                    <a:pt x="4013" y="3555"/>
                  </a:lnTo>
                  <a:lnTo>
                    <a:pt x="4021" y="3553"/>
                  </a:lnTo>
                  <a:lnTo>
                    <a:pt x="4028" y="3549"/>
                  </a:lnTo>
                  <a:lnTo>
                    <a:pt x="4036" y="3546"/>
                  </a:lnTo>
                  <a:lnTo>
                    <a:pt x="4043" y="3543"/>
                  </a:lnTo>
                  <a:lnTo>
                    <a:pt x="4051" y="3539"/>
                  </a:lnTo>
                  <a:lnTo>
                    <a:pt x="4060" y="3536"/>
                  </a:lnTo>
                  <a:lnTo>
                    <a:pt x="4067" y="3532"/>
                  </a:lnTo>
                  <a:lnTo>
                    <a:pt x="4075" y="3529"/>
                  </a:lnTo>
                  <a:lnTo>
                    <a:pt x="4082" y="3525"/>
                  </a:lnTo>
                  <a:lnTo>
                    <a:pt x="4090" y="3521"/>
                  </a:lnTo>
                  <a:lnTo>
                    <a:pt x="4097" y="3517"/>
                  </a:lnTo>
                  <a:lnTo>
                    <a:pt x="4106" y="3514"/>
                  </a:lnTo>
                  <a:lnTo>
                    <a:pt x="4113" y="3509"/>
                  </a:lnTo>
                  <a:lnTo>
                    <a:pt x="4121" y="3506"/>
                  </a:lnTo>
                  <a:lnTo>
                    <a:pt x="4128" y="3502"/>
                  </a:lnTo>
                  <a:lnTo>
                    <a:pt x="4136" y="3498"/>
                  </a:lnTo>
                  <a:lnTo>
                    <a:pt x="4143" y="3494"/>
                  </a:lnTo>
                  <a:lnTo>
                    <a:pt x="4151" y="3490"/>
                  </a:lnTo>
                  <a:lnTo>
                    <a:pt x="4160" y="3486"/>
                  </a:lnTo>
                  <a:lnTo>
                    <a:pt x="4167" y="3483"/>
                  </a:lnTo>
                  <a:lnTo>
                    <a:pt x="4175" y="3479"/>
                  </a:lnTo>
                  <a:lnTo>
                    <a:pt x="4182" y="3475"/>
                  </a:lnTo>
                  <a:lnTo>
                    <a:pt x="4190" y="3471"/>
                  </a:lnTo>
                  <a:lnTo>
                    <a:pt x="4197" y="3468"/>
                  </a:lnTo>
                  <a:lnTo>
                    <a:pt x="4206" y="3464"/>
                  </a:lnTo>
                  <a:lnTo>
                    <a:pt x="4214" y="3461"/>
                  </a:lnTo>
                  <a:lnTo>
                    <a:pt x="4221" y="3457"/>
                  </a:lnTo>
                  <a:lnTo>
                    <a:pt x="4229" y="3454"/>
                  </a:lnTo>
                  <a:lnTo>
                    <a:pt x="4236" y="3450"/>
                  </a:lnTo>
                  <a:lnTo>
                    <a:pt x="4243" y="3447"/>
                  </a:lnTo>
                  <a:lnTo>
                    <a:pt x="4252" y="3445"/>
                  </a:lnTo>
                  <a:lnTo>
                    <a:pt x="4260" y="3441"/>
                  </a:lnTo>
                  <a:lnTo>
                    <a:pt x="4267" y="3439"/>
                  </a:lnTo>
                  <a:lnTo>
                    <a:pt x="4275" y="3435"/>
                  </a:lnTo>
                  <a:lnTo>
                    <a:pt x="4282" y="3433"/>
                  </a:lnTo>
                  <a:lnTo>
                    <a:pt x="4290" y="3431"/>
                  </a:lnTo>
                  <a:lnTo>
                    <a:pt x="4299" y="3429"/>
                  </a:lnTo>
                  <a:lnTo>
                    <a:pt x="4306" y="3426"/>
                  </a:lnTo>
                  <a:lnTo>
                    <a:pt x="4314" y="3424"/>
                  </a:lnTo>
                  <a:lnTo>
                    <a:pt x="4321" y="3422"/>
                  </a:lnTo>
                  <a:lnTo>
                    <a:pt x="4329" y="3421"/>
                  </a:lnTo>
                  <a:lnTo>
                    <a:pt x="4336" y="3418"/>
                  </a:lnTo>
                  <a:lnTo>
                    <a:pt x="4345" y="3417"/>
                  </a:lnTo>
                  <a:lnTo>
                    <a:pt x="4353" y="3416"/>
                  </a:lnTo>
                  <a:lnTo>
                    <a:pt x="4360" y="3414"/>
                  </a:lnTo>
                  <a:lnTo>
                    <a:pt x="4368" y="3412"/>
                  </a:lnTo>
                  <a:lnTo>
                    <a:pt x="4375" y="3411"/>
                  </a:lnTo>
                  <a:lnTo>
                    <a:pt x="4382" y="3411"/>
                  </a:lnTo>
                  <a:lnTo>
                    <a:pt x="4391" y="3410"/>
                  </a:lnTo>
                  <a:lnTo>
                    <a:pt x="4399" y="3409"/>
                  </a:lnTo>
                  <a:lnTo>
                    <a:pt x="4406" y="3409"/>
                  </a:lnTo>
                  <a:lnTo>
                    <a:pt x="4414" y="3409"/>
                  </a:lnTo>
                  <a:lnTo>
                    <a:pt x="4421" y="3408"/>
                  </a:lnTo>
                  <a:lnTo>
                    <a:pt x="4429" y="3408"/>
                  </a:lnTo>
                  <a:lnTo>
                    <a:pt x="4438" y="3408"/>
                  </a:lnTo>
                  <a:lnTo>
                    <a:pt x="4445" y="3409"/>
                  </a:lnTo>
                  <a:lnTo>
                    <a:pt x="4453" y="3409"/>
                  </a:lnTo>
                  <a:lnTo>
                    <a:pt x="4460" y="3409"/>
                  </a:lnTo>
                  <a:lnTo>
                    <a:pt x="4468" y="3410"/>
                  </a:lnTo>
                  <a:lnTo>
                    <a:pt x="4475" y="3410"/>
                  </a:lnTo>
                  <a:lnTo>
                    <a:pt x="4484" y="3411"/>
                  </a:lnTo>
                  <a:lnTo>
                    <a:pt x="4492" y="3412"/>
                  </a:lnTo>
                  <a:lnTo>
                    <a:pt x="4499" y="3414"/>
                  </a:lnTo>
                  <a:lnTo>
                    <a:pt x="4506" y="3415"/>
                  </a:lnTo>
                  <a:lnTo>
                    <a:pt x="4514" y="3416"/>
                  </a:lnTo>
                  <a:lnTo>
                    <a:pt x="4521" y="3417"/>
                  </a:lnTo>
                  <a:lnTo>
                    <a:pt x="4530" y="3418"/>
                  </a:lnTo>
                  <a:lnTo>
                    <a:pt x="4538" y="3421"/>
                  </a:lnTo>
                  <a:lnTo>
                    <a:pt x="4545" y="3422"/>
                  </a:lnTo>
                  <a:lnTo>
                    <a:pt x="4553" y="3424"/>
                  </a:lnTo>
                  <a:lnTo>
                    <a:pt x="4560" y="3426"/>
                  </a:lnTo>
                  <a:lnTo>
                    <a:pt x="4568" y="3427"/>
                  </a:lnTo>
                  <a:lnTo>
                    <a:pt x="4577" y="3430"/>
                  </a:lnTo>
                  <a:lnTo>
                    <a:pt x="4584" y="3432"/>
                  </a:lnTo>
                  <a:lnTo>
                    <a:pt x="4592" y="3434"/>
                  </a:lnTo>
                  <a:lnTo>
                    <a:pt x="4599" y="3437"/>
                  </a:lnTo>
                  <a:lnTo>
                    <a:pt x="4607" y="3439"/>
                  </a:lnTo>
                  <a:lnTo>
                    <a:pt x="4614" y="3441"/>
                  </a:lnTo>
                  <a:lnTo>
                    <a:pt x="4623" y="3445"/>
                  </a:lnTo>
                  <a:lnTo>
                    <a:pt x="4631" y="3447"/>
                  </a:lnTo>
                  <a:lnTo>
                    <a:pt x="4638" y="3449"/>
                  </a:lnTo>
                  <a:lnTo>
                    <a:pt x="4645" y="3453"/>
                  </a:lnTo>
                  <a:lnTo>
                    <a:pt x="4653" y="3455"/>
                  </a:lnTo>
                  <a:lnTo>
                    <a:pt x="4660" y="3457"/>
                  </a:lnTo>
                  <a:lnTo>
                    <a:pt x="4669" y="3461"/>
                  </a:lnTo>
                  <a:lnTo>
                    <a:pt x="4677" y="3463"/>
                  </a:lnTo>
                  <a:lnTo>
                    <a:pt x="4684" y="3467"/>
                  </a:lnTo>
                  <a:lnTo>
                    <a:pt x="4692" y="3469"/>
                  </a:lnTo>
                  <a:lnTo>
                    <a:pt x="4699" y="3472"/>
                  </a:lnTo>
                  <a:lnTo>
                    <a:pt x="4707" y="3476"/>
                  </a:lnTo>
                  <a:lnTo>
                    <a:pt x="4716" y="3478"/>
                  </a:lnTo>
                  <a:lnTo>
                    <a:pt x="4723" y="3482"/>
                  </a:lnTo>
                  <a:lnTo>
                    <a:pt x="4731" y="3484"/>
                  </a:lnTo>
                  <a:lnTo>
                    <a:pt x="4738" y="3487"/>
                  </a:lnTo>
                  <a:lnTo>
                    <a:pt x="4746" y="3491"/>
                  </a:lnTo>
                  <a:lnTo>
                    <a:pt x="4753" y="3493"/>
                  </a:lnTo>
                  <a:lnTo>
                    <a:pt x="4761" y="3496"/>
                  </a:lnTo>
                  <a:lnTo>
                    <a:pt x="4769" y="3500"/>
                  </a:lnTo>
                  <a:lnTo>
                    <a:pt x="4777" y="3502"/>
                  </a:lnTo>
                  <a:lnTo>
                    <a:pt x="4784" y="3506"/>
                  </a:lnTo>
                  <a:lnTo>
                    <a:pt x="4792" y="3508"/>
                  </a:lnTo>
                  <a:lnTo>
                    <a:pt x="4799" y="3511"/>
                  </a:lnTo>
                  <a:lnTo>
                    <a:pt x="4807" y="3514"/>
                  </a:lnTo>
                  <a:lnTo>
                    <a:pt x="4816" y="3517"/>
                  </a:lnTo>
                  <a:lnTo>
                    <a:pt x="4823" y="3520"/>
                  </a:lnTo>
                  <a:lnTo>
                    <a:pt x="4831" y="3522"/>
                  </a:lnTo>
                  <a:lnTo>
                    <a:pt x="4838" y="3525"/>
                  </a:lnTo>
                  <a:lnTo>
                    <a:pt x="4846" y="3528"/>
                  </a:lnTo>
                  <a:lnTo>
                    <a:pt x="4853" y="3530"/>
                  </a:lnTo>
                  <a:lnTo>
                    <a:pt x="4862" y="3533"/>
                  </a:lnTo>
                  <a:lnTo>
                    <a:pt x="4870" y="3536"/>
                  </a:lnTo>
                  <a:lnTo>
                    <a:pt x="4877" y="3538"/>
                  </a:lnTo>
                  <a:lnTo>
                    <a:pt x="4885" y="3540"/>
                  </a:lnTo>
                  <a:lnTo>
                    <a:pt x="4892" y="3543"/>
                  </a:lnTo>
                  <a:lnTo>
                    <a:pt x="4899" y="3545"/>
                  </a:lnTo>
                  <a:lnTo>
                    <a:pt x="4908" y="3547"/>
                  </a:lnTo>
                  <a:lnTo>
                    <a:pt x="4916" y="3549"/>
                  </a:lnTo>
                  <a:lnTo>
                    <a:pt x="4923" y="3552"/>
                  </a:lnTo>
                  <a:lnTo>
                    <a:pt x="4931" y="3553"/>
                  </a:lnTo>
                  <a:lnTo>
                    <a:pt x="4938" y="3555"/>
                  </a:lnTo>
                  <a:lnTo>
                    <a:pt x="4946" y="3556"/>
                  </a:lnTo>
                  <a:lnTo>
                    <a:pt x="4955" y="3559"/>
                  </a:lnTo>
                  <a:lnTo>
                    <a:pt x="4962" y="3560"/>
                  </a:lnTo>
                  <a:lnTo>
                    <a:pt x="4970" y="3562"/>
                  </a:lnTo>
                  <a:lnTo>
                    <a:pt x="4977" y="3563"/>
                  </a:lnTo>
                  <a:lnTo>
                    <a:pt x="4985" y="3564"/>
                  </a:lnTo>
                  <a:lnTo>
                    <a:pt x="4992" y="3567"/>
                  </a:lnTo>
                  <a:lnTo>
                    <a:pt x="5001" y="3568"/>
                  </a:lnTo>
                  <a:lnTo>
                    <a:pt x="5009" y="3569"/>
                  </a:lnTo>
                  <a:lnTo>
                    <a:pt x="5016" y="3570"/>
                  </a:lnTo>
                  <a:lnTo>
                    <a:pt x="5024" y="3571"/>
                  </a:lnTo>
                  <a:lnTo>
                    <a:pt x="5031" y="3571"/>
                  </a:lnTo>
                  <a:lnTo>
                    <a:pt x="5038" y="3572"/>
                  </a:lnTo>
                  <a:lnTo>
                    <a:pt x="5047" y="3574"/>
                  </a:lnTo>
                  <a:lnTo>
                    <a:pt x="5055" y="3575"/>
                  </a:lnTo>
                  <a:lnTo>
                    <a:pt x="5062" y="3575"/>
                  </a:lnTo>
                  <a:lnTo>
                    <a:pt x="5070" y="3576"/>
                  </a:lnTo>
                  <a:lnTo>
                    <a:pt x="5077" y="3576"/>
                  </a:lnTo>
                  <a:lnTo>
                    <a:pt x="5085" y="3576"/>
                  </a:lnTo>
                  <a:lnTo>
                    <a:pt x="5094" y="3577"/>
                  </a:lnTo>
                  <a:lnTo>
                    <a:pt x="5101" y="3577"/>
                  </a:lnTo>
                  <a:lnTo>
                    <a:pt x="5109" y="3577"/>
                  </a:lnTo>
                  <a:lnTo>
                    <a:pt x="5116" y="3577"/>
                  </a:lnTo>
                  <a:lnTo>
                    <a:pt x="5124" y="3577"/>
                  </a:lnTo>
                  <a:lnTo>
                    <a:pt x="5131" y="3577"/>
                  </a:lnTo>
                  <a:lnTo>
                    <a:pt x="5140" y="3577"/>
                  </a:lnTo>
                  <a:lnTo>
                    <a:pt x="5148" y="3577"/>
                  </a:lnTo>
                  <a:lnTo>
                    <a:pt x="5155" y="3576"/>
                  </a:lnTo>
                  <a:lnTo>
                    <a:pt x="5162" y="3576"/>
                  </a:lnTo>
                  <a:lnTo>
                    <a:pt x="5170" y="3576"/>
                  </a:lnTo>
                  <a:lnTo>
                    <a:pt x="5177" y="3575"/>
                  </a:lnTo>
                  <a:lnTo>
                    <a:pt x="5186" y="3575"/>
                  </a:lnTo>
                  <a:lnTo>
                    <a:pt x="5194" y="3574"/>
                  </a:lnTo>
                  <a:lnTo>
                    <a:pt x="5201" y="3574"/>
                  </a:lnTo>
                  <a:lnTo>
                    <a:pt x="5209" y="3572"/>
                  </a:lnTo>
                  <a:lnTo>
                    <a:pt x="5216" y="3572"/>
                  </a:lnTo>
                  <a:lnTo>
                    <a:pt x="5224" y="3571"/>
                  </a:lnTo>
                  <a:lnTo>
                    <a:pt x="5233" y="3570"/>
                  </a:lnTo>
                  <a:lnTo>
                    <a:pt x="5240" y="3569"/>
                  </a:lnTo>
                  <a:lnTo>
                    <a:pt x="5248" y="3569"/>
                  </a:lnTo>
                  <a:lnTo>
                    <a:pt x="5255" y="3568"/>
                  </a:lnTo>
                  <a:lnTo>
                    <a:pt x="5263" y="3567"/>
                  </a:lnTo>
                  <a:lnTo>
                    <a:pt x="5270" y="3566"/>
                  </a:lnTo>
                  <a:lnTo>
                    <a:pt x="5279" y="3564"/>
                  </a:lnTo>
                  <a:lnTo>
                    <a:pt x="5287" y="3563"/>
                  </a:lnTo>
                  <a:lnTo>
                    <a:pt x="5294" y="3562"/>
                  </a:lnTo>
                  <a:lnTo>
                    <a:pt x="5301" y="3561"/>
                  </a:lnTo>
                  <a:lnTo>
                    <a:pt x="5309" y="3560"/>
                  </a:lnTo>
                  <a:lnTo>
                    <a:pt x="5316" y="3559"/>
                  </a:lnTo>
                  <a:lnTo>
                    <a:pt x="5324" y="3558"/>
                  </a:lnTo>
                  <a:lnTo>
                    <a:pt x="5333" y="3556"/>
                  </a:lnTo>
                  <a:lnTo>
                    <a:pt x="5340" y="3555"/>
                  </a:lnTo>
                  <a:lnTo>
                    <a:pt x="5348" y="3554"/>
                  </a:lnTo>
                  <a:lnTo>
                    <a:pt x="5355" y="3553"/>
                  </a:lnTo>
                  <a:lnTo>
                    <a:pt x="5363" y="3552"/>
                  </a:lnTo>
                  <a:lnTo>
                    <a:pt x="5370" y="3551"/>
                  </a:lnTo>
                  <a:lnTo>
                    <a:pt x="5379" y="3548"/>
                  </a:lnTo>
                  <a:lnTo>
                    <a:pt x="5387" y="3547"/>
                  </a:lnTo>
                  <a:lnTo>
                    <a:pt x="5394" y="3546"/>
                  </a:lnTo>
                </a:path>
              </a:pathLst>
            </a:custGeom>
            <a:noFill/>
            <a:ln w="26988" cap="flat" cmpd="sng">
              <a:solidFill>
                <a:srgbClr val="000000">
                  <a:alpha val="100000"/>
                </a:srgbClr>
              </a:solidFill>
              <a:prstDash val="solid"/>
              <a:round/>
              <a:headEnd type="none" w="med" len="med"/>
              <a:tailEnd type="none" w="med" len="med"/>
            </a:ln>
          </p:spPr>
          <p:txBody>
            <a:bodyPr/>
            <a:p>
              <a:endParaRPr lang="zh-CN" altLang="en-US"/>
            </a:p>
          </p:txBody>
        </p:sp>
        <p:sp>
          <p:nvSpPr>
            <p:cNvPr id="100412" name="Rectangle 69"/>
            <p:cNvSpPr/>
            <p:nvPr/>
          </p:nvSpPr>
          <p:spPr>
            <a:xfrm rot="-5400000">
              <a:off x="2648" y="1082"/>
              <a:ext cx="10" cy="34"/>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100413" name="Rectangle 70"/>
            <p:cNvSpPr/>
            <p:nvPr/>
          </p:nvSpPr>
          <p:spPr>
            <a:xfrm>
              <a:off x="1350" y="691"/>
              <a:ext cx="8" cy="43"/>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grpSp>
        <p:nvGrpSpPr>
          <p:cNvPr id="93763" name="Group 579"/>
          <p:cNvGrpSpPr/>
          <p:nvPr/>
        </p:nvGrpSpPr>
        <p:grpSpPr>
          <a:xfrm>
            <a:off x="1716088" y="981075"/>
            <a:ext cx="4497716" cy="758825"/>
            <a:chOff x="121" y="618"/>
            <a:chExt cx="2833" cy="478"/>
          </a:xfrm>
        </p:grpSpPr>
        <p:grpSp>
          <p:nvGrpSpPr>
            <p:cNvPr id="100282" name="Group 135"/>
            <p:cNvGrpSpPr/>
            <p:nvPr/>
          </p:nvGrpSpPr>
          <p:grpSpPr>
            <a:xfrm>
              <a:off x="121" y="618"/>
              <a:ext cx="2833" cy="478"/>
              <a:chOff x="336" y="1075"/>
              <a:chExt cx="2348" cy="721"/>
            </a:xfrm>
          </p:grpSpPr>
          <p:sp>
            <p:nvSpPr>
              <p:cNvPr id="100284" name="Line 73"/>
              <p:cNvSpPr/>
              <p:nvPr/>
            </p:nvSpPr>
            <p:spPr>
              <a:xfrm>
                <a:off x="336" y="1795"/>
                <a:ext cx="1" cy="1"/>
              </a:xfrm>
              <a:prstGeom prst="line">
                <a:avLst/>
              </a:prstGeom>
              <a:ln w="9525" cap="flat" cmpd="sng">
                <a:solidFill>
                  <a:srgbClr val="000000"/>
                </a:solidFill>
                <a:prstDash val="solid"/>
                <a:headEnd type="none" w="med" len="med"/>
                <a:tailEnd type="none" w="med" len="med"/>
              </a:ln>
            </p:spPr>
          </p:sp>
          <p:sp>
            <p:nvSpPr>
              <p:cNvPr id="100285" name="Line 74"/>
              <p:cNvSpPr/>
              <p:nvPr/>
            </p:nvSpPr>
            <p:spPr>
              <a:xfrm>
                <a:off x="458" y="1795"/>
                <a:ext cx="1" cy="1"/>
              </a:xfrm>
              <a:prstGeom prst="line">
                <a:avLst/>
              </a:prstGeom>
              <a:ln w="9525" cap="flat" cmpd="sng">
                <a:solidFill>
                  <a:srgbClr val="000000"/>
                </a:solidFill>
                <a:prstDash val="solid"/>
                <a:headEnd type="none" w="med" len="med"/>
                <a:tailEnd type="none" w="med" len="med"/>
              </a:ln>
            </p:spPr>
          </p:sp>
          <p:sp>
            <p:nvSpPr>
              <p:cNvPr id="100286" name="Line 75"/>
              <p:cNvSpPr/>
              <p:nvPr/>
            </p:nvSpPr>
            <p:spPr>
              <a:xfrm>
                <a:off x="581" y="1795"/>
                <a:ext cx="1" cy="1"/>
              </a:xfrm>
              <a:prstGeom prst="line">
                <a:avLst/>
              </a:prstGeom>
              <a:ln w="9525" cap="flat" cmpd="sng">
                <a:solidFill>
                  <a:srgbClr val="000000"/>
                </a:solidFill>
                <a:prstDash val="solid"/>
                <a:headEnd type="none" w="med" len="med"/>
                <a:tailEnd type="none" w="med" len="med"/>
              </a:ln>
            </p:spPr>
          </p:sp>
          <p:sp>
            <p:nvSpPr>
              <p:cNvPr id="100287" name="Line 76"/>
              <p:cNvSpPr/>
              <p:nvPr/>
            </p:nvSpPr>
            <p:spPr>
              <a:xfrm>
                <a:off x="703" y="1795"/>
                <a:ext cx="1" cy="1"/>
              </a:xfrm>
              <a:prstGeom prst="line">
                <a:avLst/>
              </a:prstGeom>
              <a:ln w="9525" cap="flat" cmpd="sng">
                <a:solidFill>
                  <a:srgbClr val="000000"/>
                </a:solidFill>
                <a:prstDash val="solid"/>
                <a:headEnd type="none" w="med" len="med"/>
                <a:tailEnd type="none" w="med" len="med"/>
              </a:ln>
            </p:spPr>
          </p:sp>
          <p:sp>
            <p:nvSpPr>
              <p:cNvPr id="100288" name="Line 77"/>
              <p:cNvSpPr/>
              <p:nvPr/>
            </p:nvSpPr>
            <p:spPr>
              <a:xfrm>
                <a:off x="825" y="1795"/>
                <a:ext cx="1" cy="1"/>
              </a:xfrm>
              <a:prstGeom prst="line">
                <a:avLst/>
              </a:prstGeom>
              <a:ln w="9525" cap="flat" cmpd="sng">
                <a:solidFill>
                  <a:srgbClr val="000000"/>
                </a:solidFill>
                <a:prstDash val="solid"/>
                <a:headEnd type="none" w="med" len="med"/>
                <a:tailEnd type="none" w="med" len="med"/>
              </a:ln>
            </p:spPr>
          </p:sp>
          <p:sp>
            <p:nvSpPr>
              <p:cNvPr id="100289" name="Line 78"/>
              <p:cNvSpPr/>
              <p:nvPr/>
            </p:nvSpPr>
            <p:spPr>
              <a:xfrm>
                <a:off x="947" y="1795"/>
                <a:ext cx="1" cy="1"/>
              </a:xfrm>
              <a:prstGeom prst="line">
                <a:avLst/>
              </a:prstGeom>
              <a:ln w="9525" cap="flat" cmpd="sng">
                <a:solidFill>
                  <a:srgbClr val="000000"/>
                </a:solidFill>
                <a:prstDash val="solid"/>
                <a:headEnd type="none" w="med" len="med"/>
                <a:tailEnd type="none" w="med" len="med"/>
              </a:ln>
            </p:spPr>
          </p:sp>
          <p:sp>
            <p:nvSpPr>
              <p:cNvPr id="100290" name="Line 79"/>
              <p:cNvSpPr/>
              <p:nvPr/>
            </p:nvSpPr>
            <p:spPr>
              <a:xfrm>
                <a:off x="1070" y="1795"/>
                <a:ext cx="1" cy="1"/>
              </a:xfrm>
              <a:prstGeom prst="line">
                <a:avLst/>
              </a:prstGeom>
              <a:ln w="9525" cap="flat" cmpd="sng">
                <a:solidFill>
                  <a:srgbClr val="000000"/>
                </a:solidFill>
                <a:prstDash val="solid"/>
                <a:headEnd type="none" w="med" len="med"/>
                <a:tailEnd type="none" w="med" len="med"/>
              </a:ln>
            </p:spPr>
          </p:sp>
          <p:sp>
            <p:nvSpPr>
              <p:cNvPr id="100291" name="Line 80"/>
              <p:cNvSpPr/>
              <p:nvPr/>
            </p:nvSpPr>
            <p:spPr>
              <a:xfrm>
                <a:off x="1192" y="1795"/>
                <a:ext cx="1" cy="1"/>
              </a:xfrm>
              <a:prstGeom prst="line">
                <a:avLst/>
              </a:prstGeom>
              <a:ln w="9525" cap="flat" cmpd="sng">
                <a:solidFill>
                  <a:srgbClr val="000000"/>
                </a:solidFill>
                <a:prstDash val="solid"/>
                <a:headEnd type="none" w="med" len="med"/>
                <a:tailEnd type="none" w="med" len="med"/>
              </a:ln>
            </p:spPr>
          </p:sp>
          <p:sp>
            <p:nvSpPr>
              <p:cNvPr id="100292" name="Line 81"/>
              <p:cNvSpPr/>
              <p:nvPr/>
            </p:nvSpPr>
            <p:spPr>
              <a:xfrm>
                <a:off x="1314" y="1795"/>
                <a:ext cx="1" cy="1"/>
              </a:xfrm>
              <a:prstGeom prst="line">
                <a:avLst/>
              </a:prstGeom>
              <a:ln w="9525" cap="flat" cmpd="sng">
                <a:solidFill>
                  <a:srgbClr val="000000"/>
                </a:solidFill>
                <a:prstDash val="solid"/>
                <a:headEnd type="none" w="med" len="med"/>
                <a:tailEnd type="none" w="med" len="med"/>
              </a:ln>
            </p:spPr>
          </p:sp>
          <p:sp>
            <p:nvSpPr>
              <p:cNvPr id="100293" name="Line 82"/>
              <p:cNvSpPr/>
              <p:nvPr/>
            </p:nvSpPr>
            <p:spPr>
              <a:xfrm>
                <a:off x="1436" y="1795"/>
                <a:ext cx="1" cy="1"/>
              </a:xfrm>
              <a:prstGeom prst="line">
                <a:avLst/>
              </a:prstGeom>
              <a:ln w="9525" cap="flat" cmpd="sng">
                <a:solidFill>
                  <a:srgbClr val="000000"/>
                </a:solidFill>
                <a:prstDash val="solid"/>
                <a:headEnd type="none" w="med" len="med"/>
                <a:tailEnd type="none" w="med" len="med"/>
              </a:ln>
            </p:spPr>
          </p:sp>
          <p:sp>
            <p:nvSpPr>
              <p:cNvPr id="100294" name="Line 83"/>
              <p:cNvSpPr/>
              <p:nvPr/>
            </p:nvSpPr>
            <p:spPr>
              <a:xfrm>
                <a:off x="1559" y="1795"/>
                <a:ext cx="1" cy="1"/>
              </a:xfrm>
              <a:prstGeom prst="line">
                <a:avLst/>
              </a:prstGeom>
              <a:ln w="9525" cap="flat" cmpd="sng">
                <a:solidFill>
                  <a:srgbClr val="000000"/>
                </a:solidFill>
                <a:prstDash val="solid"/>
                <a:headEnd type="none" w="med" len="med"/>
                <a:tailEnd type="none" w="med" len="med"/>
              </a:ln>
            </p:spPr>
          </p:sp>
          <p:sp>
            <p:nvSpPr>
              <p:cNvPr id="100295" name="Line 84"/>
              <p:cNvSpPr/>
              <p:nvPr/>
            </p:nvSpPr>
            <p:spPr>
              <a:xfrm>
                <a:off x="1681" y="1795"/>
                <a:ext cx="1" cy="1"/>
              </a:xfrm>
              <a:prstGeom prst="line">
                <a:avLst/>
              </a:prstGeom>
              <a:ln w="9525" cap="flat" cmpd="sng">
                <a:solidFill>
                  <a:srgbClr val="000000"/>
                </a:solidFill>
                <a:prstDash val="solid"/>
                <a:headEnd type="none" w="med" len="med"/>
                <a:tailEnd type="none" w="med" len="med"/>
              </a:ln>
            </p:spPr>
          </p:sp>
          <p:sp>
            <p:nvSpPr>
              <p:cNvPr id="100296" name="Line 85"/>
              <p:cNvSpPr/>
              <p:nvPr/>
            </p:nvSpPr>
            <p:spPr>
              <a:xfrm>
                <a:off x="1803" y="1795"/>
                <a:ext cx="1" cy="1"/>
              </a:xfrm>
              <a:prstGeom prst="line">
                <a:avLst/>
              </a:prstGeom>
              <a:ln w="9525" cap="flat" cmpd="sng">
                <a:solidFill>
                  <a:srgbClr val="000000"/>
                </a:solidFill>
                <a:prstDash val="solid"/>
                <a:headEnd type="none" w="med" len="med"/>
                <a:tailEnd type="none" w="med" len="med"/>
              </a:ln>
            </p:spPr>
          </p:sp>
          <p:sp>
            <p:nvSpPr>
              <p:cNvPr id="100297" name="Line 86"/>
              <p:cNvSpPr/>
              <p:nvPr/>
            </p:nvSpPr>
            <p:spPr>
              <a:xfrm>
                <a:off x="1926" y="1795"/>
                <a:ext cx="1" cy="1"/>
              </a:xfrm>
              <a:prstGeom prst="line">
                <a:avLst/>
              </a:prstGeom>
              <a:ln w="9525" cap="flat" cmpd="sng">
                <a:solidFill>
                  <a:srgbClr val="000000"/>
                </a:solidFill>
                <a:prstDash val="solid"/>
                <a:headEnd type="none" w="med" len="med"/>
                <a:tailEnd type="none" w="med" len="med"/>
              </a:ln>
            </p:spPr>
          </p:sp>
          <p:sp>
            <p:nvSpPr>
              <p:cNvPr id="100298" name="Line 87"/>
              <p:cNvSpPr/>
              <p:nvPr/>
            </p:nvSpPr>
            <p:spPr>
              <a:xfrm>
                <a:off x="2048" y="1795"/>
                <a:ext cx="1" cy="1"/>
              </a:xfrm>
              <a:prstGeom prst="line">
                <a:avLst/>
              </a:prstGeom>
              <a:ln w="9525" cap="flat" cmpd="sng">
                <a:solidFill>
                  <a:srgbClr val="000000"/>
                </a:solidFill>
                <a:prstDash val="solid"/>
                <a:headEnd type="none" w="med" len="med"/>
                <a:tailEnd type="none" w="med" len="med"/>
              </a:ln>
            </p:spPr>
          </p:sp>
          <p:sp>
            <p:nvSpPr>
              <p:cNvPr id="100299" name="Line 88"/>
              <p:cNvSpPr/>
              <p:nvPr/>
            </p:nvSpPr>
            <p:spPr>
              <a:xfrm>
                <a:off x="2170" y="1795"/>
                <a:ext cx="1" cy="1"/>
              </a:xfrm>
              <a:prstGeom prst="line">
                <a:avLst/>
              </a:prstGeom>
              <a:ln w="9525" cap="flat" cmpd="sng">
                <a:solidFill>
                  <a:srgbClr val="000000"/>
                </a:solidFill>
                <a:prstDash val="solid"/>
                <a:headEnd type="none" w="med" len="med"/>
                <a:tailEnd type="none" w="med" len="med"/>
              </a:ln>
            </p:spPr>
          </p:sp>
          <p:sp>
            <p:nvSpPr>
              <p:cNvPr id="100300" name="Line 89"/>
              <p:cNvSpPr/>
              <p:nvPr/>
            </p:nvSpPr>
            <p:spPr>
              <a:xfrm>
                <a:off x="2292" y="1795"/>
                <a:ext cx="1" cy="1"/>
              </a:xfrm>
              <a:prstGeom prst="line">
                <a:avLst/>
              </a:prstGeom>
              <a:ln w="9525" cap="flat" cmpd="sng">
                <a:solidFill>
                  <a:srgbClr val="000000"/>
                </a:solidFill>
                <a:prstDash val="solid"/>
                <a:headEnd type="none" w="med" len="med"/>
                <a:tailEnd type="none" w="med" len="med"/>
              </a:ln>
            </p:spPr>
          </p:sp>
          <p:sp>
            <p:nvSpPr>
              <p:cNvPr id="100301" name="Line 90"/>
              <p:cNvSpPr/>
              <p:nvPr/>
            </p:nvSpPr>
            <p:spPr>
              <a:xfrm>
                <a:off x="2415" y="1795"/>
                <a:ext cx="1" cy="1"/>
              </a:xfrm>
              <a:prstGeom prst="line">
                <a:avLst/>
              </a:prstGeom>
              <a:ln w="9525" cap="flat" cmpd="sng">
                <a:solidFill>
                  <a:srgbClr val="000000"/>
                </a:solidFill>
                <a:prstDash val="solid"/>
                <a:headEnd type="none" w="med" len="med"/>
                <a:tailEnd type="none" w="med" len="med"/>
              </a:ln>
            </p:spPr>
          </p:sp>
          <p:sp>
            <p:nvSpPr>
              <p:cNvPr id="100302" name="Line 91"/>
              <p:cNvSpPr/>
              <p:nvPr/>
            </p:nvSpPr>
            <p:spPr>
              <a:xfrm>
                <a:off x="2537" y="1795"/>
                <a:ext cx="1" cy="1"/>
              </a:xfrm>
              <a:prstGeom prst="line">
                <a:avLst/>
              </a:prstGeom>
              <a:ln w="9525" cap="flat" cmpd="sng">
                <a:solidFill>
                  <a:srgbClr val="000000"/>
                </a:solidFill>
                <a:prstDash val="solid"/>
                <a:headEnd type="none" w="med" len="med"/>
                <a:tailEnd type="none" w="med" len="med"/>
              </a:ln>
            </p:spPr>
          </p:sp>
          <p:sp>
            <p:nvSpPr>
              <p:cNvPr id="100303" name="Line 92"/>
              <p:cNvSpPr/>
              <p:nvPr/>
            </p:nvSpPr>
            <p:spPr>
              <a:xfrm>
                <a:off x="336" y="1795"/>
                <a:ext cx="2201" cy="1"/>
              </a:xfrm>
              <a:prstGeom prst="line">
                <a:avLst/>
              </a:prstGeom>
              <a:ln w="9525" cap="flat" cmpd="sng">
                <a:solidFill>
                  <a:srgbClr val="000000"/>
                </a:solidFill>
                <a:prstDash val="solid"/>
                <a:headEnd type="none" w="med" len="med"/>
                <a:tailEnd type="none" w="med" len="med"/>
              </a:ln>
            </p:spPr>
          </p:sp>
          <p:sp>
            <p:nvSpPr>
              <p:cNvPr id="100304" name="Line 93"/>
              <p:cNvSpPr/>
              <p:nvPr/>
            </p:nvSpPr>
            <p:spPr>
              <a:xfrm>
                <a:off x="336" y="1795"/>
                <a:ext cx="1" cy="1"/>
              </a:xfrm>
              <a:prstGeom prst="line">
                <a:avLst/>
              </a:prstGeom>
              <a:ln w="9525" cap="flat" cmpd="sng">
                <a:solidFill>
                  <a:srgbClr val="000000"/>
                </a:solidFill>
                <a:prstDash val="solid"/>
                <a:headEnd type="none" w="med" len="med"/>
                <a:tailEnd type="none" w="med" len="med"/>
              </a:ln>
            </p:spPr>
          </p:sp>
          <p:sp>
            <p:nvSpPr>
              <p:cNvPr id="100305" name="Line 94"/>
              <p:cNvSpPr/>
              <p:nvPr/>
            </p:nvSpPr>
            <p:spPr>
              <a:xfrm>
                <a:off x="336" y="1717"/>
                <a:ext cx="1" cy="1"/>
              </a:xfrm>
              <a:prstGeom prst="line">
                <a:avLst/>
              </a:prstGeom>
              <a:ln w="9525" cap="flat" cmpd="sng">
                <a:solidFill>
                  <a:srgbClr val="000000"/>
                </a:solidFill>
                <a:prstDash val="solid"/>
                <a:headEnd type="none" w="med" len="med"/>
                <a:tailEnd type="none" w="med" len="med"/>
              </a:ln>
            </p:spPr>
          </p:sp>
          <p:sp>
            <p:nvSpPr>
              <p:cNvPr id="100306" name="Line 95"/>
              <p:cNvSpPr/>
              <p:nvPr/>
            </p:nvSpPr>
            <p:spPr>
              <a:xfrm>
                <a:off x="336" y="1639"/>
                <a:ext cx="1" cy="1"/>
              </a:xfrm>
              <a:prstGeom prst="line">
                <a:avLst/>
              </a:prstGeom>
              <a:ln w="9525" cap="flat" cmpd="sng">
                <a:solidFill>
                  <a:srgbClr val="000000"/>
                </a:solidFill>
                <a:prstDash val="solid"/>
                <a:headEnd type="none" w="med" len="med"/>
                <a:tailEnd type="none" w="med" len="med"/>
              </a:ln>
            </p:spPr>
          </p:sp>
          <p:sp>
            <p:nvSpPr>
              <p:cNvPr id="100307" name="Line 96"/>
              <p:cNvSpPr/>
              <p:nvPr/>
            </p:nvSpPr>
            <p:spPr>
              <a:xfrm>
                <a:off x="336" y="1561"/>
                <a:ext cx="1" cy="1"/>
              </a:xfrm>
              <a:prstGeom prst="line">
                <a:avLst/>
              </a:prstGeom>
              <a:ln w="9525" cap="flat" cmpd="sng">
                <a:solidFill>
                  <a:srgbClr val="000000"/>
                </a:solidFill>
                <a:prstDash val="solid"/>
                <a:headEnd type="none" w="med" len="med"/>
                <a:tailEnd type="none" w="med" len="med"/>
              </a:ln>
            </p:spPr>
          </p:sp>
          <p:sp>
            <p:nvSpPr>
              <p:cNvPr id="100308" name="Line 97"/>
              <p:cNvSpPr/>
              <p:nvPr/>
            </p:nvSpPr>
            <p:spPr>
              <a:xfrm>
                <a:off x="336" y="1482"/>
                <a:ext cx="1" cy="1"/>
              </a:xfrm>
              <a:prstGeom prst="line">
                <a:avLst/>
              </a:prstGeom>
              <a:ln w="9525" cap="flat" cmpd="sng">
                <a:solidFill>
                  <a:srgbClr val="000000"/>
                </a:solidFill>
                <a:prstDash val="solid"/>
                <a:headEnd type="none" w="med" len="med"/>
                <a:tailEnd type="none" w="med" len="med"/>
              </a:ln>
            </p:spPr>
          </p:sp>
          <p:sp>
            <p:nvSpPr>
              <p:cNvPr id="100309" name="Line 98"/>
              <p:cNvSpPr/>
              <p:nvPr/>
            </p:nvSpPr>
            <p:spPr>
              <a:xfrm>
                <a:off x="336" y="1404"/>
                <a:ext cx="1" cy="1"/>
              </a:xfrm>
              <a:prstGeom prst="line">
                <a:avLst/>
              </a:prstGeom>
              <a:ln w="9525" cap="flat" cmpd="sng">
                <a:solidFill>
                  <a:srgbClr val="000000"/>
                </a:solidFill>
                <a:prstDash val="solid"/>
                <a:headEnd type="none" w="med" len="med"/>
                <a:tailEnd type="none" w="med" len="med"/>
              </a:ln>
            </p:spPr>
          </p:sp>
          <p:sp>
            <p:nvSpPr>
              <p:cNvPr id="100310" name="Line 99"/>
              <p:cNvSpPr/>
              <p:nvPr/>
            </p:nvSpPr>
            <p:spPr>
              <a:xfrm>
                <a:off x="336" y="1326"/>
                <a:ext cx="1" cy="1"/>
              </a:xfrm>
              <a:prstGeom prst="line">
                <a:avLst/>
              </a:prstGeom>
              <a:ln w="9525" cap="flat" cmpd="sng">
                <a:solidFill>
                  <a:srgbClr val="000000"/>
                </a:solidFill>
                <a:prstDash val="solid"/>
                <a:headEnd type="none" w="med" len="med"/>
                <a:tailEnd type="none" w="med" len="med"/>
              </a:ln>
            </p:spPr>
          </p:sp>
          <p:sp>
            <p:nvSpPr>
              <p:cNvPr id="100311" name="Line 100"/>
              <p:cNvSpPr/>
              <p:nvPr/>
            </p:nvSpPr>
            <p:spPr>
              <a:xfrm>
                <a:off x="336" y="1248"/>
                <a:ext cx="1" cy="1"/>
              </a:xfrm>
              <a:prstGeom prst="line">
                <a:avLst/>
              </a:prstGeom>
              <a:ln w="9525" cap="flat" cmpd="sng">
                <a:solidFill>
                  <a:srgbClr val="000000"/>
                </a:solidFill>
                <a:prstDash val="solid"/>
                <a:headEnd type="none" w="med" len="med"/>
                <a:tailEnd type="none" w="med" len="med"/>
              </a:ln>
            </p:spPr>
          </p:sp>
          <p:sp>
            <p:nvSpPr>
              <p:cNvPr id="100312" name="Line 101"/>
              <p:cNvSpPr/>
              <p:nvPr/>
            </p:nvSpPr>
            <p:spPr>
              <a:xfrm>
                <a:off x="336" y="1170"/>
                <a:ext cx="1" cy="1"/>
              </a:xfrm>
              <a:prstGeom prst="line">
                <a:avLst/>
              </a:prstGeom>
              <a:ln w="9525" cap="flat" cmpd="sng">
                <a:solidFill>
                  <a:srgbClr val="000000"/>
                </a:solidFill>
                <a:prstDash val="solid"/>
                <a:headEnd type="none" w="med" len="med"/>
                <a:tailEnd type="none" w="med" len="med"/>
              </a:ln>
            </p:spPr>
          </p:sp>
          <p:sp>
            <p:nvSpPr>
              <p:cNvPr id="100313" name="Freeform 102"/>
              <p:cNvSpPr/>
              <p:nvPr/>
            </p:nvSpPr>
            <p:spPr>
              <a:xfrm>
                <a:off x="336" y="1139"/>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00314" name="Line 103"/>
              <p:cNvSpPr/>
              <p:nvPr/>
            </p:nvSpPr>
            <p:spPr>
              <a:xfrm>
                <a:off x="458" y="1139"/>
                <a:ext cx="1" cy="1"/>
              </a:xfrm>
              <a:prstGeom prst="line">
                <a:avLst/>
              </a:prstGeom>
              <a:ln w="9525" cap="flat" cmpd="sng">
                <a:solidFill>
                  <a:srgbClr val="000000"/>
                </a:solidFill>
                <a:prstDash val="solid"/>
                <a:headEnd type="none" w="med" len="med"/>
                <a:tailEnd type="none" w="med" len="med"/>
              </a:ln>
            </p:spPr>
          </p:sp>
          <p:sp>
            <p:nvSpPr>
              <p:cNvPr id="100315" name="Line 104"/>
              <p:cNvSpPr/>
              <p:nvPr/>
            </p:nvSpPr>
            <p:spPr>
              <a:xfrm>
                <a:off x="581" y="1139"/>
                <a:ext cx="1" cy="1"/>
              </a:xfrm>
              <a:prstGeom prst="line">
                <a:avLst/>
              </a:prstGeom>
              <a:ln w="9525" cap="flat" cmpd="sng">
                <a:solidFill>
                  <a:srgbClr val="000000"/>
                </a:solidFill>
                <a:prstDash val="solid"/>
                <a:headEnd type="none" w="med" len="med"/>
                <a:tailEnd type="none" w="med" len="med"/>
              </a:ln>
            </p:spPr>
          </p:sp>
          <p:sp>
            <p:nvSpPr>
              <p:cNvPr id="100316" name="Line 105"/>
              <p:cNvSpPr/>
              <p:nvPr/>
            </p:nvSpPr>
            <p:spPr>
              <a:xfrm>
                <a:off x="703" y="1139"/>
                <a:ext cx="1" cy="1"/>
              </a:xfrm>
              <a:prstGeom prst="line">
                <a:avLst/>
              </a:prstGeom>
              <a:ln w="9525" cap="flat" cmpd="sng">
                <a:solidFill>
                  <a:srgbClr val="000000"/>
                </a:solidFill>
                <a:prstDash val="solid"/>
                <a:headEnd type="none" w="med" len="med"/>
                <a:tailEnd type="none" w="med" len="med"/>
              </a:ln>
            </p:spPr>
          </p:sp>
          <p:sp>
            <p:nvSpPr>
              <p:cNvPr id="100317" name="Line 106"/>
              <p:cNvSpPr/>
              <p:nvPr/>
            </p:nvSpPr>
            <p:spPr>
              <a:xfrm>
                <a:off x="825" y="1139"/>
                <a:ext cx="1" cy="1"/>
              </a:xfrm>
              <a:prstGeom prst="line">
                <a:avLst/>
              </a:prstGeom>
              <a:ln w="9525" cap="flat" cmpd="sng">
                <a:solidFill>
                  <a:srgbClr val="000000"/>
                </a:solidFill>
                <a:prstDash val="solid"/>
                <a:headEnd type="none" w="med" len="med"/>
                <a:tailEnd type="none" w="med" len="med"/>
              </a:ln>
            </p:spPr>
          </p:sp>
          <p:sp>
            <p:nvSpPr>
              <p:cNvPr id="100318" name="Line 107"/>
              <p:cNvSpPr/>
              <p:nvPr/>
            </p:nvSpPr>
            <p:spPr>
              <a:xfrm>
                <a:off x="947" y="1139"/>
                <a:ext cx="1" cy="1"/>
              </a:xfrm>
              <a:prstGeom prst="line">
                <a:avLst/>
              </a:prstGeom>
              <a:ln w="9525" cap="flat" cmpd="sng">
                <a:solidFill>
                  <a:srgbClr val="000000"/>
                </a:solidFill>
                <a:prstDash val="solid"/>
                <a:headEnd type="none" w="med" len="med"/>
                <a:tailEnd type="none" w="med" len="med"/>
              </a:ln>
            </p:spPr>
          </p:sp>
          <p:sp>
            <p:nvSpPr>
              <p:cNvPr id="100319" name="Line 108"/>
              <p:cNvSpPr/>
              <p:nvPr/>
            </p:nvSpPr>
            <p:spPr>
              <a:xfrm>
                <a:off x="1070" y="1139"/>
                <a:ext cx="1" cy="1"/>
              </a:xfrm>
              <a:prstGeom prst="line">
                <a:avLst/>
              </a:prstGeom>
              <a:ln w="9525" cap="flat" cmpd="sng">
                <a:solidFill>
                  <a:srgbClr val="000000"/>
                </a:solidFill>
                <a:prstDash val="solid"/>
                <a:headEnd type="none" w="med" len="med"/>
                <a:tailEnd type="none" w="med" len="med"/>
              </a:ln>
            </p:spPr>
          </p:sp>
          <p:sp>
            <p:nvSpPr>
              <p:cNvPr id="100320" name="Line 109"/>
              <p:cNvSpPr/>
              <p:nvPr/>
            </p:nvSpPr>
            <p:spPr>
              <a:xfrm>
                <a:off x="1192" y="1139"/>
                <a:ext cx="1" cy="1"/>
              </a:xfrm>
              <a:prstGeom prst="line">
                <a:avLst/>
              </a:prstGeom>
              <a:ln w="9525" cap="flat" cmpd="sng">
                <a:solidFill>
                  <a:srgbClr val="000000"/>
                </a:solidFill>
                <a:prstDash val="solid"/>
                <a:headEnd type="none" w="med" len="med"/>
                <a:tailEnd type="none" w="med" len="med"/>
              </a:ln>
            </p:spPr>
          </p:sp>
          <p:sp>
            <p:nvSpPr>
              <p:cNvPr id="100321" name="Line 110"/>
              <p:cNvSpPr/>
              <p:nvPr/>
            </p:nvSpPr>
            <p:spPr>
              <a:xfrm>
                <a:off x="1314" y="1139"/>
                <a:ext cx="1" cy="1"/>
              </a:xfrm>
              <a:prstGeom prst="line">
                <a:avLst/>
              </a:prstGeom>
              <a:ln w="9525" cap="flat" cmpd="sng">
                <a:solidFill>
                  <a:srgbClr val="000000"/>
                </a:solidFill>
                <a:prstDash val="solid"/>
                <a:headEnd type="none" w="med" len="med"/>
                <a:tailEnd type="none" w="med" len="med"/>
              </a:ln>
            </p:spPr>
          </p:sp>
          <p:sp>
            <p:nvSpPr>
              <p:cNvPr id="100322" name="Line 111"/>
              <p:cNvSpPr/>
              <p:nvPr/>
            </p:nvSpPr>
            <p:spPr>
              <a:xfrm>
                <a:off x="1436" y="1139"/>
                <a:ext cx="1" cy="1"/>
              </a:xfrm>
              <a:prstGeom prst="line">
                <a:avLst/>
              </a:prstGeom>
              <a:ln w="9525" cap="flat" cmpd="sng">
                <a:solidFill>
                  <a:srgbClr val="000000"/>
                </a:solidFill>
                <a:prstDash val="solid"/>
                <a:headEnd type="none" w="med" len="med"/>
                <a:tailEnd type="none" w="med" len="med"/>
              </a:ln>
            </p:spPr>
          </p:sp>
          <p:sp>
            <p:nvSpPr>
              <p:cNvPr id="100323" name="Line 112"/>
              <p:cNvSpPr/>
              <p:nvPr/>
            </p:nvSpPr>
            <p:spPr>
              <a:xfrm>
                <a:off x="1559" y="1139"/>
                <a:ext cx="1" cy="1"/>
              </a:xfrm>
              <a:prstGeom prst="line">
                <a:avLst/>
              </a:prstGeom>
              <a:ln w="9525" cap="flat" cmpd="sng">
                <a:solidFill>
                  <a:srgbClr val="000000"/>
                </a:solidFill>
                <a:prstDash val="solid"/>
                <a:headEnd type="none" w="med" len="med"/>
                <a:tailEnd type="none" w="med" len="med"/>
              </a:ln>
            </p:spPr>
          </p:sp>
          <p:sp>
            <p:nvSpPr>
              <p:cNvPr id="100324" name="Line 113"/>
              <p:cNvSpPr/>
              <p:nvPr/>
            </p:nvSpPr>
            <p:spPr>
              <a:xfrm>
                <a:off x="1681" y="1139"/>
                <a:ext cx="1" cy="1"/>
              </a:xfrm>
              <a:prstGeom prst="line">
                <a:avLst/>
              </a:prstGeom>
              <a:ln w="9525" cap="flat" cmpd="sng">
                <a:solidFill>
                  <a:srgbClr val="000000"/>
                </a:solidFill>
                <a:prstDash val="solid"/>
                <a:headEnd type="none" w="med" len="med"/>
                <a:tailEnd type="none" w="med" len="med"/>
              </a:ln>
            </p:spPr>
          </p:sp>
          <p:sp>
            <p:nvSpPr>
              <p:cNvPr id="100325" name="Line 114"/>
              <p:cNvSpPr/>
              <p:nvPr/>
            </p:nvSpPr>
            <p:spPr>
              <a:xfrm>
                <a:off x="1803" y="1139"/>
                <a:ext cx="1" cy="1"/>
              </a:xfrm>
              <a:prstGeom prst="line">
                <a:avLst/>
              </a:prstGeom>
              <a:ln w="9525" cap="flat" cmpd="sng">
                <a:solidFill>
                  <a:srgbClr val="000000"/>
                </a:solidFill>
                <a:prstDash val="solid"/>
                <a:headEnd type="none" w="med" len="med"/>
                <a:tailEnd type="none" w="med" len="med"/>
              </a:ln>
            </p:spPr>
          </p:sp>
          <p:sp>
            <p:nvSpPr>
              <p:cNvPr id="100326" name="Line 115"/>
              <p:cNvSpPr/>
              <p:nvPr/>
            </p:nvSpPr>
            <p:spPr>
              <a:xfrm>
                <a:off x="1926" y="1139"/>
                <a:ext cx="1" cy="1"/>
              </a:xfrm>
              <a:prstGeom prst="line">
                <a:avLst/>
              </a:prstGeom>
              <a:ln w="9525" cap="flat" cmpd="sng">
                <a:solidFill>
                  <a:srgbClr val="000000"/>
                </a:solidFill>
                <a:prstDash val="solid"/>
                <a:headEnd type="none" w="med" len="med"/>
                <a:tailEnd type="none" w="med" len="med"/>
              </a:ln>
            </p:spPr>
          </p:sp>
          <p:sp>
            <p:nvSpPr>
              <p:cNvPr id="100327" name="Line 116"/>
              <p:cNvSpPr/>
              <p:nvPr/>
            </p:nvSpPr>
            <p:spPr>
              <a:xfrm>
                <a:off x="2048" y="1139"/>
                <a:ext cx="1" cy="1"/>
              </a:xfrm>
              <a:prstGeom prst="line">
                <a:avLst/>
              </a:prstGeom>
              <a:ln w="9525" cap="flat" cmpd="sng">
                <a:solidFill>
                  <a:srgbClr val="000000"/>
                </a:solidFill>
                <a:prstDash val="solid"/>
                <a:headEnd type="none" w="med" len="med"/>
                <a:tailEnd type="none" w="med" len="med"/>
              </a:ln>
            </p:spPr>
          </p:sp>
          <p:sp>
            <p:nvSpPr>
              <p:cNvPr id="100328" name="Line 117"/>
              <p:cNvSpPr/>
              <p:nvPr/>
            </p:nvSpPr>
            <p:spPr>
              <a:xfrm>
                <a:off x="2170" y="1139"/>
                <a:ext cx="1" cy="1"/>
              </a:xfrm>
              <a:prstGeom prst="line">
                <a:avLst/>
              </a:prstGeom>
              <a:ln w="9525" cap="flat" cmpd="sng">
                <a:solidFill>
                  <a:srgbClr val="000000"/>
                </a:solidFill>
                <a:prstDash val="solid"/>
                <a:headEnd type="none" w="med" len="med"/>
                <a:tailEnd type="none" w="med" len="med"/>
              </a:ln>
            </p:spPr>
          </p:sp>
          <p:sp>
            <p:nvSpPr>
              <p:cNvPr id="100329" name="Line 118"/>
              <p:cNvSpPr/>
              <p:nvPr/>
            </p:nvSpPr>
            <p:spPr>
              <a:xfrm>
                <a:off x="2292" y="1139"/>
                <a:ext cx="1" cy="1"/>
              </a:xfrm>
              <a:prstGeom prst="line">
                <a:avLst/>
              </a:prstGeom>
              <a:ln w="9525" cap="flat" cmpd="sng">
                <a:solidFill>
                  <a:srgbClr val="000000"/>
                </a:solidFill>
                <a:prstDash val="solid"/>
                <a:headEnd type="none" w="med" len="med"/>
                <a:tailEnd type="none" w="med" len="med"/>
              </a:ln>
            </p:spPr>
          </p:sp>
          <p:sp>
            <p:nvSpPr>
              <p:cNvPr id="100330" name="Line 119"/>
              <p:cNvSpPr/>
              <p:nvPr/>
            </p:nvSpPr>
            <p:spPr>
              <a:xfrm>
                <a:off x="2415" y="1139"/>
                <a:ext cx="1" cy="1"/>
              </a:xfrm>
              <a:prstGeom prst="line">
                <a:avLst/>
              </a:prstGeom>
              <a:ln w="9525" cap="flat" cmpd="sng">
                <a:solidFill>
                  <a:srgbClr val="000000"/>
                </a:solidFill>
                <a:prstDash val="solid"/>
                <a:headEnd type="none" w="med" len="med"/>
                <a:tailEnd type="none" w="med" len="med"/>
              </a:ln>
            </p:spPr>
          </p:sp>
          <p:sp>
            <p:nvSpPr>
              <p:cNvPr id="100331" name="Line 120"/>
              <p:cNvSpPr/>
              <p:nvPr/>
            </p:nvSpPr>
            <p:spPr>
              <a:xfrm>
                <a:off x="2537" y="1139"/>
                <a:ext cx="1" cy="1"/>
              </a:xfrm>
              <a:prstGeom prst="line">
                <a:avLst/>
              </a:prstGeom>
              <a:ln w="9525" cap="flat" cmpd="sng">
                <a:solidFill>
                  <a:srgbClr val="000000"/>
                </a:solidFill>
                <a:prstDash val="solid"/>
                <a:headEnd type="none" w="med" len="med"/>
                <a:tailEnd type="none" w="med" len="med"/>
              </a:ln>
            </p:spPr>
          </p:sp>
          <p:sp>
            <p:nvSpPr>
              <p:cNvPr id="100332" name="Line 121"/>
              <p:cNvSpPr/>
              <p:nvPr/>
            </p:nvSpPr>
            <p:spPr>
              <a:xfrm>
                <a:off x="336" y="1139"/>
                <a:ext cx="2201" cy="1"/>
              </a:xfrm>
              <a:prstGeom prst="line">
                <a:avLst/>
              </a:prstGeom>
              <a:ln w="9525" cap="flat" cmpd="sng">
                <a:solidFill>
                  <a:srgbClr val="000000"/>
                </a:solidFill>
                <a:prstDash val="solid"/>
                <a:headEnd type="none" w="med" len="med"/>
                <a:tailEnd type="none" w="med" len="med"/>
              </a:ln>
            </p:spPr>
          </p:sp>
          <p:sp>
            <p:nvSpPr>
              <p:cNvPr id="100333" name="Line 122"/>
              <p:cNvSpPr/>
              <p:nvPr/>
            </p:nvSpPr>
            <p:spPr>
              <a:xfrm>
                <a:off x="2537" y="1795"/>
                <a:ext cx="1" cy="1"/>
              </a:xfrm>
              <a:prstGeom prst="line">
                <a:avLst/>
              </a:prstGeom>
              <a:ln w="9525" cap="flat" cmpd="sng">
                <a:solidFill>
                  <a:srgbClr val="000000"/>
                </a:solidFill>
                <a:prstDash val="solid"/>
                <a:headEnd type="none" w="med" len="med"/>
                <a:tailEnd type="none" w="med" len="med"/>
              </a:ln>
            </p:spPr>
          </p:sp>
          <p:sp>
            <p:nvSpPr>
              <p:cNvPr id="100334" name="Line 123"/>
              <p:cNvSpPr/>
              <p:nvPr/>
            </p:nvSpPr>
            <p:spPr>
              <a:xfrm>
                <a:off x="2537" y="1717"/>
                <a:ext cx="1" cy="1"/>
              </a:xfrm>
              <a:prstGeom prst="line">
                <a:avLst/>
              </a:prstGeom>
              <a:ln w="9525" cap="flat" cmpd="sng">
                <a:solidFill>
                  <a:srgbClr val="000000"/>
                </a:solidFill>
                <a:prstDash val="solid"/>
                <a:headEnd type="none" w="med" len="med"/>
                <a:tailEnd type="none" w="med" len="med"/>
              </a:ln>
            </p:spPr>
          </p:sp>
          <p:sp>
            <p:nvSpPr>
              <p:cNvPr id="100335" name="Line 124"/>
              <p:cNvSpPr/>
              <p:nvPr/>
            </p:nvSpPr>
            <p:spPr>
              <a:xfrm>
                <a:off x="2537" y="1639"/>
                <a:ext cx="1" cy="1"/>
              </a:xfrm>
              <a:prstGeom prst="line">
                <a:avLst/>
              </a:prstGeom>
              <a:ln w="9525" cap="flat" cmpd="sng">
                <a:solidFill>
                  <a:srgbClr val="000000"/>
                </a:solidFill>
                <a:prstDash val="solid"/>
                <a:headEnd type="none" w="med" len="med"/>
                <a:tailEnd type="none" w="med" len="med"/>
              </a:ln>
            </p:spPr>
          </p:sp>
          <p:sp>
            <p:nvSpPr>
              <p:cNvPr id="100336" name="Line 125"/>
              <p:cNvSpPr/>
              <p:nvPr/>
            </p:nvSpPr>
            <p:spPr>
              <a:xfrm>
                <a:off x="2537" y="1561"/>
                <a:ext cx="1" cy="1"/>
              </a:xfrm>
              <a:prstGeom prst="line">
                <a:avLst/>
              </a:prstGeom>
              <a:ln w="9525" cap="flat" cmpd="sng">
                <a:solidFill>
                  <a:srgbClr val="000000"/>
                </a:solidFill>
                <a:prstDash val="solid"/>
                <a:headEnd type="none" w="med" len="med"/>
                <a:tailEnd type="none" w="med" len="med"/>
              </a:ln>
            </p:spPr>
          </p:sp>
          <p:sp>
            <p:nvSpPr>
              <p:cNvPr id="100337" name="Line 126"/>
              <p:cNvSpPr/>
              <p:nvPr/>
            </p:nvSpPr>
            <p:spPr>
              <a:xfrm>
                <a:off x="2537" y="1482"/>
                <a:ext cx="1" cy="1"/>
              </a:xfrm>
              <a:prstGeom prst="line">
                <a:avLst/>
              </a:prstGeom>
              <a:ln w="9525" cap="flat" cmpd="sng">
                <a:solidFill>
                  <a:srgbClr val="000000"/>
                </a:solidFill>
                <a:prstDash val="solid"/>
                <a:headEnd type="none" w="med" len="med"/>
                <a:tailEnd type="none" w="med" len="med"/>
              </a:ln>
            </p:spPr>
          </p:sp>
          <p:sp>
            <p:nvSpPr>
              <p:cNvPr id="100338" name="Line 127"/>
              <p:cNvSpPr/>
              <p:nvPr/>
            </p:nvSpPr>
            <p:spPr>
              <a:xfrm>
                <a:off x="2537" y="1404"/>
                <a:ext cx="1" cy="1"/>
              </a:xfrm>
              <a:prstGeom prst="line">
                <a:avLst/>
              </a:prstGeom>
              <a:ln w="9525" cap="flat" cmpd="sng">
                <a:solidFill>
                  <a:srgbClr val="000000"/>
                </a:solidFill>
                <a:prstDash val="solid"/>
                <a:headEnd type="none" w="med" len="med"/>
                <a:tailEnd type="none" w="med" len="med"/>
              </a:ln>
            </p:spPr>
          </p:sp>
          <p:sp>
            <p:nvSpPr>
              <p:cNvPr id="100339" name="Line 128"/>
              <p:cNvSpPr/>
              <p:nvPr/>
            </p:nvSpPr>
            <p:spPr>
              <a:xfrm>
                <a:off x="2537" y="1326"/>
                <a:ext cx="1" cy="1"/>
              </a:xfrm>
              <a:prstGeom prst="line">
                <a:avLst/>
              </a:prstGeom>
              <a:ln w="9525" cap="flat" cmpd="sng">
                <a:solidFill>
                  <a:srgbClr val="000000"/>
                </a:solidFill>
                <a:prstDash val="solid"/>
                <a:headEnd type="none" w="med" len="med"/>
                <a:tailEnd type="none" w="med" len="med"/>
              </a:ln>
            </p:spPr>
          </p:sp>
          <p:sp>
            <p:nvSpPr>
              <p:cNvPr id="100340" name="Line 129"/>
              <p:cNvSpPr/>
              <p:nvPr/>
            </p:nvSpPr>
            <p:spPr>
              <a:xfrm>
                <a:off x="2537" y="1248"/>
                <a:ext cx="1" cy="1"/>
              </a:xfrm>
              <a:prstGeom prst="line">
                <a:avLst/>
              </a:prstGeom>
              <a:ln w="9525" cap="flat" cmpd="sng">
                <a:solidFill>
                  <a:srgbClr val="000000"/>
                </a:solidFill>
                <a:prstDash val="solid"/>
                <a:headEnd type="none" w="med" len="med"/>
                <a:tailEnd type="none" w="med" len="med"/>
              </a:ln>
            </p:spPr>
          </p:sp>
          <p:sp>
            <p:nvSpPr>
              <p:cNvPr id="100341" name="Line 130"/>
              <p:cNvSpPr/>
              <p:nvPr/>
            </p:nvSpPr>
            <p:spPr>
              <a:xfrm>
                <a:off x="2537" y="1170"/>
                <a:ext cx="1" cy="1"/>
              </a:xfrm>
              <a:prstGeom prst="line">
                <a:avLst/>
              </a:prstGeom>
              <a:ln w="9525" cap="flat" cmpd="sng">
                <a:solidFill>
                  <a:srgbClr val="000000"/>
                </a:solidFill>
                <a:prstDash val="solid"/>
                <a:headEnd type="none" w="med" len="med"/>
                <a:tailEnd type="none" w="med" len="med"/>
              </a:ln>
            </p:spPr>
          </p:sp>
          <p:sp>
            <p:nvSpPr>
              <p:cNvPr id="100342" name="Line 131"/>
              <p:cNvSpPr/>
              <p:nvPr/>
            </p:nvSpPr>
            <p:spPr>
              <a:xfrm flipV="1">
                <a:off x="2537" y="1139"/>
                <a:ext cx="1" cy="656"/>
              </a:xfrm>
              <a:prstGeom prst="line">
                <a:avLst/>
              </a:prstGeom>
              <a:ln w="9525" cap="flat" cmpd="sng">
                <a:solidFill>
                  <a:srgbClr val="000000"/>
                </a:solidFill>
                <a:prstDash val="solid"/>
                <a:headEnd type="none" w="med" len="med"/>
                <a:tailEnd type="none" w="med" len="med"/>
              </a:ln>
            </p:spPr>
          </p:sp>
          <p:sp>
            <p:nvSpPr>
              <p:cNvPr id="100343" name="Freeform 132"/>
              <p:cNvSpPr/>
              <p:nvPr/>
            </p:nvSpPr>
            <p:spPr>
              <a:xfrm>
                <a:off x="582" y="1482"/>
                <a:ext cx="1709" cy="1"/>
              </a:xfrm>
              <a:custGeom>
                <a:avLst/>
                <a:gdLst/>
                <a:ahLst/>
                <a:cxnLst>
                  <a:cxn ang="0">
                    <a:pos x="25" y="0"/>
                  </a:cxn>
                  <a:cxn ang="0">
                    <a:pos x="51" y="0"/>
                  </a:cxn>
                  <a:cxn ang="0">
                    <a:pos x="78" y="0"/>
                  </a:cxn>
                  <a:cxn ang="0">
                    <a:pos x="105" y="0"/>
                  </a:cxn>
                  <a:cxn ang="0">
                    <a:pos x="132" y="0"/>
                  </a:cxn>
                  <a:cxn ang="0">
                    <a:pos x="159" y="0"/>
                  </a:cxn>
                  <a:cxn ang="0">
                    <a:pos x="186" y="0"/>
                  </a:cxn>
                  <a:cxn ang="0">
                    <a:pos x="213" y="0"/>
                  </a:cxn>
                  <a:cxn ang="0">
                    <a:pos x="240" y="0"/>
                  </a:cxn>
                  <a:cxn ang="0">
                    <a:pos x="266" y="0"/>
                  </a:cxn>
                  <a:cxn ang="0">
                    <a:pos x="293" y="0"/>
                  </a:cxn>
                  <a:cxn ang="0">
                    <a:pos x="320" y="0"/>
                  </a:cxn>
                  <a:cxn ang="0">
                    <a:pos x="347" y="0"/>
                  </a:cxn>
                  <a:cxn ang="0">
                    <a:pos x="374" y="0"/>
                  </a:cxn>
                  <a:cxn ang="0">
                    <a:pos x="401" y="0"/>
                  </a:cxn>
                  <a:cxn ang="0">
                    <a:pos x="428" y="0"/>
                  </a:cxn>
                  <a:cxn ang="0">
                    <a:pos x="455" y="0"/>
                  </a:cxn>
                  <a:cxn ang="0">
                    <a:pos x="481" y="0"/>
                  </a:cxn>
                  <a:cxn ang="0">
                    <a:pos x="508" y="0"/>
                  </a:cxn>
                  <a:cxn ang="0">
                    <a:pos x="535" y="0"/>
                  </a:cxn>
                  <a:cxn ang="0">
                    <a:pos x="562" y="0"/>
                  </a:cxn>
                  <a:cxn ang="0">
                    <a:pos x="589" y="0"/>
                  </a:cxn>
                  <a:cxn ang="0">
                    <a:pos x="616" y="0"/>
                  </a:cxn>
                  <a:cxn ang="0">
                    <a:pos x="643" y="0"/>
                  </a:cxn>
                  <a:cxn ang="0">
                    <a:pos x="670" y="0"/>
                  </a:cxn>
                  <a:cxn ang="0">
                    <a:pos x="697" y="0"/>
                  </a:cxn>
                  <a:cxn ang="0">
                    <a:pos x="724" y="0"/>
                  </a:cxn>
                  <a:cxn ang="0">
                    <a:pos x="751" y="0"/>
                  </a:cxn>
                  <a:cxn ang="0">
                    <a:pos x="777" y="0"/>
                  </a:cxn>
                  <a:cxn ang="0">
                    <a:pos x="804" y="0"/>
                  </a:cxn>
                  <a:cxn ang="0">
                    <a:pos x="831" y="0"/>
                  </a:cxn>
                  <a:cxn ang="0">
                    <a:pos x="858" y="0"/>
                  </a:cxn>
                  <a:cxn ang="0">
                    <a:pos x="885" y="0"/>
                  </a:cxn>
                  <a:cxn ang="0">
                    <a:pos x="912" y="0"/>
                  </a:cxn>
                  <a:cxn ang="0">
                    <a:pos x="939" y="0"/>
                  </a:cxn>
                  <a:cxn ang="0">
                    <a:pos x="966" y="0"/>
                  </a:cxn>
                  <a:cxn ang="0">
                    <a:pos x="993" y="0"/>
                  </a:cxn>
                  <a:cxn ang="0">
                    <a:pos x="1020" y="0"/>
                  </a:cxn>
                  <a:cxn ang="0">
                    <a:pos x="1046" y="0"/>
                  </a:cxn>
                  <a:cxn ang="0">
                    <a:pos x="1073" y="0"/>
                  </a:cxn>
                  <a:cxn ang="0">
                    <a:pos x="1100" y="0"/>
                  </a:cxn>
                  <a:cxn ang="0">
                    <a:pos x="1127" y="0"/>
                  </a:cxn>
                  <a:cxn ang="0">
                    <a:pos x="1154" y="0"/>
                  </a:cxn>
                  <a:cxn ang="0">
                    <a:pos x="1181" y="0"/>
                  </a:cxn>
                  <a:cxn ang="0">
                    <a:pos x="1208" y="0"/>
                  </a:cxn>
                  <a:cxn ang="0">
                    <a:pos x="1235" y="0"/>
                  </a:cxn>
                  <a:cxn ang="0">
                    <a:pos x="1262" y="0"/>
                  </a:cxn>
                  <a:cxn ang="0">
                    <a:pos x="1289" y="0"/>
                  </a:cxn>
                  <a:cxn ang="0">
                    <a:pos x="1315" y="0"/>
                  </a:cxn>
                  <a:cxn ang="0">
                    <a:pos x="1342" y="0"/>
                  </a:cxn>
                  <a:cxn ang="0">
                    <a:pos x="1369" y="0"/>
                  </a:cxn>
                  <a:cxn ang="0">
                    <a:pos x="1396" y="0"/>
                  </a:cxn>
                  <a:cxn ang="0">
                    <a:pos x="1423" y="0"/>
                  </a:cxn>
                  <a:cxn ang="0">
                    <a:pos x="1450" y="0"/>
                  </a:cxn>
                  <a:cxn ang="0">
                    <a:pos x="1477" y="0"/>
                  </a:cxn>
                  <a:cxn ang="0">
                    <a:pos x="1504" y="0"/>
                  </a:cxn>
                  <a:cxn ang="0">
                    <a:pos x="1531" y="0"/>
                  </a:cxn>
                  <a:cxn ang="0">
                    <a:pos x="1558" y="0"/>
                  </a:cxn>
                  <a:cxn ang="0">
                    <a:pos x="1585" y="0"/>
                  </a:cxn>
                  <a:cxn ang="0">
                    <a:pos x="1611" y="0"/>
                  </a:cxn>
                  <a:cxn ang="0">
                    <a:pos x="1638" y="0"/>
                  </a:cxn>
                  <a:cxn ang="0">
                    <a:pos x="1665" y="0"/>
                  </a:cxn>
                  <a:cxn ang="0">
                    <a:pos x="1692" y="0"/>
                  </a:cxn>
                </a:cxnLst>
                <a:pathLst>
                  <a:path w="5127" h="1">
                    <a:moveTo>
                      <a:pt x="0" y="0"/>
                    </a:moveTo>
                    <a:lnTo>
                      <a:pt x="7" y="0"/>
                    </a:lnTo>
                    <a:lnTo>
                      <a:pt x="14" y="0"/>
                    </a:lnTo>
                    <a:lnTo>
                      <a:pt x="23" y="0"/>
                    </a:lnTo>
                    <a:lnTo>
                      <a:pt x="30" y="0"/>
                    </a:lnTo>
                    <a:lnTo>
                      <a:pt x="37" y="0"/>
                    </a:lnTo>
                    <a:lnTo>
                      <a:pt x="44" y="0"/>
                    </a:lnTo>
                    <a:lnTo>
                      <a:pt x="51" y="0"/>
                    </a:lnTo>
                    <a:lnTo>
                      <a:pt x="58" y="0"/>
                    </a:lnTo>
                    <a:lnTo>
                      <a:pt x="67" y="0"/>
                    </a:lnTo>
                    <a:lnTo>
                      <a:pt x="74" y="0"/>
                    </a:lnTo>
                    <a:lnTo>
                      <a:pt x="81" y="0"/>
                    </a:lnTo>
                    <a:lnTo>
                      <a:pt x="88" y="0"/>
                    </a:lnTo>
                    <a:lnTo>
                      <a:pt x="95" y="0"/>
                    </a:lnTo>
                    <a:lnTo>
                      <a:pt x="102" y="0"/>
                    </a:lnTo>
                    <a:lnTo>
                      <a:pt x="109" y="0"/>
                    </a:lnTo>
                    <a:lnTo>
                      <a:pt x="118" y="0"/>
                    </a:lnTo>
                    <a:lnTo>
                      <a:pt x="125" y="0"/>
                    </a:lnTo>
                    <a:lnTo>
                      <a:pt x="132" y="0"/>
                    </a:lnTo>
                    <a:lnTo>
                      <a:pt x="139" y="0"/>
                    </a:lnTo>
                    <a:lnTo>
                      <a:pt x="146" y="0"/>
                    </a:lnTo>
                    <a:lnTo>
                      <a:pt x="153" y="0"/>
                    </a:lnTo>
                    <a:lnTo>
                      <a:pt x="162" y="0"/>
                    </a:lnTo>
                    <a:lnTo>
                      <a:pt x="169" y="0"/>
                    </a:lnTo>
                    <a:lnTo>
                      <a:pt x="176" y="0"/>
                    </a:lnTo>
                    <a:lnTo>
                      <a:pt x="183" y="0"/>
                    </a:lnTo>
                    <a:lnTo>
                      <a:pt x="190" y="0"/>
                    </a:lnTo>
                    <a:lnTo>
                      <a:pt x="197" y="0"/>
                    </a:lnTo>
                    <a:lnTo>
                      <a:pt x="206" y="0"/>
                    </a:lnTo>
                    <a:lnTo>
                      <a:pt x="213" y="0"/>
                    </a:lnTo>
                    <a:lnTo>
                      <a:pt x="220" y="0"/>
                    </a:lnTo>
                    <a:lnTo>
                      <a:pt x="227" y="0"/>
                    </a:lnTo>
                    <a:lnTo>
                      <a:pt x="234" y="0"/>
                    </a:lnTo>
                    <a:lnTo>
                      <a:pt x="241" y="0"/>
                    </a:lnTo>
                    <a:lnTo>
                      <a:pt x="250" y="0"/>
                    </a:lnTo>
                    <a:lnTo>
                      <a:pt x="257" y="0"/>
                    </a:lnTo>
                    <a:lnTo>
                      <a:pt x="264" y="0"/>
                    </a:lnTo>
                    <a:lnTo>
                      <a:pt x="271" y="0"/>
                    </a:lnTo>
                    <a:lnTo>
                      <a:pt x="278" y="0"/>
                    </a:lnTo>
                    <a:lnTo>
                      <a:pt x="285" y="0"/>
                    </a:lnTo>
                    <a:lnTo>
                      <a:pt x="294" y="0"/>
                    </a:lnTo>
                    <a:lnTo>
                      <a:pt x="301" y="0"/>
                    </a:lnTo>
                    <a:lnTo>
                      <a:pt x="308" y="0"/>
                    </a:lnTo>
                    <a:lnTo>
                      <a:pt x="315" y="0"/>
                    </a:lnTo>
                    <a:lnTo>
                      <a:pt x="322" y="0"/>
                    </a:lnTo>
                    <a:lnTo>
                      <a:pt x="329" y="0"/>
                    </a:lnTo>
                    <a:lnTo>
                      <a:pt x="338" y="0"/>
                    </a:lnTo>
                    <a:lnTo>
                      <a:pt x="345" y="0"/>
                    </a:lnTo>
                    <a:lnTo>
                      <a:pt x="352" y="0"/>
                    </a:lnTo>
                    <a:lnTo>
                      <a:pt x="359" y="0"/>
                    </a:lnTo>
                    <a:lnTo>
                      <a:pt x="366" y="0"/>
                    </a:lnTo>
                    <a:lnTo>
                      <a:pt x="373" y="0"/>
                    </a:lnTo>
                    <a:lnTo>
                      <a:pt x="382" y="0"/>
                    </a:lnTo>
                    <a:lnTo>
                      <a:pt x="389" y="0"/>
                    </a:lnTo>
                    <a:lnTo>
                      <a:pt x="396" y="0"/>
                    </a:lnTo>
                    <a:lnTo>
                      <a:pt x="403" y="0"/>
                    </a:lnTo>
                    <a:lnTo>
                      <a:pt x="410" y="0"/>
                    </a:lnTo>
                    <a:lnTo>
                      <a:pt x="417" y="0"/>
                    </a:lnTo>
                    <a:lnTo>
                      <a:pt x="426" y="0"/>
                    </a:lnTo>
                    <a:lnTo>
                      <a:pt x="433" y="0"/>
                    </a:lnTo>
                    <a:lnTo>
                      <a:pt x="440" y="0"/>
                    </a:lnTo>
                    <a:lnTo>
                      <a:pt x="447" y="0"/>
                    </a:lnTo>
                    <a:lnTo>
                      <a:pt x="454" y="0"/>
                    </a:lnTo>
                    <a:lnTo>
                      <a:pt x="461" y="0"/>
                    </a:lnTo>
                    <a:lnTo>
                      <a:pt x="470" y="0"/>
                    </a:lnTo>
                    <a:lnTo>
                      <a:pt x="477" y="0"/>
                    </a:lnTo>
                    <a:lnTo>
                      <a:pt x="484" y="0"/>
                    </a:lnTo>
                    <a:lnTo>
                      <a:pt x="491" y="0"/>
                    </a:lnTo>
                    <a:lnTo>
                      <a:pt x="498" y="0"/>
                    </a:lnTo>
                    <a:lnTo>
                      <a:pt x="505" y="0"/>
                    </a:lnTo>
                    <a:lnTo>
                      <a:pt x="514" y="0"/>
                    </a:lnTo>
                    <a:lnTo>
                      <a:pt x="521" y="0"/>
                    </a:lnTo>
                    <a:lnTo>
                      <a:pt x="528" y="0"/>
                    </a:lnTo>
                    <a:lnTo>
                      <a:pt x="535" y="0"/>
                    </a:lnTo>
                    <a:lnTo>
                      <a:pt x="542" y="0"/>
                    </a:lnTo>
                    <a:lnTo>
                      <a:pt x="549" y="0"/>
                    </a:lnTo>
                    <a:lnTo>
                      <a:pt x="558" y="0"/>
                    </a:lnTo>
                    <a:lnTo>
                      <a:pt x="565" y="0"/>
                    </a:lnTo>
                    <a:lnTo>
                      <a:pt x="572" y="0"/>
                    </a:lnTo>
                    <a:lnTo>
                      <a:pt x="579" y="0"/>
                    </a:lnTo>
                    <a:lnTo>
                      <a:pt x="586" y="0"/>
                    </a:lnTo>
                    <a:lnTo>
                      <a:pt x="594" y="0"/>
                    </a:lnTo>
                    <a:lnTo>
                      <a:pt x="602" y="0"/>
                    </a:lnTo>
                    <a:lnTo>
                      <a:pt x="609" y="0"/>
                    </a:lnTo>
                    <a:lnTo>
                      <a:pt x="616" y="0"/>
                    </a:lnTo>
                    <a:lnTo>
                      <a:pt x="623" y="0"/>
                    </a:lnTo>
                    <a:lnTo>
                      <a:pt x="630" y="0"/>
                    </a:lnTo>
                    <a:lnTo>
                      <a:pt x="638" y="0"/>
                    </a:lnTo>
                    <a:lnTo>
                      <a:pt x="645" y="0"/>
                    </a:lnTo>
                    <a:lnTo>
                      <a:pt x="653" y="0"/>
                    </a:lnTo>
                    <a:lnTo>
                      <a:pt x="660" y="0"/>
                    </a:lnTo>
                    <a:lnTo>
                      <a:pt x="667" y="0"/>
                    </a:lnTo>
                    <a:lnTo>
                      <a:pt x="674" y="0"/>
                    </a:lnTo>
                    <a:lnTo>
                      <a:pt x="682" y="0"/>
                    </a:lnTo>
                    <a:lnTo>
                      <a:pt x="689" y="0"/>
                    </a:lnTo>
                    <a:lnTo>
                      <a:pt x="697" y="0"/>
                    </a:lnTo>
                    <a:lnTo>
                      <a:pt x="704" y="0"/>
                    </a:lnTo>
                    <a:lnTo>
                      <a:pt x="711" y="0"/>
                    </a:lnTo>
                    <a:lnTo>
                      <a:pt x="719" y="0"/>
                    </a:lnTo>
                    <a:lnTo>
                      <a:pt x="726" y="0"/>
                    </a:lnTo>
                    <a:lnTo>
                      <a:pt x="733" y="0"/>
                    </a:lnTo>
                    <a:lnTo>
                      <a:pt x="741" y="0"/>
                    </a:lnTo>
                    <a:lnTo>
                      <a:pt x="748" y="0"/>
                    </a:lnTo>
                    <a:lnTo>
                      <a:pt x="755" y="0"/>
                    </a:lnTo>
                    <a:lnTo>
                      <a:pt x="763" y="0"/>
                    </a:lnTo>
                    <a:lnTo>
                      <a:pt x="770" y="0"/>
                    </a:lnTo>
                    <a:lnTo>
                      <a:pt x="777" y="0"/>
                    </a:lnTo>
                    <a:lnTo>
                      <a:pt x="785" y="0"/>
                    </a:lnTo>
                    <a:lnTo>
                      <a:pt x="792" y="0"/>
                    </a:lnTo>
                    <a:lnTo>
                      <a:pt x="799" y="0"/>
                    </a:lnTo>
                    <a:lnTo>
                      <a:pt x="807" y="0"/>
                    </a:lnTo>
                    <a:lnTo>
                      <a:pt x="814" y="0"/>
                    </a:lnTo>
                    <a:lnTo>
                      <a:pt x="821" y="0"/>
                    </a:lnTo>
                    <a:lnTo>
                      <a:pt x="829" y="0"/>
                    </a:lnTo>
                    <a:lnTo>
                      <a:pt x="836" y="0"/>
                    </a:lnTo>
                    <a:lnTo>
                      <a:pt x="843" y="0"/>
                    </a:lnTo>
                    <a:lnTo>
                      <a:pt x="851" y="0"/>
                    </a:lnTo>
                    <a:lnTo>
                      <a:pt x="858" y="0"/>
                    </a:lnTo>
                    <a:lnTo>
                      <a:pt x="865" y="0"/>
                    </a:lnTo>
                    <a:lnTo>
                      <a:pt x="873" y="0"/>
                    </a:lnTo>
                    <a:lnTo>
                      <a:pt x="880" y="0"/>
                    </a:lnTo>
                    <a:lnTo>
                      <a:pt x="888" y="0"/>
                    </a:lnTo>
                    <a:lnTo>
                      <a:pt x="895" y="0"/>
                    </a:lnTo>
                    <a:lnTo>
                      <a:pt x="902" y="0"/>
                    </a:lnTo>
                    <a:lnTo>
                      <a:pt x="909" y="0"/>
                    </a:lnTo>
                    <a:lnTo>
                      <a:pt x="917" y="0"/>
                    </a:lnTo>
                    <a:lnTo>
                      <a:pt x="924" y="0"/>
                    </a:lnTo>
                    <a:lnTo>
                      <a:pt x="932" y="0"/>
                    </a:lnTo>
                    <a:lnTo>
                      <a:pt x="939" y="0"/>
                    </a:lnTo>
                    <a:lnTo>
                      <a:pt x="946" y="0"/>
                    </a:lnTo>
                    <a:lnTo>
                      <a:pt x="953" y="0"/>
                    </a:lnTo>
                    <a:lnTo>
                      <a:pt x="961" y="0"/>
                    </a:lnTo>
                    <a:lnTo>
                      <a:pt x="968" y="0"/>
                    </a:lnTo>
                    <a:lnTo>
                      <a:pt x="976" y="0"/>
                    </a:lnTo>
                    <a:lnTo>
                      <a:pt x="983" y="0"/>
                    </a:lnTo>
                    <a:lnTo>
                      <a:pt x="990" y="0"/>
                    </a:lnTo>
                    <a:lnTo>
                      <a:pt x="997" y="0"/>
                    </a:lnTo>
                    <a:lnTo>
                      <a:pt x="1005" y="0"/>
                    </a:lnTo>
                    <a:lnTo>
                      <a:pt x="1013" y="0"/>
                    </a:lnTo>
                    <a:lnTo>
                      <a:pt x="1020" y="0"/>
                    </a:lnTo>
                    <a:lnTo>
                      <a:pt x="1027" y="0"/>
                    </a:lnTo>
                    <a:lnTo>
                      <a:pt x="1034" y="0"/>
                    </a:lnTo>
                    <a:lnTo>
                      <a:pt x="1041" y="0"/>
                    </a:lnTo>
                    <a:lnTo>
                      <a:pt x="1049" y="0"/>
                    </a:lnTo>
                    <a:lnTo>
                      <a:pt x="1057" y="0"/>
                    </a:lnTo>
                    <a:lnTo>
                      <a:pt x="1064" y="0"/>
                    </a:lnTo>
                    <a:lnTo>
                      <a:pt x="1071" y="0"/>
                    </a:lnTo>
                    <a:lnTo>
                      <a:pt x="1078" y="0"/>
                    </a:lnTo>
                    <a:lnTo>
                      <a:pt x="1085" y="0"/>
                    </a:lnTo>
                    <a:lnTo>
                      <a:pt x="1093" y="0"/>
                    </a:lnTo>
                    <a:lnTo>
                      <a:pt x="1101" y="0"/>
                    </a:lnTo>
                    <a:lnTo>
                      <a:pt x="1108" y="0"/>
                    </a:lnTo>
                    <a:lnTo>
                      <a:pt x="1115" y="0"/>
                    </a:lnTo>
                    <a:lnTo>
                      <a:pt x="1122" y="0"/>
                    </a:lnTo>
                    <a:lnTo>
                      <a:pt x="1129" y="0"/>
                    </a:lnTo>
                    <a:lnTo>
                      <a:pt x="1137" y="0"/>
                    </a:lnTo>
                    <a:lnTo>
                      <a:pt x="1145" y="0"/>
                    </a:lnTo>
                    <a:lnTo>
                      <a:pt x="1152" y="0"/>
                    </a:lnTo>
                    <a:lnTo>
                      <a:pt x="1159" y="0"/>
                    </a:lnTo>
                    <a:lnTo>
                      <a:pt x="1166" y="0"/>
                    </a:lnTo>
                    <a:lnTo>
                      <a:pt x="1173" y="0"/>
                    </a:lnTo>
                    <a:lnTo>
                      <a:pt x="1182" y="0"/>
                    </a:lnTo>
                    <a:lnTo>
                      <a:pt x="1189" y="0"/>
                    </a:lnTo>
                    <a:lnTo>
                      <a:pt x="1196" y="0"/>
                    </a:lnTo>
                    <a:lnTo>
                      <a:pt x="1203" y="0"/>
                    </a:lnTo>
                    <a:lnTo>
                      <a:pt x="1210" y="0"/>
                    </a:lnTo>
                    <a:lnTo>
                      <a:pt x="1217" y="0"/>
                    </a:lnTo>
                    <a:lnTo>
                      <a:pt x="1224" y="0"/>
                    </a:lnTo>
                    <a:lnTo>
                      <a:pt x="1233" y="0"/>
                    </a:lnTo>
                    <a:lnTo>
                      <a:pt x="1240" y="0"/>
                    </a:lnTo>
                    <a:lnTo>
                      <a:pt x="1247" y="0"/>
                    </a:lnTo>
                    <a:lnTo>
                      <a:pt x="1254" y="0"/>
                    </a:lnTo>
                    <a:lnTo>
                      <a:pt x="1261" y="0"/>
                    </a:lnTo>
                    <a:lnTo>
                      <a:pt x="1268" y="0"/>
                    </a:lnTo>
                    <a:lnTo>
                      <a:pt x="1277" y="0"/>
                    </a:lnTo>
                    <a:lnTo>
                      <a:pt x="1284" y="0"/>
                    </a:lnTo>
                    <a:lnTo>
                      <a:pt x="1291" y="0"/>
                    </a:lnTo>
                    <a:lnTo>
                      <a:pt x="1298" y="0"/>
                    </a:lnTo>
                    <a:lnTo>
                      <a:pt x="1305" y="0"/>
                    </a:lnTo>
                    <a:lnTo>
                      <a:pt x="1312" y="0"/>
                    </a:lnTo>
                    <a:lnTo>
                      <a:pt x="1321" y="0"/>
                    </a:lnTo>
                    <a:lnTo>
                      <a:pt x="1328" y="0"/>
                    </a:lnTo>
                    <a:lnTo>
                      <a:pt x="1335" y="0"/>
                    </a:lnTo>
                    <a:lnTo>
                      <a:pt x="1342" y="0"/>
                    </a:lnTo>
                    <a:lnTo>
                      <a:pt x="1349" y="0"/>
                    </a:lnTo>
                    <a:lnTo>
                      <a:pt x="1356" y="0"/>
                    </a:lnTo>
                    <a:lnTo>
                      <a:pt x="1365" y="0"/>
                    </a:lnTo>
                    <a:lnTo>
                      <a:pt x="1372" y="0"/>
                    </a:lnTo>
                    <a:lnTo>
                      <a:pt x="1379" y="0"/>
                    </a:lnTo>
                    <a:lnTo>
                      <a:pt x="1386" y="0"/>
                    </a:lnTo>
                    <a:lnTo>
                      <a:pt x="1393" y="0"/>
                    </a:lnTo>
                    <a:lnTo>
                      <a:pt x="1400" y="0"/>
                    </a:lnTo>
                    <a:lnTo>
                      <a:pt x="1409" y="0"/>
                    </a:lnTo>
                    <a:lnTo>
                      <a:pt x="1416" y="0"/>
                    </a:lnTo>
                    <a:lnTo>
                      <a:pt x="1423" y="0"/>
                    </a:lnTo>
                    <a:lnTo>
                      <a:pt x="1430" y="0"/>
                    </a:lnTo>
                    <a:lnTo>
                      <a:pt x="1437" y="0"/>
                    </a:lnTo>
                    <a:lnTo>
                      <a:pt x="1444" y="0"/>
                    </a:lnTo>
                    <a:lnTo>
                      <a:pt x="1453" y="0"/>
                    </a:lnTo>
                    <a:lnTo>
                      <a:pt x="1460" y="0"/>
                    </a:lnTo>
                    <a:lnTo>
                      <a:pt x="1467" y="0"/>
                    </a:lnTo>
                    <a:lnTo>
                      <a:pt x="1474" y="0"/>
                    </a:lnTo>
                    <a:lnTo>
                      <a:pt x="1481" y="0"/>
                    </a:lnTo>
                    <a:lnTo>
                      <a:pt x="1488" y="0"/>
                    </a:lnTo>
                    <a:lnTo>
                      <a:pt x="1497" y="0"/>
                    </a:lnTo>
                    <a:lnTo>
                      <a:pt x="1504" y="0"/>
                    </a:lnTo>
                    <a:lnTo>
                      <a:pt x="1511" y="0"/>
                    </a:lnTo>
                    <a:lnTo>
                      <a:pt x="1518" y="0"/>
                    </a:lnTo>
                    <a:lnTo>
                      <a:pt x="1525" y="0"/>
                    </a:lnTo>
                    <a:lnTo>
                      <a:pt x="1532" y="0"/>
                    </a:lnTo>
                    <a:lnTo>
                      <a:pt x="1541" y="0"/>
                    </a:lnTo>
                    <a:lnTo>
                      <a:pt x="1548" y="0"/>
                    </a:lnTo>
                    <a:lnTo>
                      <a:pt x="1555" y="0"/>
                    </a:lnTo>
                    <a:lnTo>
                      <a:pt x="1562" y="0"/>
                    </a:lnTo>
                    <a:lnTo>
                      <a:pt x="1569" y="0"/>
                    </a:lnTo>
                    <a:lnTo>
                      <a:pt x="1576" y="0"/>
                    </a:lnTo>
                    <a:lnTo>
                      <a:pt x="1585" y="0"/>
                    </a:lnTo>
                    <a:lnTo>
                      <a:pt x="1592" y="0"/>
                    </a:lnTo>
                    <a:lnTo>
                      <a:pt x="1599" y="0"/>
                    </a:lnTo>
                    <a:lnTo>
                      <a:pt x="1606" y="0"/>
                    </a:lnTo>
                    <a:lnTo>
                      <a:pt x="1613" y="0"/>
                    </a:lnTo>
                    <a:lnTo>
                      <a:pt x="1620" y="0"/>
                    </a:lnTo>
                    <a:lnTo>
                      <a:pt x="1629" y="0"/>
                    </a:lnTo>
                    <a:lnTo>
                      <a:pt x="1636" y="0"/>
                    </a:lnTo>
                    <a:lnTo>
                      <a:pt x="1643" y="0"/>
                    </a:lnTo>
                    <a:lnTo>
                      <a:pt x="1650" y="0"/>
                    </a:lnTo>
                    <a:lnTo>
                      <a:pt x="1657" y="0"/>
                    </a:lnTo>
                    <a:lnTo>
                      <a:pt x="1664" y="0"/>
                    </a:lnTo>
                    <a:lnTo>
                      <a:pt x="1673" y="0"/>
                    </a:lnTo>
                    <a:lnTo>
                      <a:pt x="1680" y="0"/>
                    </a:lnTo>
                    <a:lnTo>
                      <a:pt x="1687" y="0"/>
                    </a:lnTo>
                    <a:lnTo>
                      <a:pt x="1694" y="0"/>
                    </a:lnTo>
                    <a:lnTo>
                      <a:pt x="1701" y="0"/>
                    </a:lnTo>
                    <a:lnTo>
                      <a:pt x="1708" y="0"/>
                    </a:lnTo>
                    <a:lnTo>
                      <a:pt x="1717" y="0"/>
                    </a:lnTo>
                    <a:lnTo>
                      <a:pt x="1724" y="0"/>
                    </a:lnTo>
                    <a:lnTo>
                      <a:pt x="1731" y="0"/>
                    </a:lnTo>
                    <a:lnTo>
                      <a:pt x="1738" y="0"/>
                    </a:lnTo>
                    <a:lnTo>
                      <a:pt x="1745" y="0"/>
                    </a:lnTo>
                    <a:lnTo>
                      <a:pt x="1752" y="0"/>
                    </a:lnTo>
                    <a:lnTo>
                      <a:pt x="1760" y="0"/>
                    </a:lnTo>
                    <a:lnTo>
                      <a:pt x="1768" y="0"/>
                    </a:lnTo>
                    <a:lnTo>
                      <a:pt x="1775" y="0"/>
                    </a:lnTo>
                    <a:lnTo>
                      <a:pt x="1782" y="0"/>
                    </a:lnTo>
                    <a:lnTo>
                      <a:pt x="1789" y="0"/>
                    </a:lnTo>
                    <a:lnTo>
                      <a:pt x="1797" y="0"/>
                    </a:lnTo>
                    <a:lnTo>
                      <a:pt x="1804" y="0"/>
                    </a:lnTo>
                    <a:lnTo>
                      <a:pt x="1812" y="0"/>
                    </a:lnTo>
                    <a:lnTo>
                      <a:pt x="1819" y="0"/>
                    </a:lnTo>
                    <a:lnTo>
                      <a:pt x="1826" y="0"/>
                    </a:lnTo>
                    <a:lnTo>
                      <a:pt x="1833" y="0"/>
                    </a:lnTo>
                    <a:lnTo>
                      <a:pt x="1841" y="0"/>
                    </a:lnTo>
                    <a:lnTo>
                      <a:pt x="1848" y="0"/>
                    </a:lnTo>
                    <a:lnTo>
                      <a:pt x="1856" y="0"/>
                    </a:lnTo>
                    <a:lnTo>
                      <a:pt x="1863" y="0"/>
                    </a:lnTo>
                    <a:lnTo>
                      <a:pt x="1870" y="0"/>
                    </a:lnTo>
                    <a:lnTo>
                      <a:pt x="1877" y="0"/>
                    </a:lnTo>
                    <a:lnTo>
                      <a:pt x="1885" y="0"/>
                    </a:lnTo>
                    <a:lnTo>
                      <a:pt x="1892" y="0"/>
                    </a:lnTo>
                    <a:lnTo>
                      <a:pt x="1900" y="0"/>
                    </a:lnTo>
                    <a:lnTo>
                      <a:pt x="1907" y="0"/>
                    </a:lnTo>
                    <a:lnTo>
                      <a:pt x="1914" y="0"/>
                    </a:lnTo>
                    <a:lnTo>
                      <a:pt x="1922" y="0"/>
                    </a:lnTo>
                    <a:lnTo>
                      <a:pt x="1929" y="0"/>
                    </a:lnTo>
                    <a:lnTo>
                      <a:pt x="1936" y="0"/>
                    </a:lnTo>
                    <a:lnTo>
                      <a:pt x="1944" y="0"/>
                    </a:lnTo>
                    <a:lnTo>
                      <a:pt x="1951" y="0"/>
                    </a:lnTo>
                    <a:lnTo>
                      <a:pt x="1958" y="0"/>
                    </a:lnTo>
                    <a:lnTo>
                      <a:pt x="1966" y="0"/>
                    </a:lnTo>
                    <a:lnTo>
                      <a:pt x="1973" y="0"/>
                    </a:lnTo>
                    <a:lnTo>
                      <a:pt x="1980" y="0"/>
                    </a:lnTo>
                    <a:lnTo>
                      <a:pt x="1988" y="0"/>
                    </a:lnTo>
                    <a:lnTo>
                      <a:pt x="1995" y="0"/>
                    </a:lnTo>
                    <a:lnTo>
                      <a:pt x="2002" y="0"/>
                    </a:lnTo>
                    <a:lnTo>
                      <a:pt x="2010" y="0"/>
                    </a:lnTo>
                    <a:lnTo>
                      <a:pt x="2017" y="0"/>
                    </a:lnTo>
                    <a:lnTo>
                      <a:pt x="2024" y="0"/>
                    </a:lnTo>
                    <a:lnTo>
                      <a:pt x="2032" y="0"/>
                    </a:lnTo>
                    <a:lnTo>
                      <a:pt x="2039" y="0"/>
                    </a:lnTo>
                    <a:lnTo>
                      <a:pt x="2046" y="0"/>
                    </a:lnTo>
                    <a:lnTo>
                      <a:pt x="2054" y="0"/>
                    </a:lnTo>
                    <a:lnTo>
                      <a:pt x="2061" y="0"/>
                    </a:lnTo>
                    <a:lnTo>
                      <a:pt x="2068" y="0"/>
                    </a:lnTo>
                    <a:lnTo>
                      <a:pt x="2076" y="0"/>
                    </a:lnTo>
                    <a:lnTo>
                      <a:pt x="2083" y="0"/>
                    </a:lnTo>
                    <a:lnTo>
                      <a:pt x="2091" y="0"/>
                    </a:lnTo>
                    <a:lnTo>
                      <a:pt x="2098" y="0"/>
                    </a:lnTo>
                    <a:lnTo>
                      <a:pt x="2105" y="0"/>
                    </a:lnTo>
                    <a:lnTo>
                      <a:pt x="2112" y="0"/>
                    </a:lnTo>
                    <a:lnTo>
                      <a:pt x="2120" y="0"/>
                    </a:lnTo>
                    <a:lnTo>
                      <a:pt x="2127" y="0"/>
                    </a:lnTo>
                    <a:lnTo>
                      <a:pt x="2135" y="0"/>
                    </a:lnTo>
                    <a:lnTo>
                      <a:pt x="2142" y="0"/>
                    </a:lnTo>
                    <a:lnTo>
                      <a:pt x="2149" y="0"/>
                    </a:lnTo>
                    <a:lnTo>
                      <a:pt x="2156" y="0"/>
                    </a:lnTo>
                    <a:lnTo>
                      <a:pt x="2164" y="0"/>
                    </a:lnTo>
                    <a:lnTo>
                      <a:pt x="2171" y="0"/>
                    </a:lnTo>
                    <a:lnTo>
                      <a:pt x="2179" y="0"/>
                    </a:lnTo>
                    <a:lnTo>
                      <a:pt x="2186" y="0"/>
                    </a:lnTo>
                    <a:lnTo>
                      <a:pt x="2193" y="0"/>
                    </a:lnTo>
                    <a:lnTo>
                      <a:pt x="2200" y="0"/>
                    </a:lnTo>
                    <a:lnTo>
                      <a:pt x="2208" y="0"/>
                    </a:lnTo>
                    <a:lnTo>
                      <a:pt x="2216" y="0"/>
                    </a:lnTo>
                    <a:lnTo>
                      <a:pt x="2223" y="0"/>
                    </a:lnTo>
                    <a:lnTo>
                      <a:pt x="2230" y="0"/>
                    </a:lnTo>
                    <a:lnTo>
                      <a:pt x="2237" y="0"/>
                    </a:lnTo>
                    <a:lnTo>
                      <a:pt x="2244" y="0"/>
                    </a:lnTo>
                    <a:lnTo>
                      <a:pt x="2252" y="0"/>
                    </a:lnTo>
                    <a:lnTo>
                      <a:pt x="2260" y="0"/>
                    </a:lnTo>
                    <a:lnTo>
                      <a:pt x="2267" y="0"/>
                    </a:lnTo>
                    <a:lnTo>
                      <a:pt x="2274" y="0"/>
                    </a:lnTo>
                    <a:lnTo>
                      <a:pt x="2281" y="0"/>
                    </a:lnTo>
                    <a:lnTo>
                      <a:pt x="2288" y="0"/>
                    </a:lnTo>
                    <a:lnTo>
                      <a:pt x="2295" y="0"/>
                    </a:lnTo>
                    <a:lnTo>
                      <a:pt x="2304" y="0"/>
                    </a:lnTo>
                    <a:lnTo>
                      <a:pt x="2311" y="0"/>
                    </a:lnTo>
                    <a:lnTo>
                      <a:pt x="2318" y="0"/>
                    </a:lnTo>
                    <a:lnTo>
                      <a:pt x="2325" y="0"/>
                    </a:lnTo>
                    <a:lnTo>
                      <a:pt x="2332" y="0"/>
                    </a:lnTo>
                    <a:lnTo>
                      <a:pt x="2339" y="0"/>
                    </a:lnTo>
                    <a:lnTo>
                      <a:pt x="2348" y="0"/>
                    </a:lnTo>
                    <a:lnTo>
                      <a:pt x="2355" y="0"/>
                    </a:lnTo>
                    <a:lnTo>
                      <a:pt x="2362" y="0"/>
                    </a:lnTo>
                    <a:lnTo>
                      <a:pt x="2369" y="0"/>
                    </a:lnTo>
                    <a:lnTo>
                      <a:pt x="2376" y="0"/>
                    </a:lnTo>
                    <a:lnTo>
                      <a:pt x="2383" y="0"/>
                    </a:lnTo>
                    <a:lnTo>
                      <a:pt x="2392" y="0"/>
                    </a:lnTo>
                    <a:lnTo>
                      <a:pt x="2399" y="0"/>
                    </a:lnTo>
                    <a:lnTo>
                      <a:pt x="2406" y="0"/>
                    </a:lnTo>
                    <a:lnTo>
                      <a:pt x="2413" y="0"/>
                    </a:lnTo>
                    <a:lnTo>
                      <a:pt x="2420" y="0"/>
                    </a:lnTo>
                    <a:lnTo>
                      <a:pt x="2427" y="0"/>
                    </a:lnTo>
                    <a:lnTo>
                      <a:pt x="2436" y="0"/>
                    </a:lnTo>
                    <a:lnTo>
                      <a:pt x="2443" y="0"/>
                    </a:lnTo>
                    <a:lnTo>
                      <a:pt x="2450" y="0"/>
                    </a:lnTo>
                    <a:lnTo>
                      <a:pt x="2457" y="0"/>
                    </a:lnTo>
                    <a:lnTo>
                      <a:pt x="2464" y="0"/>
                    </a:lnTo>
                    <a:lnTo>
                      <a:pt x="2471" y="0"/>
                    </a:lnTo>
                    <a:lnTo>
                      <a:pt x="2480" y="0"/>
                    </a:lnTo>
                    <a:lnTo>
                      <a:pt x="2487" y="0"/>
                    </a:lnTo>
                    <a:lnTo>
                      <a:pt x="2494" y="0"/>
                    </a:lnTo>
                    <a:lnTo>
                      <a:pt x="2501" y="0"/>
                    </a:lnTo>
                    <a:lnTo>
                      <a:pt x="2508" y="0"/>
                    </a:lnTo>
                    <a:lnTo>
                      <a:pt x="2515" y="0"/>
                    </a:lnTo>
                    <a:lnTo>
                      <a:pt x="2524" y="0"/>
                    </a:lnTo>
                    <a:lnTo>
                      <a:pt x="2531" y="0"/>
                    </a:lnTo>
                    <a:lnTo>
                      <a:pt x="2538" y="0"/>
                    </a:lnTo>
                    <a:lnTo>
                      <a:pt x="2545" y="0"/>
                    </a:lnTo>
                    <a:lnTo>
                      <a:pt x="2552" y="0"/>
                    </a:lnTo>
                    <a:lnTo>
                      <a:pt x="2559" y="0"/>
                    </a:lnTo>
                    <a:lnTo>
                      <a:pt x="2568" y="0"/>
                    </a:lnTo>
                    <a:lnTo>
                      <a:pt x="2575" y="0"/>
                    </a:lnTo>
                    <a:lnTo>
                      <a:pt x="2582" y="0"/>
                    </a:lnTo>
                    <a:lnTo>
                      <a:pt x="2589" y="0"/>
                    </a:lnTo>
                    <a:lnTo>
                      <a:pt x="2596" y="0"/>
                    </a:lnTo>
                    <a:lnTo>
                      <a:pt x="2603" y="0"/>
                    </a:lnTo>
                    <a:lnTo>
                      <a:pt x="2612" y="0"/>
                    </a:lnTo>
                    <a:lnTo>
                      <a:pt x="2619" y="0"/>
                    </a:lnTo>
                    <a:lnTo>
                      <a:pt x="2626" y="0"/>
                    </a:lnTo>
                    <a:lnTo>
                      <a:pt x="2633" y="0"/>
                    </a:lnTo>
                    <a:lnTo>
                      <a:pt x="2640" y="0"/>
                    </a:lnTo>
                    <a:lnTo>
                      <a:pt x="2647" y="0"/>
                    </a:lnTo>
                    <a:lnTo>
                      <a:pt x="2656" y="0"/>
                    </a:lnTo>
                    <a:lnTo>
                      <a:pt x="2663" y="0"/>
                    </a:lnTo>
                    <a:lnTo>
                      <a:pt x="2670" y="0"/>
                    </a:lnTo>
                    <a:lnTo>
                      <a:pt x="2677" y="0"/>
                    </a:lnTo>
                    <a:lnTo>
                      <a:pt x="2684" y="0"/>
                    </a:lnTo>
                    <a:lnTo>
                      <a:pt x="2691" y="0"/>
                    </a:lnTo>
                    <a:lnTo>
                      <a:pt x="2700" y="0"/>
                    </a:lnTo>
                    <a:lnTo>
                      <a:pt x="2707" y="0"/>
                    </a:lnTo>
                    <a:lnTo>
                      <a:pt x="2714" y="0"/>
                    </a:lnTo>
                    <a:lnTo>
                      <a:pt x="2721" y="0"/>
                    </a:lnTo>
                    <a:lnTo>
                      <a:pt x="2728" y="0"/>
                    </a:lnTo>
                    <a:lnTo>
                      <a:pt x="2735" y="0"/>
                    </a:lnTo>
                    <a:lnTo>
                      <a:pt x="2744" y="0"/>
                    </a:lnTo>
                    <a:lnTo>
                      <a:pt x="2751" y="0"/>
                    </a:lnTo>
                    <a:lnTo>
                      <a:pt x="2758" y="0"/>
                    </a:lnTo>
                    <a:lnTo>
                      <a:pt x="2765" y="0"/>
                    </a:lnTo>
                    <a:lnTo>
                      <a:pt x="2772" y="0"/>
                    </a:lnTo>
                    <a:lnTo>
                      <a:pt x="2779" y="0"/>
                    </a:lnTo>
                    <a:lnTo>
                      <a:pt x="2788" y="0"/>
                    </a:lnTo>
                    <a:lnTo>
                      <a:pt x="2795" y="0"/>
                    </a:lnTo>
                    <a:lnTo>
                      <a:pt x="2802" y="0"/>
                    </a:lnTo>
                    <a:lnTo>
                      <a:pt x="2809" y="0"/>
                    </a:lnTo>
                    <a:lnTo>
                      <a:pt x="2816" y="0"/>
                    </a:lnTo>
                    <a:lnTo>
                      <a:pt x="2823" y="0"/>
                    </a:lnTo>
                    <a:lnTo>
                      <a:pt x="2832" y="0"/>
                    </a:lnTo>
                    <a:lnTo>
                      <a:pt x="2839" y="0"/>
                    </a:lnTo>
                    <a:lnTo>
                      <a:pt x="2846" y="0"/>
                    </a:lnTo>
                    <a:lnTo>
                      <a:pt x="2853" y="0"/>
                    </a:lnTo>
                    <a:lnTo>
                      <a:pt x="2860" y="0"/>
                    </a:lnTo>
                    <a:lnTo>
                      <a:pt x="2867" y="0"/>
                    </a:lnTo>
                    <a:lnTo>
                      <a:pt x="2875" y="0"/>
                    </a:lnTo>
                    <a:lnTo>
                      <a:pt x="2883" y="0"/>
                    </a:lnTo>
                    <a:lnTo>
                      <a:pt x="2890" y="0"/>
                    </a:lnTo>
                    <a:lnTo>
                      <a:pt x="2897" y="0"/>
                    </a:lnTo>
                    <a:lnTo>
                      <a:pt x="2904" y="0"/>
                    </a:lnTo>
                    <a:lnTo>
                      <a:pt x="2911" y="0"/>
                    </a:lnTo>
                    <a:lnTo>
                      <a:pt x="2919" y="0"/>
                    </a:lnTo>
                    <a:lnTo>
                      <a:pt x="2927" y="0"/>
                    </a:lnTo>
                    <a:lnTo>
                      <a:pt x="2934" y="0"/>
                    </a:lnTo>
                    <a:lnTo>
                      <a:pt x="2941" y="0"/>
                    </a:lnTo>
                    <a:lnTo>
                      <a:pt x="2948" y="0"/>
                    </a:lnTo>
                    <a:lnTo>
                      <a:pt x="2955" y="0"/>
                    </a:lnTo>
                    <a:lnTo>
                      <a:pt x="2963" y="0"/>
                    </a:lnTo>
                    <a:lnTo>
                      <a:pt x="2971" y="0"/>
                    </a:lnTo>
                    <a:lnTo>
                      <a:pt x="2978" y="0"/>
                    </a:lnTo>
                    <a:lnTo>
                      <a:pt x="2985" y="0"/>
                    </a:lnTo>
                    <a:lnTo>
                      <a:pt x="2992" y="0"/>
                    </a:lnTo>
                    <a:lnTo>
                      <a:pt x="3000" y="0"/>
                    </a:lnTo>
                    <a:lnTo>
                      <a:pt x="3007" y="0"/>
                    </a:lnTo>
                    <a:lnTo>
                      <a:pt x="3015" y="0"/>
                    </a:lnTo>
                    <a:lnTo>
                      <a:pt x="3022" y="0"/>
                    </a:lnTo>
                    <a:lnTo>
                      <a:pt x="3029" y="0"/>
                    </a:lnTo>
                    <a:lnTo>
                      <a:pt x="3036" y="0"/>
                    </a:lnTo>
                    <a:lnTo>
                      <a:pt x="3044" y="0"/>
                    </a:lnTo>
                    <a:lnTo>
                      <a:pt x="3051" y="0"/>
                    </a:lnTo>
                    <a:lnTo>
                      <a:pt x="3059" y="0"/>
                    </a:lnTo>
                    <a:lnTo>
                      <a:pt x="3066" y="0"/>
                    </a:lnTo>
                    <a:lnTo>
                      <a:pt x="3073" y="0"/>
                    </a:lnTo>
                    <a:lnTo>
                      <a:pt x="3080" y="0"/>
                    </a:lnTo>
                    <a:lnTo>
                      <a:pt x="3088" y="0"/>
                    </a:lnTo>
                    <a:lnTo>
                      <a:pt x="3095" y="0"/>
                    </a:lnTo>
                    <a:lnTo>
                      <a:pt x="3103" y="0"/>
                    </a:lnTo>
                    <a:lnTo>
                      <a:pt x="3110" y="0"/>
                    </a:lnTo>
                    <a:lnTo>
                      <a:pt x="3117" y="0"/>
                    </a:lnTo>
                    <a:lnTo>
                      <a:pt x="3125" y="0"/>
                    </a:lnTo>
                    <a:lnTo>
                      <a:pt x="3132" y="0"/>
                    </a:lnTo>
                    <a:lnTo>
                      <a:pt x="3139" y="0"/>
                    </a:lnTo>
                    <a:lnTo>
                      <a:pt x="3147" y="0"/>
                    </a:lnTo>
                    <a:lnTo>
                      <a:pt x="3154" y="0"/>
                    </a:lnTo>
                    <a:lnTo>
                      <a:pt x="3161" y="0"/>
                    </a:lnTo>
                    <a:lnTo>
                      <a:pt x="3169" y="0"/>
                    </a:lnTo>
                    <a:lnTo>
                      <a:pt x="3176" y="0"/>
                    </a:lnTo>
                    <a:lnTo>
                      <a:pt x="3183" y="0"/>
                    </a:lnTo>
                    <a:lnTo>
                      <a:pt x="3191" y="0"/>
                    </a:lnTo>
                    <a:lnTo>
                      <a:pt x="3198" y="0"/>
                    </a:lnTo>
                    <a:lnTo>
                      <a:pt x="3205" y="0"/>
                    </a:lnTo>
                    <a:lnTo>
                      <a:pt x="3213" y="0"/>
                    </a:lnTo>
                    <a:lnTo>
                      <a:pt x="3220" y="0"/>
                    </a:lnTo>
                    <a:lnTo>
                      <a:pt x="3227" y="0"/>
                    </a:lnTo>
                    <a:lnTo>
                      <a:pt x="3235" y="0"/>
                    </a:lnTo>
                    <a:lnTo>
                      <a:pt x="3242" y="0"/>
                    </a:lnTo>
                    <a:lnTo>
                      <a:pt x="3249" y="0"/>
                    </a:lnTo>
                    <a:lnTo>
                      <a:pt x="3257" y="0"/>
                    </a:lnTo>
                    <a:lnTo>
                      <a:pt x="3264" y="0"/>
                    </a:lnTo>
                    <a:lnTo>
                      <a:pt x="3271" y="0"/>
                    </a:lnTo>
                    <a:lnTo>
                      <a:pt x="3279" y="0"/>
                    </a:lnTo>
                    <a:lnTo>
                      <a:pt x="3286" y="0"/>
                    </a:lnTo>
                    <a:lnTo>
                      <a:pt x="3294" y="0"/>
                    </a:lnTo>
                    <a:lnTo>
                      <a:pt x="3301" y="0"/>
                    </a:lnTo>
                    <a:lnTo>
                      <a:pt x="3308" y="0"/>
                    </a:lnTo>
                    <a:lnTo>
                      <a:pt x="3315" y="0"/>
                    </a:lnTo>
                    <a:lnTo>
                      <a:pt x="3323" y="0"/>
                    </a:lnTo>
                    <a:lnTo>
                      <a:pt x="3330" y="0"/>
                    </a:lnTo>
                    <a:lnTo>
                      <a:pt x="3338" y="0"/>
                    </a:lnTo>
                    <a:lnTo>
                      <a:pt x="3345" y="0"/>
                    </a:lnTo>
                    <a:lnTo>
                      <a:pt x="3352" y="0"/>
                    </a:lnTo>
                    <a:lnTo>
                      <a:pt x="3359" y="0"/>
                    </a:lnTo>
                    <a:lnTo>
                      <a:pt x="3367" y="0"/>
                    </a:lnTo>
                    <a:lnTo>
                      <a:pt x="3374" y="0"/>
                    </a:lnTo>
                    <a:lnTo>
                      <a:pt x="3382" y="0"/>
                    </a:lnTo>
                    <a:lnTo>
                      <a:pt x="3389" y="0"/>
                    </a:lnTo>
                    <a:lnTo>
                      <a:pt x="3396" y="0"/>
                    </a:lnTo>
                    <a:lnTo>
                      <a:pt x="3403" y="0"/>
                    </a:lnTo>
                    <a:lnTo>
                      <a:pt x="3410" y="0"/>
                    </a:lnTo>
                    <a:lnTo>
                      <a:pt x="3419" y="0"/>
                    </a:lnTo>
                    <a:lnTo>
                      <a:pt x="3426" y="0"/>
                    </a:lnTo>
                    <a:lnTo>
                      <a:pt x="3433" y="0"/>
                    </a:lnTo>
                    <a:lnTo>
                      <a:pt x="3440" y="0"/>
                    </a:lnTo>
                    <a:lnTo>
                      <a:pt x="3447" y="0"/>
                    </a:lnTo>
                    <a:lnTo>
                      <a:pt x="3454" y="0"/>
                    </a:lnTo>
                    <a:lnTo>
                      <a:pt x="3463" y="0"/>
                    </a:lnTo>
                    <a:lnTo>
                      <a:pt x="3470" y="0"/>
                    </a:lnTo>
                    <a:lnTo>
                      <a:pt x="3477" y="0"/>
                    </a:lnTo>
                    <a:lnTo>
                      <a:pt x="3484" y="0"/>
                    </a:lnTo>
                    <a:lnTo>
                      <a:pt x="3491" y="0"/>
                    </a:lnTo>
                    <a:lnTo>
                      <a:pt x="3498" y="0"/>
                    </a:lnTo>
                    <a:lnTo>
                      <a:pt x="3507" y="0"/>
                    </a:lnTo>
                    <a:lnTo>
                      <a:pt x="3514" y="0"/>
                    </a:lnTo>
                    <a:lnTo>
                      <a:pt x="3521" y="0"/>
                    </a:lnTo>
                    <a:lnTo>
                      <a:pt x="3528" y="0"/>
                    </a:lnTo>
                    <a:lnTo>
                      <a:pt x="3535" y="0"/>
                    </a:lnTo>
                    <a:lnTo>
                      <a:pt x="3542" y="0"/>
                    </a:lnTo>
                    <a:lnTo>
                      <a:pt x="3551" y="0"/>
                    </a:lnTo>
                    <a:lnTo>
                      <a:pt x="3558" y="0"/>
                    </a:lnTo>
                    <a:lnTo>
                      <a:pt x="3565" y="0"/>
                    </a:lnTo>
                    <a:lnTo>
                      <a:pt x="3572" y="0"/>
                    </a:lnTo>
                    <a:lnTo>
                      <a:pt x="3579" y="0"/>
                    </a:lnTo>
                    <a:lnTo>
                      <a:pt x="3586" y="0"/>
                    </a:lnTo>
                    <a:lnTo>
                      <a:pt x="3595" y="0"/>
                    </a:lnTo>
                    <a:lnTo>
                      <a:pt x="3602" y="0"/>
                    </a:lnTo>
                    <a:lnTo>
                      <a:pt x="3609" y="0"/>
                    </a:lnTo>
                    <a:lnTo>
                      <a:pt x="3616" y="0"/>
                    </a:lnTo>
                    <a:lnTo>
                      <a:pt x="3623" y="0"/>
                    </a:lnTo>
                    <a:lnTo>
                      <a:pt x="3630" y="0"/>
                    </a:lnTo>
                    <a:lnTo>
                      <a:pt x="3639" y="0"/>
                    </a:lnTo>
                    <a:lnTo>
                      <a:pt x="3646" y="0"/>
                    </a:lnTo>
                    <a:lnTo>
                      <a:pt x="3653" y="0"/>
                    </a:lnTo>
                    <a:lnTo>
                      <a:pt x="3660" y="0"/>
                    </a:lnTo>
                    <a:lnTo>
                      <a:pt x="3667" y="0"/>
                    </a:lnTo>
                    <a:lnTo>
                      <a:pt x="3674" y="0"/>
                    </a:lnTo>
                    <a:lnTo>
                      <a:pt x="3683" y="0"/>
                    </a:lnTo>
                    <a:lnTo>
                      <a:pt x="3690" y="0"/>
                    </a:lnTo>
                    <a:lnTo>
                      <a:pt x="3697" y="0"/>
                    </a:lnTo>
                    <a:lnTo>
                      <a:pt x="3704" y="0"/>
                    </a:lnTo>
                    <a:lnTo>
                      <a:pt x="3711" y="0"/>
                    </a:lnTo>
                    <a:lnTo>
                      <a:pt x="3718" y="0"/>
                    </a:lnTo>
                    <a:lnTo>
                      <a:pt x="3727" y="0"/>
                    </a:lnTo>
                    <a:lnTo>
                      <a:pt x="3734" y="0"/>
                    </a:lnTo>
                    <a:lnTo>
                      <a:pt x="3741" y="0"/>
                    </a:lnTo>
                    <a:lnTo>
                      <a:pt x="3748" y="0"/>
                    </a:lnTo>
                    <a:lnTo>
                      <a:pt x="3755" y="0"/>
                    </a:lnTo>
                    <a:lnTo>
                      <a:pt x="3762" y="0"/>
                    </a:lnTo>
                    <a:lnTo>
                      <a:pt x="3771" y="0"/>
                    </a:lnTo>
                    <a:lnTo>
                      <a:pt x="3778" y="0"/>
                    </a:lnTo>
                    <a:lnTo>
                      <a:pt x="3785" y="0"/>
                    </a:lnTo>
                    <a:lnTo>
                      <a:pt x="3792" y="0"/>
                    </a:lnTo>
                    <a:lnTo>
                      <a:pt x="3799" y="0"/>
                    </a:lnTo>
                    <a:lnTo>
                      <a:pt x="3806" y="0"/>
                    </a:lnTo>
                    <a:lnTo>
                      <a:pt x="3815" y="0"/>
                    </a:lnTo>
                    <a:lnTo>
                      <a:pt x="3822" y="0"/>
                    </a:lnTo>
                    <a:lnTo>
                      <a:pt x="3829" y="0"/>
                    </a:lnTo>
                    <a:lnTo>
                      <a:pt x="3836" y="0"/>
                    </a:lnTo>
                    <a:lnTo>
                      <a:pt x="3843" y="0"/>
                    </a:lnTo>
                    <a:lnTo>
                      <a:pt x="3850" y="0"/>
                    </a:lnTo>
                    <a:lnTo>
                      <a:pt x="3859" y="0"/>
                    </a:lnTo>
                    <a:lnTo>
                      <a:pt x="3866" y="0"/>
                    </a:lnTo>
                    <a:lnTo>
                      <a:pt x="3873" y="0"/>
                    </a:lnTo>
                    <a:lnTo>
                      <a:pt x="3880" y="0"/>
                    </a:lnTo>
                    <a:lnTo>
                      <a:pt x="3887" y="0"/>
                    </a:lnTo>
                    <a:lnTo>
                      <a:pt x="3894" y="0"/>
                    </a:lnTo>
                    <a:lnTo>
                      <a:pt x="3903" y="0"/>
                    </a:lnTo>
                    <a:lnTo>
                      <a:pt x="3910" y="0"/>
                    </a:lnTo>
                    <a:lnTo>
                      <a:pt x="3917" y="0"/>
                    </a:lnTo>
                    <a:lnTo>
                      <a:pt x="3924" y="0"/>
                    </a:lnTo>
                    <a:lnTo>
                      <a:pt x="3931" y="0"/>
                    </a:lnTo>
                    <a:lnTo>
                      <a:pt x="3938" y="0"/>
                    </a:lnTo>
                    <a:lnTo>
                      <a:pt x="3945" y="0"/>
                    </a:lnTo>
                    <a:lnTo>
                      <a:pt x="3954" y="0"/>
                    </a:lnTo>
                    <a:lnTo>
                      <a:pt x="3961" y="0"/>
                    </a:lnTo>
                    <a:lnTo>
                      <a:pt x="3968" y="0"/>
                    </a:lnTo>
                    <a:lnTo>
                      <a:pt x="3975" y="0"/>
                    </a:lnTo>
                    <a:lnTo>
                      <a:pt x="3982" y="0"/>
                    </a:lnTo>
                    <a:lnTo>
                      <a:pt x="3989" y="0"/>
                    </a:lnTo>
                    <a:lnTo>
                      <a:pt x="3998" y="0"/>
                    </a:lnTo>
                    <a:lnTo>
                      <a:pt x="4005" y="0"/>
                    </a:lnTo>
                    <a:lnTo>
                      <a:pt x="4012" y="0"/>
                    </a:lnTo>
                    <a:lnTo>
                      <a:pt x="4019" y="0"/>
                    </a:lnTo>
                    <a:lnTo>
                      <a:pt x="4026" y="0"/>
                    </a:lnTo>
                    <a:lnTo>
                      <a:pt x="4034" y="0"/>
                    </a:lnTo>
                    <a:lnTo>
                      <a:pt x="4042" y="0"/>
                    </a:lnTo>
                    <a:lnTo>
                      <a:pt x="4049" y="0"/>
                    </a:lnTo>
                    <a:lnTo>
                      <a:pt x="4056" y="0"/>
                    </a:lnTo>
                    <a:lnTo>
                      <a:pt x="4063" y="0"/>
                    </a:lnTo>
                    <a:lnTo>
                      <a:pt x="4070" y="0"/>
                    </a:lnTo>
                    <a:lnTo>
                      <a:pt x="4078" y="0"/>
                    </a:lnTo>
                    <a:lnTo>
                      <a:pt x="4086" y="0"/>
                    </a:lnTo>
                    <a:lnTo>
                      <a:pt x="4093" y="0"/>
                    </a:lnTo>
                    <a:lnTo>
                      <a:pt x="4100" y="0"/>
                    </a:lnTo>
                    <a:lnTo>
                      <a:pt x="4107" y="0"/>
                    </a:lnTo>
                    <a:lnTo>
                      <a:pt x="4114" y="0"/>
                    </a:lnTo>
                    <a:lnTo>
                      <a:pt x="4122" y="0"/>
                    </a:lnTo>
                    <a:lnTo>
                      <a:pt x="4130" y="0"/>
                    </a:lnTo>
                    <a:lnTo>
                      <a:pt x="4137" y="0"/>
                    </a:lnTo>
                    <a:lnTo>
                      <a:pt x="4144" y="0"/>
                    </a:lnTo>
                    <a:lnTo>
                      <a:pt x="4151" y="0"/>
                    </a:lnTo>
                    <a:lnTo>
                      <a:pt x="4158" y="0"/>
                    </a:lnTo>
                    <a:lnTo>
                      <a:pt x="4166" y="0"/>
                    </a:lnTo>
                    <a:lnTo>
                      <a:pt x="4174" y="0"/>
                    </a:lnTo>
                    <a:lnTo>
                      <a:pt x="4181" y="0"/>
                    </a:lnTo>
                    <a:lnTo>
                      <a:pt x="4188" y="0"/>
                    </a:lnTo>
                    <a:lnTo>
                      <a:pt x="4195" y="0"/>
                    </a:lnTo>
                    <a:lnTo>
                      <a:pt x="4203" y="0"/>
                    </a:lnTo>
                    <a:lnTo>
                      <a:pt x="4210" y="0"/>
                    </a:lnTo>
                    <a:lnTo>
                      <a:pt x="4218" y="0"/>
                    </a:lnTo>
                    <a:lnTo>
                      <a:pt x="4225" y="0"/>
                    </a:lnTo>
                    <a:lnTo>
                      <a:pt x="4232" y="0"/>
                    </a:lnTo>
                    <a:lnTo>
                      <a:pt x="4239" y="0"/>
                    </a:lnTo>
                    <a:lnTo>
                      <a:pt x="4247" y="0"/>
                    </a:lnTo>
                    <a:lnTo>
                      <a:pt x="4254" y="0"/>
                    </a:lnTo>
                    <a:lnTo>
                      <a:pt x="4262" y="0"/>
                    </a:lnTo>
                    <a:lnTo>
                      <a:pt x="4269" y="0"/>
                    </a:lnTo>
                    <a:lnTo>
                      <a:pt x="4276" y="0"/>
                    </a:lnTo>
                    <a:lnTo>
                      <a:pt x="4283" y="0"/>
                    </a:lnTo>
                    <a:lnTo>
                      <a:pt x="4291" y="0"/>
                    </a:lnTo>
                    <a:lnTo>
                      <a:pt x="4298" y="0"/>
                    </a:lnTo>
                    <a:lnTo>
                      <a:pt x="4306" y="0"/>
                    </a:lnTo>
                    <a:lnTo>
                      <a:pt x="4313" y="0"/>
                    </a:lnTo>
                    <a:lnTo>
                      <a:pt x="4320" y="0"/>
                    </a:lnTo>
                    <a:lnTo>
                      <a:pt x="4328" y="0"/>
                    </a:lnTo>
                    <a:lnTo>
                      <a:pt x="4335" y="0"/>
                    </a:lnTo>
                    <a:lnTo>
                      <a:pt x="4342" y="0"/>
                    </a:lnTo>
                    <a:lnTo>
                      <a:pt x="4350" y="0"/>
                    </a:lnTo>
                    <a:lnTo>
                      <a:pt x="4357" y="0"/>
                    </a:lnTo>
                    <a:lnTo>
                      <a:pt x="4364" y="0"/>
                    </a:lnTo>
                    <a:lnTo>
                      <a:pt x="4372" y="0"/>
                    </a:lnTo>
                    <a:lnTo>
                      <a:pt x="4379" y="0"/>
                    </a:lnTo>
                    <a:lnTo>
                      <a:pt x="4386" y="0"/>
                    </a:lnTo>
                    <a:lnTo>
                      <a:pt x="4394" y="0"/>
                    </a:lnTo>
                    <a:lnTo>
                      <a:pt x="4401" y="0"/>
                    </a:lnTo>
                    <a:lnTo>
                      <a:pt x="4408" y="0"/>
                    </a:lnTo>
                    <a:lnTo>
                      <a:pt x="4416" y="0"/>
                    </a:lnTo>
                    <a:lnTo>
                      <a:pt x="4423" y="0"/>
                    </a:lnTo>
                    <a:lnTo>
                      <a:pt x="4430" y="0"/>
                    </a:lnTo>
                    <a:lnTo>
                      <a:pt x="4438" y="0"/>
                    </a:lnTo>
                    <a:lnTo>
                      <a:pt x="4445" y="0"/>
                    </a:lnTo>
                    <a:lnTo>
                      <a:pt x="4452" y="0"/>
                    </a:lnTo>
                    <a:lnTo>
                      <a:pt x="4460" y="0"/>
                    </a:lnTo>
                    <a:lnTo>
                      <a:pt x="4467" y="0"/>
                    </a:lnTo>
                    <a:lnTo>
                      <a:pt x="4474" y="0"/>
                    </a:lnTo>
                    <a:lnTo>
                      <a:pt x="4482" y="0"/>
                    </a:lnTo>
                    <a:lnTo>
                      <a:pt x="4489" y="0"/>
                    </a:lnTo>
                    <a:lnTo>
                      <a:pt x="4497" y="0"/>
                    </a:lnTo>
                    <a:lnTo>
                      <a:pt x="4504" y="0"/>
                    </a:lnTo>
                    <a:lnTo>
                      <a:pt x="4511" y="0"/>
                    </a:lnTo>
                    <a:lnTo>
                      <a:pt x="4518" y="0"/>
                    </a:lnTo>
                    <a:lnTo>
                      <a:pt x="4525" y="0"/>
                    </a:lnTo>
                    <a:lnTo>
                      <a:pt x="4533" y="0"/>
                    </a:lnTo>
                    <a:lnTo>
                      <a:pt x="4541" y="0"/>
                    </a:lnTo>
                    <a:lnTo>
                      <a:pt x="4548" y="0"/>
                    </a:lnTo>
                    <a:lnTo>
                      <a:pt x="4555" y="0"/>
                    </a:lnTo>
                    <a:lnTo>
                      <a:pt x="4562" y="0"/>
                    </a:lnTo>
                    <a:lnTo>
                      <a:pt x="4569" y="0"/>
                    </a:lnTo>
                    <a:lnTo>
                      <a:pt x="4577" y="0"/>
                    </a:lnTo>
                    <a:lnTo>
                      <a:pt x="4585" y="0"/>
                    </a:lnTo>
                    <a:lnTo>
                      <a:pt x="4592" y="0"/>
                    </a:lnTo>
                    <a:lnTo>
                      <a:pt x="4599" y="0"/>
                    </a:lnTo>
                    <a:lnTo>
                      <a:pt x="4606" y="0"/>
                    </a:lnTo>
                    <a:lnTo>
                      <a:pt x="4613" y="0"/>
                    </a:lnTo>
                    <a:lnTo>
                      <a:pt x="4622" y="0"/>
                    </a:lnTo>
                    <a:lnTo>
                      <a:pt x="4629" y="0"/>
                    </a:lnTo>
                    <a:lnTo>
                      <a:pt x="4636" y="0"/>
                    </a:lnTo>
                    <a:lnTo>
                      <a:pt x="4643" y="0"/>
                    </a:lnTo>
                    <a:lnTo>
                      <a:pt x="4650" y="0"/>
                    </a:lnTo>
                    <a:lnTo>
                      <a:pt x="4657" y="0"/>
                    </a:lnTo>
                    <a:lnTo>
                      <a:pt x="4666" y="0"/>
                    </a:lnTo>
                    <a:lnTo>
                      <a:pt x="4673" y="0"/>
                    </a:lnTo>
                    <a:lnTo>
                      <a:pt x="4680" y="0"/>
                    </a:lnTo>
                    <a:lnTo>
                      <a:pt x="4687" y="0"/>
                    </a:lnTo>
                    <a:lnTo>
                      <a:pt x="4694" y="0"/>
                    </a:lnTo>
                    <a:lnTo>
                      <a:pt x="4701" y="0"/>
                    </a:lnTo>
                    <a:lnTo>
                      <a:pt x="4710" y="0"/>
                    </a:lnTo>
                    <a:lnTo>
                      <a:pt x="4717" y="0"/>
                    </a:lnTo>
                    <a:lnTo>
                      <a:pt x="4724" y="0"/>
                    </a:lnTo>
                    <a:lnTo>
                      <a:pt x="4731" y="0"/>
                    </a:lnTo>
                    <a:lnTo>
                      <a:pt x="4738" y="0"/>
                    </a:lnTo>
                    <a:lnTo>
                      <a:pt x="4745" y="0"/>
                    </a:lnTo>
                    <a:lnTo>
                      <a:pt x="4754" y="0"/>
                    </a:lnTo>
                    <a:lnTo>
                      <a:pt x="4761" y="0"/>
                    </a:lnTo>
                    <a:lnTo>
                      <a:pt x="4768" y="0"/>
                    </a:lnTo>
                    <a:lnTo>
                      <a:pt x="4775" y="0"/>
                    </a:lnTo>
                    <a:lnTo>
                      <a:pt x="4782" y="0"/>
                    </a:lnTo>
                    <a:lnTo>
                      <a:pt x="4789" y="0"/>
                    </a:lnTo>
                    <a:lnTo>
                      <a:pt x="4798" y="0"/>
                    </a:lnTo>
                    <a:lnTo>
                      <a:pt x="4805" y="0"/>
                    </a:lnTo>
                    <a:lnTo>
                      <a:pt x="4812" y="0"/>
                    </a:lnTo>
                    <a:lnTo>
                      <a:pt x="4819" y="0"/>
                    </a:lnTo>
                    <a:lnTo>
                      <a:pt x="4826" y="0"/>
                    </a:lnTo>
                    <a:lnTo>
                      <a:pt x="4833" y="0"/>
                    </a:lnTo>
                    <a:lnTo>
                      <a:pt x="4842" y="0"/>
                    </a:lnTo>
                    <a:lnTo>
                      <a:pt x="4849" y="0"/>
                    </a:lnTo>
                    <a:lnTo>
                      <a:pt x="4856" y="0"/>
                    </a:lnTo>
                    <a:lnTo>
                      <a:pt x="4863" y="0"/>
                    </a:lnTo>
                    <a:lnTo>
                      <a:pt x="4870" y="0"/>
                    </a:lnTo>
                    <a:lnTo>
                      <a:pt x="4877" y="0"/>
                    </a:lnTo>
                    <a:lnTo>
                      <a:pt x="4886" y="0"/>
                    </a:lnTo>
                    <a:lnTo>
                      <a:pt x="4893" y="0"/>
                    </a:lnTo>
                    <a:lnTo>
                      <a:pt x="4900" y="0"/>
                    </a:lnTo>
                    <a:lnTo>
                      <a:pt x="4907" y="0"/>
                    </a:lnTo>
                    <a:lnTo>
                      <a:pt x="4914" y="0"/>
                    </a:lnTo>
                    <a:lnTo>
                      <a:pt x="4921" y="0"/>
                    </a:lnTo>
                    <a:lnTo>
                      <a:pt x="4930" y="0"/>
                    </a:lnTo>
                    <a:lnTo>
                      <a:pt x="4937" y="0"/>
                    </a:lnTo>
                    <a:lnTo>
                      <a:pt x="4944" y="0"/>
                    </a:lnTo>
                    <a:lnTo>
                      <a:pt x="4951" y="0"/>
                    </a:lnTo>
                    <a:lnTo>
                      <a:pt x="4958" y="0"/>
                    </a:lnTo>
                    <a:lnTo>
                      <a:pt x="4965" y="0"/>
                    </a:lnTo>
                    <a:lnTo>
                      <a:pt x="4974" y="0"/>
                    </a:lnTo>
                    <a:lnTo>
                      <a:pt x="4981" y="0"/>
                    </a:lnTo>
                    <a:lnTo>
                      <a:pt x="4988" y="0"/>
                    </a:lnTo>
                    <a:lnTo>
                      <a:pt x="4995" y="0"/>
                    </a:lnTo>
                    <a:lnTo>
                      <a:pt x="5002" y="0"/>
                    </a:lnTo>
                    <a:lnTo>
                      <a:pt x="5009" y="0"/>
                    </a:lnTo>
                    <a:lnTo>
                      <a:pt x="5018" y="0"/>
                    </a:lnTo>
                    <a:lnTo>
                      <a:pt x="5025" y="0"/>
                    </a:lnTo>
                    <a:lnTo>
                      <a:pt x="5032" y="0"/>
                    </a:lnTo>
                    <a:lnTo>
                      <a:pt x="5039" y="0"/>
                    </a:lnTo>
                    <a:lnTo>
                      <a:pt x="5046" y="0"/>
                    </a:lnTo>
                    <a:lnTo>
                      <a:pt x="5053" y="0"/>
                    </a:lnTo>
                    <a:lnTo>
                      <a:pt x="5060" y="0"/>
                    </a:lnTo>
                    <a:lnTo>
                      <a:pt x="5069" y="0"/>
                    </a:lnTo>
                    <a:lnTo>
                      <a:pt x="5076" y="0"/>
                    </a:lnTo>
                    <a:lnTo>
                      <a:pt x="5083" y="0"/>
                    </a:lnTo>
                    <a:lnTo>
                      <a:pt x="5090" y="0"/>
                    </a:lnTo>
                    <a:lnTo>
                      <a:pt x="5097" y="0"/>
                    </a:lnTo>
                    <a:lnTo>
                      <a:pt x="5104" y="0"/>
                    </a:lnTo>
                    <a:lnTo>
                      <a:pt x="5113" y="0"/>
                    </a:lnTo>
                    <a:lnTo>
                      <a:pt x="5120" y="0"/>
                    </a:lnTo>
                    <a:lnTo>
                      <a:pt x="5127" y="0"/>
                    </a:lnTo>
                  </a:path>
                </a:pathLst>
              </a:custGeom>
              <a:noFill/>
              <a:ln w="26988" cap="flat" cmpd="sng">
                <a:solidFill>
                  <a:srgbClr val="FF0000">
                    <a:alpha val="100000"/>
                  </a:srgbClr>
                </a:solidFill>
                <a:prstDash val="solid"/>
                <a:round/>
                <a:headEnd type="none" w="med" len="med"/>
                <a:tailEnd type="none" w="med" len="med"/>
              </a:ln>
            </p:spPr>
            <p:txBody>
              <a:bodyPr/>
              <a:p>
                <a:endParaRPr lang="zh-CN" altLang="en-US"/>
              </a:p>
            </p:txBody>
          </p:sp>
          <p:sp>
            <p:nvSpPr>
              <p:cNvPr id="100344" name="Rectangle 133"/>
              <p:cNvSpPr/>
              <p:nvPr/>
            </p:nvSpPr>
            <p:spPr>
              <a:xfrm rot="-5400000">
                <a:off x="2661" y="1466"/>
                <a:ext cx="13" cy="32"/>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100345" name="Rectangle 134"/>
              <p:cNvSpPr/>
              <p:nvPr/>
            </p:nvSpPr>
            <p:spPr>
              <a:xfrm>
                <a:off x="1426" y="1075"/>
                <a:ext cx="7" cy="58"/>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100283" name="Text Box 578"/>
            <p:cNvSpPr txBox="1"/>
            <p:nvPr/>
          </p:nvSpPr>
          <p:spPr>
            <a:xfrm>
              <a:off x="144" y="672"/>
              <a:ext cx="372" cy="232"/>
            </a:xfrm>
            <a:prstGeom prst="rect">
              <a:avLst/>
            </a:prstGeom>
            <a:noFill/>
            <a:ln w="9525">
              <a:noFill/>
            </a:ln>
          </p:spPr>
          <p:txBody>
            <a:bodyPr wrap="none">
              <a:spAutoFit/>
            </a:bodyPr>
            <a:p>
              <a:r>
                <a:rPr lang="en-US" altLang="zh-CN" dirty="0">
                  <a:latin typeface="Times New Roman" panose="02020603050405020304" pitchFamily="18" charset="0"/>
                </a:rPr>
                <a:t>N=1</a:t>
              </a:r>
              <a:endParaRPr lang="en-US" altLang="zh-CN" dirty="0">
                <a:latin typeface="Times New Roman" panose="02020603050405020304" pitchFamily="18" charset="0"/>
              </a:endParaRPr>
            </a:p>
          </p:txBody>
        </p:sp>
      </p:grpSp>
      <p:grpSp>
        <p:nvGrpSpPr>
          <p:cNvPr id="93765" name="Group 581"/>
          <p:cNvGrpSpPr/>
          <p:nvPr/>
        </p:nvGrpSpPr>
        <p:grpSpPr>
          <a:xfrm>
            <a:off x="1676400" y="1663700"/>
            <a:ext cx="4538663" cy="914400"/>
            <a:chOff x="96" y="1048"/>
            <a:chExt cx="2859" cy="576"/>
          </a:xfrm>
        </p:grpSpPr>
        <p:grpSp>
          <p:nvGrpSpPr>
            <p:cNvPr id="100216" name="Group 201"/>
            <p:cNvGrpSpPr/>
            <p:nvPr/>
          </p:nvGrpSpPr>
          <p:grpSpPr>
            <a:xfrm>
              <a:off x="127" y="1048"/>
              <a:ext cx="2828" cy="576"/>
              <a:chOff x="275" y="2227"/>
              <a:chExt cx="2536" cy="721"/>
            </a:xfrm>
          </p:grpSpPr>
          <p:sp>
            <p:nvSpPr>
              <p:cNvPr id="100218" name="Line 137"/>
              <p:cNvSpPr/>
              <p:nvPr/>
            </p:nvSpPr>
            <p:spPr>
              <a:xfrm>
                <a:off x="275" y="2947"/>
                <a:ext cx="1" cy="1"/>
              </a:xfrm>
              <a:prstGeom prst="line">
                <a:avLst/>
              </a:prstGeom>
              <a:ln w="11113" cap="flat" cmpd="sng">
                <a:solidFill>
                  <a:srgbClr val="000000"/>
                </a:solidFill>
                <a:prstDash val="solid"/>
                <a:headEnd type="none" w="med" len="med"/>
                <a:tailEnd type="none" w="med" len="med"/>
              </a:ln>
            </p:spPr>
          </p:sp>
          <p:sp>
            <p:nvSpPr>
              <p:cNvPr id="100219" name="Line 138"/>
              <p:cNvSpPr/>
              <p:nvPr/>
            </p:nvSpPr>
            <p:spPr>
              <a:xfrm>
                <a:off x="407" y="2947"/>
                <a:ext cx="1" cy="1"/>
              </a:xfrm>
              <a:prstGeom prst="line">
                <a:avLst/>
              </a:prstGeom>
              <a:ln w="11113" cap="flat" cmpd="sng">
                <a:solidFill>
                  <a:srgbClr val="000000"/>
                </a:solidFill>
                <a:prstDash val="solid"/>
                <a:headEnd type="none" w="med" len="med"/>
                <a:tailEnd type="none" w="med" len="med"/>
              </a:ln>
            </p:spPr>
          </p:sp>
          <p:sp>
            <p:nvSpPr>
              <p:cNvPr id="100220" name="Line 139"/>
              <p:cNvSpPr/>
              <p:nvPr/>
            </p:nvSpPr>
            <p:spPr>
              <a:xfrm>
                <a:off x="539" y="2947"/>
                <a:ext cx="1" cy="1"/>
              </a:xfrm>
              <a:prstGeom prst="line">
                <a:avLst/>
              </a:prstGeom>
              <a:ln w="11113" cap="flat" cmpd="sng">
                <a:solidFill>
                  <a:srgbClr val="000000"/>
                </a:solidFill>
                <a:prstDash val="solid"/>
                <a:headEnd type="none" w="med" len="med"/>
                <a:tailEnd type="none" w="med" len="med"/>
              </a:ln>
            </p:spPr>
          </p:sp>
          <p:sp>
            <p:nvSpPr>
              <p:cNvPr id="100221" name="Line 140"/>
              <p:cNvSpPr/>
              <p:nvPr/>
            </p:nvSpPr>
            <p:spPr>
              <a:xfrm>
                <a:off x="671" y="2947"/>
                <a:ext cx="1" cy="1"/>
              </a:xfrm>
              <a:prstGeom prst="line">
                <a:avLst/>
              </a:prstGeom>
              <a:ln w="11113" cap="flat" cmpd="sng">
                <a:solidFill>
                  <a:srgbClr val="000000"/>
                </a:solidFill>
                <a:prstDash val="solid"/>
                <a:headEnd type="none" w="med" len="med"/>
                <a:tailEnd type="none" w="med" len="med"/>
              </a:ln>
            </p:spPr>
          </p:sp>
          <p:sp>
            <p:nvSpPr>
              <p:cNvPr id="100222" name="Line 141"/>
              <p:cNvSpPr/>
              <p:nvPr/>
            </p:nvSpPr>
            <p:spPr>
              <a:xfrm>
                <a:off x="803" y="2947"/>
                <a:ext cx="1" cy="1"/>
              </a:xfrm>
              <a:prstGeom prst="line">
                <a:avLst/>
              </a:prstGeom>
              <a:ln w="11113" cap="flat" cmpd="sng">
                <a:solidFill>
                  <a:srgbClr val="000000"/>
                </a:solidFill>
                <a:prstDash val="solid"/>
                <a:headEnd type="none" w="med" len="med"/>
                <a:tailEnd type="none" w="med" len="med"/>
              </a:ln>
            </p:spPr>
          </p:sp>
          <p:sp>
            <p:nvSpPr>
              <p:cNvPr id="100223" name="Line 142"/>
              <p:cNvSpPr/>
              <p:nvPr/>
            </p:nvSpPr>
            <p:spPr>
              <a:xfrm>
                <a:off x="935" y="2947"/>
                <a:ext cx="1" cy="1"/>
              </a:xfrm>
              <a:prstGeom prst="line">
                <a:avLst/>
              </a:prstGeom>
              <a:ln w="11113" cap="flat" cmpd="sng">
                <a:solidFill>
                  <a:srgbClr val="000000"/>
                </a:solidFill>
                <a:prstDash val="solid"/>
                <a:headEnd type="none" w="med" len="med"/>
                <a:tailEnd type="none" w="med" len="med"/>
              </a:ln>
            </p:spPr>
          </p:sp>
          <p:sp>
            <p:nvSpPr>
              <p:cNvPr id="100224" name="Line 143"/>
              <p:cNvSpPr/>
              <p:nvPr/>
            </p:nvSpPr>
            <p:spPr>
              <a:xfrm>
                <a:off x="1067" y="2947"/>
                <a:ext cx="1" cy="1"/>
              </a:xfrm>
              <a:prstGeom prst="line">
                <a:avLst/>
              </a:prstGeom>
              <a:ln w="11113" cap="flat" cmpd="sng">
                <a:solidFill>
                  <a:srgbClr val="000000"/>
                </a:solidFill>
                <a:prstDash val="solid"/>
                <a:headEnd type="none" w="med" len="med"/>
                <a:tailEnd type="none" w="med" len="med"/>
              </a:ln>
            </p:spPr>
          </p:sp>
          <p:sp>
            <p:nvSpPr>
              <p:cNvPr id="100225" name="Line 144"/>
              <p:cNvSpPr/>
              <p:nvPr/>
            </p:nvSpPr>
            <p:spPr>
              <a:xfrm>
                <a:off x="1200" y="2947"/>
                <a:ext cx="1" cy="1"/>
              </a:xfrm>
              <a:prstGeom prst="line">
                <a:avLst/>
              </a:prstGeom>
              <a:ln w="11113" cap="flat" cmpd="sng">
                <a:solidFill>
                  <a:srgbClr val="000000"/>
                </a:solidFill>
                <a:prstDash val="solid"/>
                <a:headEnd type="none" w="med" len="med"/>
                <a:tailEnd type="none" w="med" len="med"/>
              </a:ln>
            </p:spPr>
          </p:sp>
          <p:sp>
            <p:nvSpPr>
              <p:cNvPr id="100226" name="Line 145"/>
              <p:cNvSpPr/>
              <p:nvPr/>
            </p:nvSpPr>
            <p:spPr>
              <a:xfrm>
                <a:off x="1332" y="2947"/>
                <a:ext cx="1" cy="1"/>
              </a:xfrm>
              <a:prstGeom prst="line">
                <a:avLst/>
              </a:prstGeom>
              <a:ln w="11113" cap="flat" cmpd="sng">
                <a:solidFill>
                  <a:srgbClr val="000000"/>
                </a:solidFill>
                <a:prstDash val="solid"/>
                <a:headEnd type="none" w="med" len="med"/>
                <a:tailEnd type="none" w="med" len="med"/>
              </a:ln>
            </p:spPr>
          </p:sp>
          <p:sp>
            <p:nvSpPr>
              <p:cNvPr id="100227" name="Line 146"/>
              <p:cNvSpPr/>
              <p:nvPr/>
            </p:nvSpPr>
            <p:spPr>
              <a:xfrm>
                <a:off x="1464" y="2947"/>
                <a:ext cx="1" cy="1"/>
              </a:xfrm>
              <a:prstGeom prst="line">
                <a:avLst/>
              </a:prstGeom>
              <a:ln w="11113" cap="flat" cmpd="sng">
                <a:solidFill>
                  <a:srgbClr val="000000"/>
                </a:solidFill>
                <a:prstDash val="solid"/>
                <a:headEnd type="none" w="med" len="med"/>
                <a:tailEnd type="none" w="med" len="med"/>
              </a:ln>
            </p:spPr>
          </p:sp>
          <p:sp>
            <p:nvSpPr>
              <p:cNvPr id="100228" name="Line 147"/>
              <p:cNvSpPr/>
              <p:nvPr/>
            </p:nvSpPr>
            <p:spPr>
              <a:xfrm>
                <a:off x="1596" y="2947"/>
                <a:ext cx="1" cy="1"/>
              </a:xfrm>
              <a:prstGeom prst="line">
                <a:avLst/>
              </a:prstGeom>
              <a:ln w="11113" cap="flat" cmpd="sng">
                <a:solidFill>
                  <a:srgbClr val="000000"/>
                </a:solidFill>
                <a:prstDash val="solid"/>
                <a:headEnd type="none" w="med" len="med"/>
                <a:tailEnd type="none" w="med" len="med"/>
              </a:ln>
            </p:spPr>
          </p:sp>
          <p:sp>
            <p:nvSpPr>
              <p:cNvPr id="100229" name="Line 148"/>
              <p:cNvSpPr/>
              <p:nvPr/>
            </p:nvSpPr>
            <p:spPr>
              <a:xfrm>
                <a:off x="1728" y="2947"/>
                <a:ext cx="1" cy="1"/>
              </a:xfrm>
              <a:prstGeom prst="line">
                <a:avLst/>
              </a:prstGeom>
              <a:ln w="11113" cap="flat" cmpd="sng">
                <a:solidFill>
                  <a:srgbClr val="000000"/>
                </a:solidFill>
                <a:prstDash val="solid"/>
                <a:headEnd type="none" w="med" len="med"/>
                <a:tailEnd type="none" w="med" len="med"/>
              </a:ln>
            </p:spPr>
          </p:sp>
          <p:sp>
            <p:nvSpPr>
              <p:cNvPr id="100230" name="Line 149"/>
              <p:cNvSpPr/>
              <p:nvPr/>
            </p:nvSpPr>
            <p:spPr>
              <a:xfrm>
                <a:off x="1860" y="2947"/>
                <a:ext cx="1" cy="1"/>
              </a:xfrm>
              <a:prstGeom prst="line">
                <a:avLst/>
              </a:prstGeom>
              <a:ln w="11113" cap="flat" cmpd="sng">
                <a:solidFill>
                  <a:srgbClr val="000000"/>
                </a:solidFill>
                <a:prstDash val="solid"/>
                <a:headEnd type="none" w="med" len="med"/>
                <a:tailEnd type="none" w="med" len="med"/>
              </a:ln>
            </p:spPr>
          </p:sp>
          <p:sp>
            <p:nvSpPr>
              <p:cNvPr id="100231" name="Line 150"/>
              <p:cNvSpPr/>
              <p:nvPr/>
            </p:nvSpPr>
            <p:spPr>
              <a:xfrm>
                <a:off x="1992" y="2947"/>
                <a:ext cx="1" cy="1"/>
              </a:xfrm>
              <a:prstGeom prst="line">
                <a:avLst/>
              </a:prstGeom>
              <a:ln w="11113" cap="flat" cmpd="sng">
                <a:solidFill>
                  <a:srgbClr val="000000"/>
                </a:solidFill>
                <a:prstDash val="solid"/>
                <a:headEnd type="none" w="med" len="med"/>
                <a:tailEnd type="none" w="med" len="med"/>
              </a:ln>
            </p:spPr>
          </p:sp>
          <p:sp>
            <p:nvSpPr>
              <p:cNvPr id="100232" name="Line 151"/>
              <p:cNvSpPr/>
              <p:nvPr/>
            </p:nvSpPr>
            <p:spPr>
              <a:xfrm>
                <a:off x="2124" y="2947"/>
                <a:ext cx="1" cy="1"/>
              </a:xfrm>
              <a:prstGeom prst="line">
                <a:avLst/>
              </a:prstGeom>
              <a:ln w="11113" cap="flat" cmpd="sng">
                <a:solidFill>
                  <a:srgbClr val="000000"/>
                </a:solidFill>
                <a:prstDash val="solid"/>
                <a:headEnd type="none" w="med" len="med"/>
                <a:tailEnd type="none" w="med" len="med"/>
              </a:ln>
            </p:spPr>
          </p:sp>
          <p:sp>
            <p:nvSpPr>
              <p:cNvPr id="100233" name="Line 152"/>
              <p:cNvSpPr/>
              <p:nvPr/>
            </p:nvSpPr>
            <p:spPr>
              <a:xfrm>
                <a:off x="2256" y="2947"/>
                <a:ext cx="1" cy="1"/>
              </a:xfrm>
              <a:prstGeom prst="line">
                <a:avLst/>
              </a:prstGeom>
              <a:ln w="11113" cap="flat" cmpd="sng">
                <a:solidFill>
                  <a:srgbClr val="000000"/>
                </a:solidFill>
                <a:prstDash val="solid"/>
                <a:headEnd type="none" w="med" len="med"/>
                <a:tailEnd type="none" w="med" len="med"/>
              </a:ln>
            </p:spPr>
          </p:sp>
          <p:sp>
            <p:nvSpPr>
              <p:cNvPr id="100234" name="Line 153"/>
              <p:cNvSpPr/>
              <p:nvPr/>
            </p:nvSpPr>
            <p:spPr>
              <a:xfrm>
                <a:off x="2389" y="2947"/>
                <a:ext cx="1" cy="1"/>
              </a:xfrm>
              <a:prstGeom prst="line">
                <a:avLst/>
              </a:prstGeom>
              <a:ln w="11113" cap="flat" cmpd="sng">
                <a:solidFill>
                  <a:srgbClr val="000000"/>
                </a:solidFill>
                <a:prstDash val="solid"/>
                <a:headEnd type="none" w="med" len="med"/>
                <a:tailEnd type="none" w="med" len="med"/>
              </a:ln>
            </p:spPr>
          </p:sp>
          <p:sp>
            <p:nvSpPr>
              <p:cNvPr id="100235" name="Line 154"/>
              <p:cNvSpPr/>
              <p:nvPr/>
            </p:nvSpPr>
            <p:spPr>
              <a:xfrm>
                <a:off x="2521" y="2947"/>
                <a:ext cx="1" cy="1"/>
              </a:xfrm>
              <a:prstGeom prst="line">
                <a:avLst/>
              </a:prstGeom>
              <a:ln w="11113" cap="flat" cmpd="sng">
                <a:solidFill>
                  <a:srgbClr val="000000"/>
                </a:solidFill>
                <a:prstDash val="solid"/>
                <a:headEnd type="none" w="med" len="med"/>
                <a:tailEnd type="none" w="med" len="med"/>
              </a:ln>
            </p:spPr>
          </p:sp>
          <p:sp>
            <p:nvSpPr>
              <p:cNvPr id="100236" name="Line 155"/>
              <p:cNvSpPr/>
              <p:nvPr/>
            </p:nvSpPr>
            <p:spPr>
              <a:xfrm>
                <a:off x="2653" y="2947"/>
                <a:ext cx="1" cy="1"/>
              </a:xfrm>
              <a:prstGeom prst="line">
                <a:avLst/>
              </a:prstGeom>
              <a:ln w="11113" cap="flat" cmpd="sng">
                <a:solidFill>
                  <a:srgbClr val="000000"/>
                </a:solidFill>
                <a:prstDash val="solid"/>
                <a:headEnd type="none" w="med" len="med"/>
                <a:tailEnd type="none" w="med" len="med"/>
              </a:ln>
            </p:spPr>
          </p:sp>
          <p:sp>
            <p:nvSpPr>
              <p:cNvPr id="100237" name="Line 156"/>
              <p:cNvSpPr/>
              <p:nvPr/>
            </p:nvSpPr>
            <p:spPr>
              <a:xfrm>
                <a:off x="275" y="2947"/>
                <a:ext cx="2378" cy="1"/>
              </a:xfrm>
              <a:prstGeom prst="line">
                <a:avLst/>
              </a:prstGeom>
              <a:ln w="11113" cap="flat" cmpd="sng">
                <a:solidFill>
                  <a:srgbClr val="000000"/>
                </a:solidFill>
                <a:prstDash val="solid"/>
                <a:headEnd type="none" w="med" len="med"/>
                <a:tailEnd type="none" w="med" len="med"/>
              </a:ln>
            </p:spPr>
          </p:sp>
          <p:sp>
            <p:nvSpPr>
              <p:cNvPr id="100238" name="Line 157"/>
              <p:cNvSpPr/>
              <p:nvPr/>
            </p:nvSpPr>
            <p:spPr>
              <a:xfrm>
                <a:off x="275" y="2947"/>
                <a:ext cx="1" cy="1"/>
              </a:xfrm>
              <a:prstGeom prst="line">
                <a:avLst/>
              </a:prstGeom>
              <a:ln w="11113" cap="flat" cmpd="sng">
                <a:solidFill>
                  <a:srgbClr val="000000"/>
                </a:solidFill>
                <a:prstDash val="solid"/>
                <a:headEnd type="none" w="med" len="med"/>
                <a:tailEnd type="none" w="med" len="med"/>
              </a:ln>
            </p:spPr>
          </p:sp>
          <p:sp>
            <p:nvSpPr>
              <p:cNvPr id="100239" name="Line 158"/>
              <p:cNvSpPr/>
              <p:nvPr/>
            </p:nvSpPr>
            <p:spPr>
              <a:xfrm>
                <a:off x="275" y="2874"/>
                <a:ext cx="1" cy="1"/>
              </a:xfrm>
              <a:prstGeom prst="line">
                <a:avLst/>
              </a:prstGeom>
              <a:ln w="11113" cap="flat" cmpd="sng">
                <a:solidFill>
                  <a:srgbClr val="000000"/>
                </a:solidFill>
                <a:prstDash val="solid"/>
                <a:headEnd type="none" w="med" len="med"/>
                <a:tailEnd type="none" w="med" len="med"/>
              </a:ln>
            </p:spPr>
          </p:sp>
          <p:sp>
            <p:nvSpPr>
              <p:cNvPr id="100240" name="Line 159"/>
              <p:cNvSpPr/>
              <p:nvPr/>
            </p:nvSpPr>
            <p:spPr>
              <a:xfrm>
                <a:off x="275" y="2801"/>
                <a:ext cx="1" cy="1"/>
              </a:xfrm>
              <a:prstGeom prst="line">
                <a:avLst/>
              </a:prstGeom>
              <a:ln w="11113" cap="flat" cmpd="sng">
                <a:solidFill>
                  <a:srgbClr val="000000"/>
                </a:solidFill>
                <a:prstDash val="solid"/>
                <a:headEnd type="none" w="med" len="med"/>
                <a:tailEnd type="none" w="med" len="med"/>
              </a:ln>
            </p:spPr>
          </p:sp>
          <p:sp>
            <p:nvSpPr>
              <p:cNvPr id="100241" name="Line 160"/>
              <p:cNvSpPr/>
              <p:nvPr/>
            </p:nvSpPr>
            <p:spPr>
              <a:xfrm>
                <a:off x="275" y="2728"/>
                <a:ext cx="1" cy="1"/>
              </a:xfrm>
              <a:prstGeom prst="line">
                <a:avLst/>
              </a:prstGeom>
              <a:ln w="11113" cap="flat" cmpd="sng">
                <a:solidFill>
                  <a:srgbClr val="000000"/>
                </a:solidFill>
                <a:prstDash val="solid"/>
                <a:headEnd type="none" w="med" len="med"/>
                <a:tailEnd type="none" w="med" len="med"/>
              </a:ln>
            </p:spPr>
          </p:sp>
          <p:sp>
            <p:nvSpPr>
              <p:cNvPr id="100242" name="Line 161"/>
              <p:cNvSpPr/>
              <p:nvPr/>
            </p:nvSpPr>
            <p:spPr>
              <a:xfrm>
                <a:off x="275" y="2655"/>
                <a:ext cx="1" cy="1"/>
              </a:xfrm>
              <a:prstGeom prst="line">
                <a:avLst/>
              </a:prstGeom>
              <a:ln w="11113" cap="flat" cmpd="sng">
                <a:solidFill>
                  <a:srgbClr val="000000"/>
                </a:solidFill>
                <a:prstDash val="solid"/>
                <a:headEnd type="none" w="med" len="med"/>
                <a:tailEnd type="none" w="med" len="med"/>
              </a:ln>
            </p:spPr>
          </p:sp>
          <p:sp>
            <p:nvSpPr>
              <p:cNvPr id="100243" name="Line 162"/>
              <p:cNvSpPr/>
              <p:nvPr/>
            </p:nvSpPr>
            <p:spPr>
              <a:xfrm>
                <a:off x="275" y="2582"/>
                <a:ext cx="1" cy="1"/>
              </a:xfrm>
              <a:prstGeom prst="line">
                <a:avLst/>
              </a:prstGeom>
              <a:ln w="11113" cap="flat" cmpd="sng">
                <a:solidFill>
                  <a:srgbClr val="000000"/>
                </a:solidFill>
                <a:prstDash val="solid"/>
                <a:headEnd type="none" w="med" len="med"/>
                <a:tailEnd type="none" w="med" len="med"/>
              </a:ln>
            </p:spPr>
          </p:sp>
          <p:sp>
            <p:nvSpPr>
              <p:cNvPr id="100244" name="Line 163"/>
              <p:cNvSpPr/>
              <p:nvPr/>
            </p:nvSpPr>
            <p:spPr>
              <a:xfrm>
                <a:off x="275" y="2510"/>
                <a:ext cx="1" cy="1"/>
              </a:xfrm>
              <a:prstGeom prst="line">
                <a:avLst/>
              </a:prstGeom>
              <a:ln w="11113" cap="flat" cmpd="sng">
                <a:solidFill>
                  <a:srgbClr val="000000"/>
                </a:solidFill>
                <a:prstDash val="solid"/>
                <a:headEnd type="none" w="med" len="med"/>
                <a:tailEnd type="none" w="med" len="med"/>
              </a:ln>
            </p:spPr>
          </p:sp>
          <p:sp>
            <p:nvSpPr>
              <p:cNvPr id="100245" name="Line 164"/>
              <p:cNvSpPr/>
              <p:nvPr/>
            </p:nvSpPr>
            <p:spPr>
              <a:xfrm>
                <a:off x="275" y="2437"/>
                <a:ext cx="1" cy="1"/>
              </a:xfrm>
              <a:prstGeom prst="line">
                <a:avLst/>
              </a:prstGeom>
              <a:ln w="11113" cap="flat" cmpd="sng">
                <a:solidFill>
                  <a:srgbClr val="000000"/>
                </a:solidFill>
                <a:prstDash val="solid"/>
                <a:headEnd type="none" w="med" len="med"/>
                <a:tailEnd type="none" w="med" len="med"/>
              </a:ln>
            </p:spPr>
          </p:sp>
          <p:sp>
            <p:nvSpPr>
              <p:cNvPr id="100246" name="Line 165"/>
              <p:cNvSpPr/>
              <p:nvPr/>
            </p:nvSpPr>
            <p:spPr>
              <a:xfrm>
                <a:off x="275" y="2364"/>
                <a:ext cx="1" cy="1"/>
              </a:xfrm>
              <a:prstGeom prst="line">
                <a:avLst/>
              </a:prstGeom>
              <a:ln w="11113" cap="flat" cmpd="sng">
                <a:solidFill>
                  <a:srgbClr val="000000"/>
                </a:solidFill>
                <a:prstDash val="solid"/>
                <a:headEnd type="none" w="med" len="med"/>
                <a:tailEnd type="none" w="med" len="med"/>
              </a:ln>
            </p:spPr>
          </p:sp>
          <p:sp>
            <p:nvSpPr>
              <p:cNvPr id="100247" name="Line 166"/>
              <p:cNvSpPr/>
              <p:nvPr/>
            </p:nvSpPr>
            <p:spPr>
              <a:xfrm>
                <a:off x="275" y="2291"/>
                <a:ext cx="1" cy="1"/>
              </a:xfrm>
              <a:prstGeom prst="line">
                <a:avLst/>
              </a:prstGeom>
              <a:ln w="11113" cap="flat" cmpd="sng">
                <a:solidFill>
                  <a:srgbClr val="000000"/>
                </a:solidFill>
                <a:prstDash val="solid"/>
                <a:headEnd type="none" w="med" len="med"/>
                <a:tailEnd type="none" w="med" len="med"/>
              </a:ln>
            </p:spPr>
          </p:sp>
          <p:sp>
            <p:nvSpPr>
              <p:cNvPr id="100248" name="Freeform 167"/>
              <p:cNvSpPr/>
              <p:nvPr/>
            </p:nvSpPr>
            <p:spPr>
              <a:xfrm>
                <a:off x="275" y="2291"/>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11113" cap="flat" cmpd="sng">
                <a:solidFill>
                  <a:srgbClr val="000000">
                    <a:alpha val="100000"/>
                  </a:srgbClr>
                </a:solidFill>
                <a:prstDash val="solid"/>
                <a:round/>
                <a:headEnd type="none" w="med" len="med"/>
                <a:tailEnd type="none" w="med" len="med"/>
              </a:ln>
            </p:spPr>
            <p:txBody>
              <a:bodyPr/>
              <a:p>
                <a:endParaRPr lang="zh-CN" altLang="en-US"/>
              </a:p>
            </p:txBody>
          </p:sp>
          <p:sp>
            <p:nvSpPr>
              <p:cNvPr id="100249" name="Line 168"/>
              <p:cNvSpPr/>
              <p:nvPr/>
            </p:nvSpPr>
            <p:spPr>
              <a:xfrm>
                <a:off x="407" y="2291"/>
                <a:ext cx="1" cy="1"/>
              </a:xfrm>
              <a:prstGeom prst="line">
                <a:avLst/>
              </a:prstGeom>
              <a:ln w="11113" cap="flat" cmpd="sng">
                <a:solidFill>
                  <a:srgbClr val="000000"/>
                </a:solidFill>
                <a:prstDash val="solid"/>
                <a:headEnd type="none" w="med" len="med"/>
                <a:tailEnd type="none" w="med" len="med"/>
              </a:ln>
            </p:spPr>
          </p:sp>
          <p:sp>
            <p:nvSpPr>
              <p:cNvPr id="100250" name="Line 169"/>
              <p:cNvSpPr/>
              <p:nvPr/>
            </p:nvSpPr>
            <p:spPr>
              <a:xfrm>
                <a:off x="539" y="2291"/>
                <a:ext cx="1" cy="1"/>
              </a:xfrm>
              <a:prstGeom prst="line">
                <a:avLst/>
              </a:prstGeom>
              <a:ln w="11113" cap="flat" cmpd="sng">
                <a:solidFill>
                  <a:srgbClr val="000000"/>
                </a:solidFill>
                <a:prstDash val="solid"/>
                <a:headEnd type="none" w="med" len="med"/>
                <a:tailEnd type="none" w="med" len="med"/>
              </a:ln>
            </p:spPr>
          </p:sp>
          <p:sp>
            <p:nvSpPr>
              <p:cNvPr id="100251" name="Line 170"/>
              <p:cNvSpPr/>
              <p:nvPr/>
            </p:nvSpPr>
            <p:spPr>
              <a:xfrm>
                <a:off x="671" y="2291"/>
                <a:ext cx="1" cy="1"/>
              </a:xfrm>
              <a:prstGeom prst="line">
                <a:avLst/>
              </a:prstGeom>
              <a:ln w="11113" cap="flat" cmpd="sng">
                <a:solidFill>
                  <a:srgbClr val="000000"/>
                </a:solidFill>
                <a:prstDash val="solid"/>
                <a:headEnd type="none" w="med" len="med"/>
                <a:tailEnd type="none" w="med" len="med"/>
              </a:ln>
            </p:spPr>
          </p:sp>
          <p:sp>
            <p:nvSpPr>
              <p:cNvPr id="100252" name="Line 171"/>
              <p:cNvSpPr/>
              <p:nvPr/>
            </p:nvSpPr>
            <p:spPr>
              <a:xfrm>
                <a:off x="803" y="2291"/>
                <a:ext cx="1" cy="1"/>
              </a:xfrm>
              <a:prstGeom prst="line">
                <a:avLst/>
              </a:prstGeom>
              <a:ln w="11113" cap="flat" cmpd="sng">
                <a:solidFill>
                  <a:srgbClr val="000000"/>
                </a:solidFill>
                <a:prstDash val="solid"/>
                <a:headEnd type="none" w="med" len="med"/>
                <a:tailEnd type="none" w="med" len="med"/>
              </a:ln>
            </p:spPr>
          </p:sp>
          <p:sp>
            <p:nvSpPr>
              <p:cNvPr id="100253" name="Line 172"/>
              <p:cNvSpPr/>
              <p:nvPr/>
            </p:nvSpPr>
            <p:spPr>
              <a:xfrm>
                <a:off x="935" y="2291"/>
                <a:ext cx="1" cy="1"/>
              </a:xfrm>
              <a:prstGeom prst="line">
                <a:avLst/>
              </a:prstGeom>
              <a:ln w="11113" cap="flat" cmpd="sng">
                <a:solidFill>
                  <a:srgbClr val="000000"/>
                </a:solidFill>
                <a:prstDash val="solid"/>
                <a:headEnd type="none" w="med" len="med"/>
                <a:tailEnd type="none" w="med" len="med"/>
              </a:ln>
            </p:spPr>
          </p:sp>
          <p:sp>
            <p:nvSpPr>
              <p:cNvPr id="100254" name="Line 173"/>
              <p:cNvSpPr/>
              <p:nvPr/>
            </p:nvSpPr>
            <p:spPr>
              <a:xfrm>
                <a:off x="1067" y="2291"/>
                <a:ext cx="1" cy="1"/>
              </a:xfrm>
              <a:prstGeom prst="line">
                <a:avLst/>
              </a:prstGeom>
              <a:ln w="11113" cap="flat" cmpd="sng">
                <a:solidFill>
                  <a:srgbClr val="000000"/>
                </a:solidFill>
                <a:prstDash val="solid"/>
                <a:headEnd type="none" w="med" len="med"/>
                <a:tailEnd type="none" w="med" len="med"/>
              </a:ln>
            </p:spPr>
          </p:sp>
          <p:sp>
            <p:nvSpPr>
              <p:cNvPr id="100255" name="Line 174"/>
              <p:cNvSpPr/>
              <p:nvPr/>
            </p:nvSpPr>
            <p:spPr>
              <a:xfrm>
                <a:off x="1200" y="2291"/>
                <a:ext cx="1" cy="1"/>
              </a:xfrm>
              <a:prstGeom prst="line">
                <a:avLst/>
              </a:prstGeom>
              <a:ln w="11113" cap="flat" cmpd="sng">
                <a:solidFill>
                  <a:srgbClr val="000000"/>
                </a:solidFill>
                <a:prstDash val="solid"/>
                <a:headEnd type="none" w="med" len="med"/>
                <a:tailEnd type="none" w="med" len="med"/>
              </a:ln>
            </p:spPr>
          </p:sp>
          <p:sp>
            <p:nvSpPr>
              <p:cNvPr id="100256" name="Line 175"/>
              <p:cNvSpPr/>
              <p:nvPr/>
            </p:nvSpPr>
            <p:spPr>
              <a:xfrm>
                <a:off x="1332" y="2291"/>
                <a:ext cx="1" cy="1"/>
              </a:xfrm>
              <a:prstGeom prst="line">
                <a:avLst/>
              </a:prstGeom>
              <a:ln w="11113" cap="flat" cmpd="sng">
                <a:solidFill>
                  <a:srgbClr val="000000"/>
                </a:solidFill>
                <a:prstDash val="solid"/>
                <a:headEnd type="none" w="med" len="med"/>
                <a:tailEnd type="none" w="med" len="med"/>
              </a:ln>
            </p:spPr>
          </p:sp>
          <p:sp>
            <p:nvSpPr>
              <p:cNvPr id="100257" name="Line 176"/>
              <p:cNvSpPr/>
              <p:nvPr/>
            </p:nvSpPr>
            <p:spPr>
              <a:xfrm>
                <a:off x="1464" y="2291"/>
                <a:ext cx="1" cy="1"/>
              </a:xfrm>
              <a:prstGeom prst="line">
                <a:avLst/>
              </a:prstGeom>
              <a:ln w="11113" cap="flat" cmpd="sng">
                <a:solidFill>
                  <a:srgbClr val="000000"/>
                </a:solidFill>
                <a:prstDash val="solid"/>
                <a:headEnd type="none" w="med" len="med"/>
                <a:tailEnd type="none" w="med" len="med"/>
              </a:ln>
            </p:spPr>
          </p:sp>
          <p:sp>
            <p:nvSpPr>
              <p:cNvPr id="100258" name="Line 177"/>
              <p:cNvSpPr/>
              <p:nvPr/>
            </p:nvSpPr>
            <p:spPr>
              <a:xfrm>
                <a:off x="1596" y="2291"/>
                <a:ext cx="1" cy="1"/>
              </a:xfrm>
              <a:prstGeom prst="line">
                <a:avLst/>
              </a:prstGeom>
              <a:ln w="11113" cap="flat" cmpd="sng">
                <a:solidFill>
                  <a:srgbClr val="000000"/>
                </a:solidFill>
                <a:prstDash val="solid"/>
                <a:headEnd type="none" w="med" len="med"/>
                <a:tailEnd type="none" w="med" len="med"/>
              </a:ln>
            </p:spPr>
          </p:sp>
          <p:sp>
            <p:nvSpPr>
              <p:cNvPr id="100259" name="Line 178"/>
              <p:cNvSpPr/>
              <p:nvPr/>
            </p:nvSpPr>
            <p:spPr>
              <a:xfrm>
                <a:off x="1728" y="2291"/>
                <a:ext cx="1" cy="1"/>
              </a:xfrm>
              <a:prstGeom prst="line">
                <a:avLst/>
              </a:prstGeom>
              <a:ln w="11113" cap="flat" cmpd="sng">
                <a:solidFill>
                  <a:srgbClr val="000000"/>
                </a:solidFill>
                <a:prstDash val="solid"/>
                <a:headEnd type="none" w="med" len="med"/>
                <a:tailEnd type="none" w="med" len="med"/>
              </a:ln>
            </p:spPr>
          </p:sp>
          <p:sp>
            <p:nvSpPr>
              <p:cNvPr id="100260" name="Line 179"/>
              <p:cNvSpPr/>
              <p:nvPr/>
            </p:nvSpPr>
            <p:spPr>
              <a:xfrm>
                <a:off x="1860" y="2291"/>
                <a:ext cx="1" cy="1"/>
              </a:xfrm>
              <a:prstGeom prst="line">
                <a:avLst/>
              </a:prstGeom>
              <a:ln w="11113" cap="flat" cmpd="sng">
                <a:solidFill>
                  <a:srgbClr val="000000"/>
                </a:solidFill>
                <a:prstDash val="solid"/>
                <a:headEnd type="none" w="med" len="med"/>
                <a:tailEnd type="none" w="med" len="med"/>
              </a:ln>
            </p:spPr>
          </p:sp>
          <p:sp>
            <p:nvSpPr>
              <p:cNvPr id="100261" name="Line 180"/>
              <p:cNvSpPr/>
              <p:nvPr/>
            </p:nvSpPr>
            <p:spPr>
              <a:xfrm>
                <a:off x="1992" y="2291"/>
                <a:ext cx="1" cy="1"/>
              </a:xfrm>
              <a:prstGeom prst="line">
                <a:avLst/>
              </a:prstGeom>
              <a:ln w="11113" cap="flat" cmpd="sng">
                <a:solidFill>
                  <a:srgbClr val="000000"/>
                </a:solidFill>
                <a:prstDash val="solid"/>
                <a:headEnd type="none" w="med" len="med"/>
                <a:tailEnd type="none" w="med" len="med"/>
              </a:ln>
            </p:spPr>
          </p:sp>
          <p:sp>
            <p:nvSpPr>
              <p:cNvPr id="100262" name="Line 181"/>
              <p:cNvSpPr/>
              <p:nvPr/>
            </p:nvSpPr>
            <p:spPr>
              <a:xfrm>
                <a:off x="2124" y="2291"/>
                <a:ext cx="1" cy="1"/>
              </a:xfrm>
              <a:prstGeom prst="line">
                <a:avLst/>
              </a:prstGeom>
              <a:ln w="11113" cap="flat" cmpd="sng">
                <a:solidFill>
                  <a:srgbClr val="000000"/>
                </a:solidFill>
                <a:prstDash val="solid"/>
                <a:headEnd type="none" w="med" len="med"/>
                <a:tailEnd type="none" w="med" len="med"/>
              </a:ln>
            </p:spPr>
          </p:sp>
          <p:sp>
            <p:nvSpPr>
              <p:cNvPr id="100263" name="Line 182"/>
              <p:cNvSpPr/>
              <p:nvPr/>
            </p:nvSpPr>
            <p:spPr>
              <a:xfrm>
                <a:off x="2256" y="2291"/>
                <a:ext cx="1" cy="1"/>
              </a:xfrm>
              <a:prstGeom prst="line">
                <a:avLst/>
              </a:prstGeom>
              <a:ln w="11113" cap="flat" cmpd="sng">
                <a:solidFill>
                  <a:srgbClr val="000000"/>
                </a:solidFill>
                <a:prstDash val="solid"/>
                <a:headEnd type="none" w="med" len="med"/>
                <a:tailEnd type="none" w="med" len="med"/>
              </a:ln>
            </p:spPr>
          </p:sp>
          <p:sp>
            <p:nvSpPr>
              <p:cNvPr id="100264" name="Line 183"/>
              <p:cNvSpPr/>
              <p:nvPr/>
            </p:nvSpPr>
            <p:spPr>
              <a:xfrm>
                <a:off x="2389" y="2291"/>
                <a:ext cx="1" cy="1"/>
              </a:xfrm>
              <a:prstGeom prst="line">
                <a:avLst/>
              </a:prstGeom>
              <a:ln w="11113" cap="flat" cmpd="sng">
                <a:solidFill>
                  <a:srgbClr val="000000"/>
                </a:solidFill>
                <a:prstDash val="solid"/>
                <a:headEnd type="none" w="med" len="med"/>
                <a:tailEnd type="none" w="med" len="med"/>
              </a:ln>
            </p:spPr>
          </p:sp>
          <p:sp>
            <p:nvSpPr>
              <p:cNvPr id="100265" name="Line 184"/>
              <p:cNvSpPr/>
              <p:nvPr/>
            </p:nvSpPr>
            <p:spPr>
              <a:xfrm>
                <a:off x="2521" y="2291"/>
                <a:ext cx="1" cy="1"/>
              </a:xfrm>
              <a:prstGeom prst="line">
                <a:avLst/>
              </a:prstGeom>
              <a:ln w="11113" cap="flat" cmpd="sng">
                <a:solidFill>
                  <a:srgbClr val="000000"/>
                </a:solidFill>
                <a:prstDash val="solid"/>
                <a:headEnd type="none" w="med" len="med"/>
                <a:tailEnd type="none" w="med" len="med"/>
              </a:ln>
            </p:spPr>
          </p:sp>
          <p:sp>
            <p:nvSpPr>
              <p:cNvPr id="100266" name="Line 185"/>
              <p:cNvSpPr/>
              <p:nvPr/>
            </p:nvSpPr>
            <p:spPr>
              <a:xfrm>
                <a:off x="2653" y="2291"/>
                <a:ext cx="1" cy="1"/>
              </a:xfrm>
              <a:prstGeom prst="line">
                <a:avLst/>
              </a:prstGeom>
              <a:ln w="11113" cap="flat" cmpd="sng">
                <a:solidFill>
                  <a:srgbClr val="000000"/>
                </a:solidFill>
                <a:prstDash val="solid"/>
                <a:headEnd type="none" w="med" len="med"/>
                <a:tailEnd type="none" w="med" len="med"/>
              </a:ln>
            </p:spPr>
          </p:sp>
          <p:sp>
            <p:nvSpPr>
              <p:cNvPr id="100267" name="Line 186"/>
              <p:cNvSpPr/>
              <p:nvPr/>
            </p:nvSpPr>
            <p:spPr>
              <a:xfrm>
                <a:off x="275" y="2291"/>
                <a:ext cx="2378" cy="1"/>
              </a:xfrm>
              <a:prstGeom prst="line">
                <a:avLst/>
              </a:prstGeom>
              <a:ln w="11113" cap="flat" cmpd="sng">
                <a:solidFill>
                  <a:srgbClr val="000000"/>
                </a:solidFill>
                <a:prstDash val="solid"/>
                <a:headEnd type="none" w="med" len="med"/>
                <a:tailEnd type="none" w="med" len="med"/>
              </a:ln>
            </p:spPr>
          </p:sp>
          <p:sp>
            <p:nvSpPr>
              <p:cNvPr id="100268" name="Line 187"/>
              <p:cNvSpPr/>
              <p:nvPr/>
            </p:nvSpPr>
            <p:spPr>
              <a:xfrm>
                <a:off x="2653" y="2947"/>
                <a:ext cx="1" cy="1"/>
              </a:xfrm>
              <a:prstGeom prst="line">
                <a:avLst/>
              </a:prstGeom>
              <a:ln w="11113" cap="flat" cmpd="sng">
                <a:solidFill>
                  <a:srgbClr val="000000"/>
                </a:solidFill>
                <a:prstDash val="solid"/>
                <a:headEnd type="none" w="med" len="med"/>
                <a:tailEnd type="none" w="med" len="med"/>
              </a:ln>
            </p:spPr>
          </p:sp>
          <p:sp>
            <p:nvSpPr>
              <p:cNvPr id="100269" name="Line 188"/>
              <p:cNvSpPr/>
              <p:nvPr/>
            </p:nvSpPr>
            <p:spPr>
              <a:xfrm>
                <a:off x="2653" y="2874"/>
                <a:ext cx="1" cy="1"/>
              </a:xfrm>
              <a:prstGeom prst="line">
                <a:avLst/>
              </a:prstGeom>
              <a:ln w="11113" cap="flat" cmpd="sng">
                <a:solidFill>
                  <a:srgbClr val="000000"/>
                </a:solidFill>
                <a:prstDash val="solid"/>
                <a:headEnd type="none" w="med" len="med"/>
                <a:tailEnd type="none" w="med" len="med"/>
              </a:ln>
            </p:spPr>
          </p:sp>
          <p:sp>
            <p:nvSpPr>
              <p:cNvPr id="100270" name="Line 189"/>
              <p:cNvSpPr/>
              <p:nvPr/>
            </p:nvSpPr>
            <p:spPr>
              <a:xfrm>
                <a:off x="2653" y="2801"/>
                <a:ext cx="1" cy="1"/>
              </a:xfrm>
              <a:prstGeom prst="line">
                <a:avLst/>
              </a:prstGeom>
              <a:ln w="11113" cap="flat" cmpd="sng">
                <a:solidFill>
                  <a:srgbClr val="000000"/>
                </a:solidFill>
                <a:prstDash val="solid"/>
                <a:headEnd type="none" w="med" len="med"/>
                <a:tailEnd type="none" w="med" len="med"/>
              </a:ln>
            </p:spPr>
          </p:sp>
          <p:sp>
            <p:nvSpPr>
              <p:cNvPr id="100271" name="Line 190"/>
              <p:cNvSpPr/>
              <p:nvPr/>
            </p:nvSpPr>
            <p:spPr>
              <a:xfrm>
                <a:off x="2653" y="2728"/>
                <a:ext cx="1" cy="1"/>
              </a:xfrm>
              <a:prstGeom prst="line">
                <a:avLst/>
              </a:prstGeom>
              <a:ln w="11113" cap="flat" cmpd="sng">
                <a:solidFill>
                  <a:srgbClr val="000000"/>
                </a:solidFill>
                <a:prstDash val="solid"/>
                <a:headEnd type="none" w="med" len="med"/>
                <a:tailEnd type="none" w="med" len="med"/>
              </a:ln>
            </p:spPr>
          </p:sp>
          <p:sp>
            <p:nvSpPr>
              <p:cNvPr id="100272" name="Line 191"/>
              <p:cNvSpPr/>
              <p:nvPr/>
            </p:nvSpPr>
            <p:spPr>
              <a:xfrm>
                <a:off x="2653" y="2655"/>
                <a:ext cx="1" cy="1"/>
              </a:xfrm>
              <a:prstGeom prst="line">
                <a:avLst/>
              </a:prstGeom>
              <a:ln w="11113" cap="flat" cmpd="sng">
                <a:solidFill>
                  <a:srgbClr val="000000"/>
                </a:solidFill>
                <a:prstDash val="solid"/>
                <a:headEnd type="none" w="med" len="med"/>
                <a:tailEnd type="none" w="med" len="med"/>
              </a:ln>
            </p:spPr>
          </p:sp>
          <p:sp>
            <p:nvSpPr>
              <p:cNvPr id="100273" name="Line 192"/>
              <p:cNvSpPr/>
              <p:nvPr/>
            </p:nvSpPr>
            <p:spPr>
              <a:xfrm>
                <a:off x="2653" y="2582"/>
                <a:ext cx="1" cy="1"/>
              </a:xfrm>
              <a:prstGeom prst="line">
                <a:avLst/>
              </a:prstGeom>
              <a:ln w="11113" cap="flat" cmpd="sng">
                <a:solidFill>
                  <a:srgbClr val="000000"/>
                </a:solidFill>
                <a:prstDash val="solid"/>
                <a:headEnd type="none" w="med" len="med"/>
                <a:tailEnd type="none" w="med" len="med"/>
              </a:ln>
            </p:spPr>
          </p:sp>
          <p:sp>
            <p:nvSpPr>
              <p:cNvPr id="100274" name="Line 193"/>
              <p:cNvSpPr/>
              <p:nvPr/>
            </p:nvSpPr>
            <p:spPr>
              <a:xfrm>
                <a:off x="2653" y="2510"/>
                <a:ext cx="1" cy="1"/>
              </a:xfrm>
              <a:prstGeom prst="line">
                <a:avLst/>
              </a:prstGeom>
              <a:ln w="11113" cap="flat" cmpd="sng">
                <a:solidFill>
                  <a:srgbClr val="000000"/>
                </a:solidFill>
                <a:prstDash val="solid"/>
                <a:headEnd type="none" w="med" len="med"/>
                <a:tailEnd type="none" w="med" len="med"/>
              </a:ln>
            </p:spPr>
          </p:sp>
          <p:sp>
            <p:nvSpPr>
              <p:cNvPr id="100275" name="Line 194"/>
              <p:cNvSpPr/>
              <p:nvPr/>
            </p:nvSpPr>
            <p:spPr>
              <a:xfrm>
                <a:off x="2653" y="2437"/>
                <a:ext cx="1" cy="1"/>
              </a:xfrm>
              <a:prstGeom prst="line">
                <a:avLst/>
              </a:prstGeom>
              <a:ln w="11113" cap="flat" cmpd="sng">
                <a:solidFill>
                  <a:srgbClr val="000000"/>
                </a:solidFill>
                <a:prstDash val="solid"/>
                <a:headEnd type="none" w="med" len="med"/>
                <a:tailEnd type="none" w="med" len="med"/>
              </a:ln>
            </p:spPr>
          </p:sp>
          <p:sp>
            <p:nvSpPr>
              <p:cNvPr id="100276" name="Line 195"/>
              <p:cNvSpPr/>
              <p:nvPr/>
            </p:nvSpPr>
            <p:spPr>
              <a:xfrm>
                <a:off x="2653" y="2364"/>
                <a:ext cx="1" cy="1"/>
              </a:xfrm>
              <a:prstGeom prst="line">
                <a:avLst/>
              </a:prstGeom>
              <a:ln w="11113" cap="flat" cmpd="sng">
                <a:solidFill>
                  <a:srgbClr val="000000"/>
                </a:solidFill>
                <a:prstDash val="solid"/>
                <a:headEnd type="none" w="med" len="med"/>
                <a:tailEnd type="none" w="med" len="med"/>
              </a:ln>
            </p:spPr>
          </p:sp>
          <p:sp>
            <p:nvSpPr>
              <p:cNvPr id="100277" name="Line 196"/>
              <p:cNvSpPr/>
              <p:nvPr/>
            </p:nvSpPr>
            <p:spPr>
              <a:xfrm>
                <a:off x="2653" y="2291"/>
                <a:ext cx="1" cy="1"/>
              </a:xfrm>
              <a:prstGeom prst="line">
                <a:avLst/>
              </a:prstGeom>
              <a:ln w="11113" cap="flat" cmpd="sng">
                <a:solidFill>
                  <a:srgbClr val="000000"/>
                </a:solidFill>
                <a:prstDash val="solid"/>
                <a:headEnd type="none" w="med" len="med"/>
                <a:tailEnd type="none" w="med" len="med"/>
              </a:ln>
            </p:spPr>
          </p:sp>
          <p:sp>
            <p:nvSpPr>
              <p:cNvPr id="100278" name="Line 197"/>
              <p:cNvSpPr/>
              <p:nvPr/>
            </p:nvSpPr>
            <p:spPr>
              <a:xfrm flipV="1">
                <a:off x="2653" y="2291"/>
                <a:ext cx="1" cy="656"/>
              </a:xfrm>
              <a:prstGeom prst="line">
                <a:avLst/>
              </a:prstGeom>
              <a:ln w="11113" cap="flat" cmpd="sng">
                <a:solidFill>
                  <a:srgbClr val="000000"/>
                </a:solidFill>
                <a:prstDash val="solid"/>
                <a:headEnd type="none" w="med" len="med"/>
                <a:tailEnd type="none" w="med" len="med"/>
              </a:ln>
            </p:spPr>
          </p:sp>
          <p:sp>
            <p:nvSpPr>
              <p:cNvPr id="100279" name="Freeform 198"/>
              <p:cNvSpPr/>
              <p:nvPr/>
            </p:nvSpPr>
            <p:spPr>
              <a:xfrm>
                <a:off x="540" y="2364"/>
                <a:ext cx="1847" cy="583"/>
              </a:xfrm>
              <a:custGeom>
                <a:avLst/>
                <a:gdLst/>
                <a:ahLst/>
                <a:cxnLst>
                  <a:cxn ang="0">
                    <a:pos x="27" y="420"/>
                  </a:cxn>
                  <a:cxn ang="0">
                    <a:pos x="55" y="172"/>
                  </a:cxn>
                  <a:cxn ang="0">
                    <a:pos x="84" y="10"/>
                  </a:cxn>
                  <a:cxn ang="0">
                    <a:pos x="114" y="53"/>
                  </a:cxn>
                  <a:cxn ang="0">
                    <a:pos x="143" y="269"/>
                  </a:cxn>
                  <a:cxn ang="0">
                    <a:pos x="172" y="501"/>
                  </a:cxn>
                  <a:cxn ang="0">
                    <a:pos x="201" y="581"/>
                  </a:cxn>
                  <a:cxn ang="0">
                    <a:pos x="230" y="451"/>
                  </a:cxn>
                  <a:cxn ang="0">
                    <a:pos x="259" y="205"/>
                  </a:cxn>
                  <a:cxn ang="0">
                    <a:pos x="288" y="22"/>
                  </a:cxn>
                  <a:cxn ang="0">
                    <a:pos x="317" y="34"/>
                  </a:cxn>
                  <a:cxn ang="0">
                    <a:pos x="346" y="233"/>
                  </a:cxn>
                  <a:cxn ang="0">
                    <a:pos x="375" y="475"/>
                  </a:cxn>
                  <a:cxn ang="0">
                    <a:pos x="404" y="583"/>
                  </a:cxn>
                  <a:cxn ang="0">
                    <a:pos x="433" y="480"/>
                  </a:cxn>
                  <a:cxn ang="0">
                    <a:pos x="462" y="240"/>
                  </a:cxn>
                  <a:cxn ang="0">
                    <a:pos x="492" y="38"/>
                  </a:cxn>
                  <a:cxn ang="0">
                    <a:pos x="520" y="19"/>
                  </a:cxn>
                  <a:cxn ang="0">
                    <a:pos x="549" y="199"/>
                  </a:cxn>
                  <a:cxn ang="0">
                    <a:pos x="579" y="445"/>
                  </a:cxn>
                  <a:cxn ang="0">
                    <a:pos x="608" y="580"/>
                  </a:cxn>
                  <a:cxn ang="0">
                    <a:pos x="637" y="506"/>
                  </a:cxn>
                  <a:cxn ang="0">
                    <a:pos x="666" y="276"/>
                  </a:cxn>
                  <a:cxn ang="0">
                    <a:pos x="695" y="57"/>
                  </a:cxn>
                  <a:cxn ang="0">
                    <a:pos x="724" y="8"/>
                  </a:cxn>
                  <a:cxn ang="0">
                    <a:pos x="753" y="165"/>
                  </a:cxn>
                  <a:cxn ang="0">
                    <a:pos x="782" y="414"/>
                  </a:cxn>
                  <a:cxn ang="0">
                    <a:pos x="811" y="573"/>
                  </a:cxn>
                  <a:cxn ang="0">
                    <a:pos x="840" y="528"/>
                  </a:cxn>
                  <a:cxn ang="0">
                    <a:pos x="869" y="312"/>
                  </a:cxn>
                  <a:cxn ang="0">
                    <a:pos x="898" y="80"/>
                  </a:cxn>
                  <a:cxn ang="0">
                    <a:pos x="928" y="2"/>
                  </a:cxn>
                  <a:cxn ang="0">
                    <a:pos x="957" y="134"/>
                  </a:cxn>
                  <a:cxn ang="0">
                    <a:pos x="985" y="380"/>
                  </a:cxn>
                  <a:cxn ang="0">
                    <a:pos x="1015" y="562"/>
                  </a:cxn>
                  <a:cxn ang="0">
                    <a:pos x="1044" y="547"/>
                  </a:cxn>
                  <a:cxn ang="0">
                    <a:pos x="1073" y="347"/>
                  </a:cxn>
                  <a:cxn ang="0">
                    <a:pos x="1102" y="107"/>
                  </a:cxn>
                  <a:cxn ang="0">
                    <a:pos x="1131" y="0"/>
                  </a:cxn>
                  <a:cxn ang="0">
                    <a:pos x="1160" y="105"/>
                  </a:cxn>
                  <a:cxn ang="0">
                    <a:pos x="1189" y="345"/>
                  </a:cxn>
                  <a:cxn ang="0">
                    <a:pos x="1218" y="547"/>
                  </a:cxn>
                  <a:cxn ang="0">
                    <a:pos x="1247" y="563"/>
                  </a:cxn>
                  <a:cxn ang="0">
                    <a:pos x="1276" y="382"/>
                  </a:cxn>
                  <a:cxn ang="0">
                    <a:pos x="1305" y="135"/>
                  </a:cxn>
                  <a:cxn ang="0">
                    <a:pos x="1334" y="2"/>
                  </a:cxn>
                  <a:cxn ang="0">
                    <a:pos x="1364" y="79"/>
                  </a:cxn>
                  <a:cxn ang="0">
                    <a:pos x="1393" y="310"/>
                  </a:cxn>
                  <a:cxn ang="0">
                    <a:pos x="1421" y="527"/>
                  </a:cxn>
                  <a:cxn ang="0">
                    <a:pos x="1451" y="574"/>
                  </a:cxn>
                  <a:cxn ang="0">
                    <a:pos x="1480" y="415"/>
                  </a:cxn>
                  <a:cxn ang="0">
                    <a:pos x="1509" y="167"/>
                  </a:cxn>
                  <a:cxn ang="0">
                    <a:pos x="1538" y="9"/>
                  </a:cxn>
                  <a:cxn ang="0">
                    <a:pos x="1567" y="56"/>
                  </a:cxn>
                  <a:cxn ang="0">
                    <a:pos x="1596" y="274"/>
                  </a:cxn>
                  <a:cxn ang="0">
                    <a:pos x="1625" y="504"/>
                  </a:cxn>
                  <a:cxn ang="0">
                    <a:pos x="1654" y="580"/>
                  </a:cxn>
                  <a:cxn ang="0">
                    <a:pos x="1683" y="447"/>
                  </a:cxn>
                  <a:cxn ang="0">
                    <a:pos x="1713" y="200"/>
                  </a:cxn>
                  <a:cxn ang="0">
                    <a:pos x="1741" y="20"/>
                  </a:cxn>
                  <a:cxn ang="0">
                    <a:pos x="1770" y="37"/>
                  </a:cxn>
                  <a:cxn ang="0">
                    <a:pos x="1800" y="238"/>
                  </a:cxn>
                  <a:cxn ang="0">
                    <a:pos x="1829" y="478"/>
                  </a:cxn>
                </a:cxnLst>
                <a:pathLst>
                  <a:path w="3695" h="3497">
                    <a:moveTo>
                      <a:pt x="0" y="3412"/>
                    </a:moveTo>
                    <a:lnTo>
                      <a:pt x="5" y="3362"/>
                    </a:lnTo>
                    <a:lnTo>
                      <a:pt x="11" y="3304"/>
                    </a:lnTo>
                    <a:lnTo>
                      <a:pt x="17" y="3236"/>
                    </a:lnTo>
                    <a:lnTo>
                      <a:pt x="22" y="3156"/>
                    </a:lnTo>
                    <a:lnTo>
                      <a:pt x="27" y="3070"/>
                    </a:lnTo>
                    <a:lnTo>
                      <a:pt x="32" y="2973"/>
                    </a:lnTo>
                    <a:lnTo>
                      <a:pt x="37" y="2870"/>
                    </a:lnTo>
                    <a:lnTo>
                      <a:pt x="42" y="2759"/>
                    </a:lnTo>
                    <a:lnTo>
                      <a:pt x="48" y="2642"/>
                    </a:lnTo>
                    <a:lnTo>
                      <a:pt x="54" y="2519"/>
                    </a:lnTo>
                    <a:lnTo>
                      <a:pt x="59" y="2391"/>
                    </a:lnTo>
                    <a:lnTo>
                      <a:pt x="64" y="2260"/>
                    </a:lnTo>
                    <a:lnTo>
                      <a:pt x="69" y="2124"/>
                    </a:lnTo>
                    <a:lnTo>
                      <a:pt x="74" y="1987"/>
                    </a:lnTo>
                    <a:lnTo>
                      <a:pt x="79" y="1847"/>
                    </a:lnTo>
                    <a:lnTo>
                      <a:pt x="85" y="1707"/>
                    </a:lnTo>
                    <a:lnTo>
                      <a:pt x="90" y="1568"/>
                    </a:lnTo>
                    <a:lnTo>
                      <a:pt x="96" y="1430"/>
                    </a:lnTo>
                    <a:lnTo>
                      <a:pt x="101" y="1293"/>
                    </a:lnTo>
                    <a:lnTo>
                      <a:pt x="106" y="1159"/>
                    </a:lnTo>
                    <a:lnTo>
                      <a:pt x="111" y="1030"/>
                    </a:lnTo>
                    <a:lnTo>
                      <a:pt x="117" y="905"/>
                    </a:lnTo>
                    <a:lnTo>
                      <a:pt x="122" y="785"/>
                    </a:lnTo>
                    <a:lnTo>
                      <a:pt x="127" y="671"/>
                    </a:lnTo>
                    <a:lnTo>
                      <a:pt x="132" y="565"/>
                    </a:lnTo>
                    <a:lnTo>
                      <a:pt x="137" y="466"/>
                    </a:lnTo>
                    <a:lnTo>
                      <a:pt x="143" y="375"/>
                    </a:lnTo>
                    <a:lnTo>
                      <a:pt x="149" y="292"/>
                    </a:lnTo>
                    <a:lnTo>
                      <a:pt x="154" y="220"/>
                    </a:lnTo>
                    <a:lnTo>
                      <a:pt x="159" y="156"/>
                    </a:lnTo>
                    <a:lnTo>
                      <a:pt x="164" y="103"/>
                    </a:lnTo>
                    <a:lnTo>
                      <a:pt x="169" y="62"/>
                    </a:lnTo>
                    <a:lnTo>
                      <a:pt x="174" y="30"/>
                    </a:lnTo>
                    <a:lnTo>
                      <a:pt x="180" y="10"/>
                    </a:lnTo>
                    <a:lnTo>
                      <a:pt x="186" y="0"/>
                    </a:lnTo>
                    <a:lnTo>
                      <a:pt x="191" y="2"/>
                    </a:lnTo>
                    <a:lnTo>
                      <a:pt x="196" y="15"/>
                    </a:lnTo>
                    <a:lnTo>
                      <a:pt x="201" y="39"/>
                    </a:lnTo>
                    <a:lnTo>
                      <a:pt x="206" y="73"/>
                    </a:lnTo>
                    <a:lnTo>
                      <a:pt x="212" y="119"/>
                    </a:lnTo>
                    <a:lnTo>
                      <a:pt x="217" y="176"/>
                    </a:lnTo>
                    <a:lnTo>
                      <a:pt x="222" y="241"/>
                    </a:lnTo>
                    <a:lnTo>
                      <a:pt x="228" y="317"/>
                    </a:lnTo>
                    <a:lnTo>
                      <a:pt x="233" y="403"/>
                    </a:lnTo>
                    <a:lnTo>
                      <a:pt x="238" y="496"/>
                    </a:lnTo>
                    <a:lnTo>
                      <a:pt x="244" y="597"/>
                    </a:lnTo>
                    <a:lnTo>
                      <a:pt x="249" y="707"/>
                    </a:lnTo>
                    <a:lnTo>
                      <a:pt x="254" y="822"/>
                    </a:lnTo>
                    <a:lnTo>
                      <a:pt x="259" y="944"/>
                    </a:lnTo>
                    <a:lnTo>
                      <a:pt x="264" y="1070"/>
                    </a:lnTo>
                    <a:lnTo>
                      <a:pt x="269" y="1202"/>
                    </a:lnTo>
                    <a:lnTo>
                      <a:pt x="276" y="1336"/>
                    </a:lnTo>
                    <a:lnTo>
                      <a:pt x="281" y="1473"/>
                    </a:lnTo>
                    <a:lnTo>
                      <a:pt x="286" y="1611"/>
                    </a:lnTo>
                    <a:lnTo>
                      <a:pt x="291" y="1752"/>
                    </a:lnTo>
                    <a:lnTo>
                      <a:pt x="296" y="1891"/>
                    </a:lnTo>
                    <a:lnTo>
                      <a:pt x="301" y="2030"/>
                    </a:lnTo>
                    <a:lnTo>
                      <a:pt x="307" y="2167"/>
                    </a:lnTo>
                    <a:lnTo>
                      <a:pt x="312" y="2302"/>
                    </a:lnTo>
                    <a:lnTo>
                      <a:pt x="318" y="2432"/>
                    </a:lnTo>
                    <a:lnTo>
                      <a:pt x="323" y="2559"/>
                    </a:lnTo>
                    <a:lnTo>
                      <a:pt x="328" y="2680"/>
                    </a:lnTo>
                    <a:lnTo>
                      <a:pt x="333" y="2795"/>
                    </a:lnTo>
                    <a:lnTo>
                      <a:pt x="339" y="2904"/>
                    </a:lnTo>
                    <a:lnTo>
                      <a:pt x="344" y="3006"/>
                    </a:lnTo>
                    <a:lnTo>
                      <a:pt x="349" y="3099"/>
                    </a:lnTo>
                    <a:lnTo>
                      <a:pt x="354" y="3183"/>
                    </a:lnTo>
                    <a:lnTo>
                      <a:pt x="360" y="3258"/>
                    </a:lnTo>
                    <a:lnTo>
                      <a:pt x="365" y="3324"/>
                    </a:lnTo>
                    <a:lnTo>
                      <a:pt x="371" y="3380"/>
                    </a:lnTo>
                    <a:lnTo>
                      <a:pt x="376" y="3425"/>
                    </a:lnTo>
                    <a:lnTo>
                      <a:pt x="381" y="3459"/>
                    </a:lnTo>
                    <a:lnTo>
                      <a:pt x="386" y="3482"/>
                    </a:lnTo>
                    <a:lnTo>
                      <a:pt x="391" y="3495"/>
                    </a:lnTo>
                    <a:lnTo>
                      <a:pt x="396" y="3496"/>
                    </a:lnTo>
                    <a:lnTo>
                      <a:pt x="403" y="3487"/>
                    </a:lnTo>
                    <a:lnTo>
                      <a:pt x="408" y="3465"/>
                    </a:lnTo>
                    <a:lnTo>
                      <a:pt x="413" y="3433"/>
                    </a:lnTo>
                    <a:lnTo>
                      <a:pt x="418" y="3390"/>
                    </a:lnTo>
                    <a:lnTo>
                      <a:pt x="423" y="3337"/>
                    </a:lnTo>
                    <a:lnTo>
                      <a:pt x="428" y="3274"/>
                    </a:lnTo>
                    <a:lnTo>
                      <a:pt x="434" y="3200"/>
                    </a:lnTo>
                    <a:lnTo>
                      <a:pt x="439" y="3118"/>
                    </a:lnTo>
                    <a:lnTo>
                      <a:pt x="444" y="3026"/>
                    </a:lnTo>
                    <a:lnTo>
                      <a:pt x="450" y="2927"/>
                    </a:lnTo>
                    <a:lnTo>
                      <a:pt x="455" y="2820"/>
                    </a:lnTo>
                    <a:lnTo>
                      <a:pt x="460" y="2706"/>
                    </a:lnTo>
                    <a:lnTo>
                      <a:pt x="465" y="2586"/>
                    </a:lnTo>
                    <a:lnTo>
                      <a:pt x="471" y="2461"/>
                    </a:lnTo>
                    <a:lnTo>
                      <a:pt x="476" y="2331"/>
                    </a:lnTo>
                    <a:lnTo>
                      <a:pt x="481" y="2197"/>
                    </a:lnTo>
                    <a:lnTo>
                      <a:pt x="486" y="2060"/>
                    </a:lnTo>
                    <a:lnTo>
                      <a:pt x="492" y="1922"/>
                    </a:lnTo>
                    <a:lnTo>
                      <a:pt x="497" y="1783"/>
                    </a:lnTo>
                    <a:lnTo>
                      <a:pt x="503" y="1642"/>
                    </a:lnTo>
                    <a:lnTo>
                      <a:pt x="508" y="1503"/>
                    </a:lnTo>
                    <a:lnTo>
                      <a:pt x="513" y="1366"/>
                    </a:lnTo>
                    <a:lnTo>
                      <a:pt x="518" y="1230"/>
                    </a:lnTo>
                    <a:lnTo>
                      <a:pt x="523" y="1099"/>
                    </a:lnTo>
                    <a:lnTo>
                      <a:pt x="528" y="971"/>
                    </a:lnTo>
                    <a:lnTo>
                      <a:pt x="535" y="848"/>
                    </a:lnTo>
                    <a:lnTo>
                      <a:pt x="540" y="732"/>
                    </a:lnTo>
                    <a:lnTo>
                      <a:pt x="545" y="621"/>
                    </a:lnTo>
                    <a:lnTo>
                      <a:pt x="550" y="518"/>
                    </a:lnTo>
                    <a:lnTo>
                      <a:pt x="555" y="422"/>
                    </a:lnTo>
                    <a:lnTo>
                      <a:pt x="560" y="336"/>
                    </a:lnTo>
                    <a:lnTo>
                      <a:pt x="566" y="258"/>
                    </a:lnTo>
                    <a:lnTo>
                      <a:pt x="571" y="190"/>
                    </a:lnTo>
                    <a:lnTo>
                      <a:pt x="577" y="131"/>
                    </a:lnTo>
                    <a:lnTo>
                      <a:pt x="582" y="83"/>
                    </a:lnTo>
                    <a:lnTo>
                      <a:pt x="587" y="46"/>
                    </a:lnTo>
                    <a:lnTo>
                      <a:pt x="592" y="19"/>
                    </a:lnTo>
                    <a:lnTo>
                      <a:pt x="598" y="4"/>
                    </a:lnTo>
                    <a:lnTo>
                      <a:pt x="603" y="0"/>
                    </a:lnTo>
                    <a:lnTo>
                      <a:pt x="608" y="7"/>
                    </a:lnTo>
                    <a:lnTo>
                      <a:pt x="613" y="25"/>
                    </a:lnTo>
                    <a:lnTo>
                      <a:pt x="618" y="54"/>
                    </a:lnTo>
                    <a:lnTo>
                      <a:pt x="624" y="94"/>
                    </a:lnTo>
                    <a:lnTo>
                      <a:pt x="630" y="144"/>
                    </a:lnTo>
                    <a:lnTo>
                      <a:pt x="635" y="205"/>
                    </a:lnTo>
                    <a:lnTo>
                      <a:pt x="640" y="276"/>
                    </a:lnTo>
                    <a:lnTo>
                      <a:pt x="645" y="355"/>
                    </a:lnTo>
                    <a:lnTo>
                      <a:pt x="650" y="444"/>
                    </a:lnTo>
                    <a:lnTo>
                      <a:pt x="655" y="542"/>
                    </a:lnTo>
                    <a:lnTo>
                      <a:pt x="661" y="647"/>
                    </a:lnTo>
                    <a:lnTo>
                      <a:pt x="667" y="760"/>
                    </a:lnTo>
                    <a:lnTo>
                      <a:pt x="672" y="877"/>
                    </a:lnTo>
                    <a:lnTo>
                      <a:pt x="677" y="1001"/>
                    </a:lnTo>
                    <a:lnTo>
                      <a:pt x="682" y="1130"/>
                    </a:lnTo>
                    <a:lnTo>
                      <a:pt x="687" y="1263"/>
                    </a:lnTo>
                    <a:lnTo>
                      <a:pt x="693" y="1398"/>
                    </a:lnTo>
                    <a:lnTo>
                      <a:pt x="698" y="1537"/>
                    </a:lnTo>
                    <a:lnTo>
                      <a:pt x="703" y="1676"/>
                    </a:lnTo>
                    <a:lnTo>
                      <a:pt x="709" y="1816"/>
                    </a:lnTo>
                    <a:lnTo>
                      <a:pt x="714" y="1956"/>
                    </a:lnTo>
                    <a:lnTo>
                      <a:pt x="719" y="2094"/>
                    </a:lnTo>
                    <a:lnTo>
                      <a:pt x="725" y="2230"/>
                    </a:lnTo>
                    <a:lnTo>
                      <a:pt x="730" y="2362"/>
                    </a:lnTo>
                    <a:lnTo>
                      <a:pt x="735" y="2491"/>
                    </a:lnTo>
                    <a:lnTo>
                      <a:pt x="740" y="2615"/>
                    </a:lnTo>
                    <a:lnTo>
                      <a:pt x="745" y="2734"/>
                    </a:lnTo>
                    <a:lnTo>
                      <a:pt x="750" y="2847"/>
                    </a:lnTo>
                    <a:lnTo>
                      <a:pt x="757" y="2951"/>
                    </a:lnTo>
                    <a:lnTo>
                      <a:pt x="762" y="3049"/>
                    </a:lnTo>
                    <a:lnTo>
                      <a:pt x="767" y="3138"/>
                    </a:lnTo>
                    <a:lnTo>
                      <a:pt x="772" y="3218"/>
                    </a:lnTo>
                    <a:lnTo>
                      <a:pt x="777" y="3290"/>
                    </a:lnTo>
                    <a:lnTo>
                      <a:pt x="782" y="3351"/>
                    </a:lnTo>
                    <a:lnTo>
                      <a:pt x="788" y="3402"/>
                    </a:lnTo>
                    <a:lnTo>
                      <a:pt x="793" y="3442"/>
                    </a:lnTo>
                    <a:lnTo>
                      <a:pt x="799" y="3472"/>
                    </a:lnTo>
                    <a:lnTo>
                      <a:pt x="804" y="3490"/>
                    </a:lnTo>
                    <a:lnTo>
                      <a:pt x="809" y="3497"/>
                    </a:lnTo>
                    <a:lnTo>
                      <a:pt x="814" y="3492"/>
                    </a:lnTo>
                    <a:lnTo>
                      <a:pt x="820" y="3478"/>
                    </a:lnTo>
                    <a:lnTo>
                      <a:pt x="825" y="3452"/>
                    </a:lnTo>
                    <a:lnTo>
                      <a:pt x="830" y="3415"/>
                    </a:lnTo>
                    <a:lnTo>
                      <a:pt x="835" y="3367"/>
                    </a:lnTo>
                    <a:lnTo>
                      <a:pt x="841" y="3309"/>
                    </a:lnTo>
                    <a:lnTo>
                      <a:pt x="846" y="3242"/>
                    </a:lnTo>
                    <a:lnTo>
                      <a:pt x="852" y="3163"/>
                    </a:lnTo>
                    <a:lnTo>
                      <a:pt x="857" y="3077"/>
                    </a:lnTo>
                    <a:lnTo>
                      <a:pt x="862" y="2981"/>
                    </a:lnTo>
                    <a:lnTo>
                      <a:pt x="867" y="2879"/>
                    </a:lnTo>
                    <a:lnTo>
                      <a:pt x="872" y="2768"/>
                    </a:lnTo>
                    <a:lnTo>
                      <a:pt x="877" y="2652"/>
                    </a:lnTo>
                    <a:lnTo>
                      <a:pt x="883" y="2529"/>
                    </a:lnTo>
                    <a:lnTo>
                      <a:pt x="889" y="2401"/>
                    </a:lnTo>
                    <a:lnTo>
                      <a:pt x="894" y="2270"/>
                    </a:lnTo>
                    <a:lnTo>
                      <a:pt x="899" y="2135"/>
                    </a:lnTo>
                    <a:lnTo>
                      <a:pt x="904" y="1997"/>
                    </a:lnTo>
                    <a:lnTo>
                      <a:pt x="909" y="1858"/>
                    </a:lnTo>
                    <a:lnTo>
                      <a:pt x="914" y="1718"/>
                    </a:lnTo>
                    <a:lnTo>
                      <a:pt x="920" y="1579"/>
                    </a:lnTo>
                    <a:lnTo>
                      <a:pt x="925" y="1440"/>
                    </a:lnTo>
                    <a:lnTo>
                      <a:pt x="931" y="1304"/>
                    </a:lnTo>
                    <a:lnTo>
                      <a:pt x="936" y="1169"/>
                    </a:lnTo>
                    <a:lnTo>
                      <a:pt x="941" y="1039"/>
                    </a:lnTo>
                    <a:lnTo>
                      <a:pt x="946" y="914"/>
                    </a:lnTo>
                    <a:lnTo>
                      <a:pt x="952" y="794"/>
                    </a:lnTo>
                    <a:lnTo>
                      <a:pt x="957" y="680"/>
                    </a:lnTo>
                    <a:lnTo>
                      <a:pt x="962" y="573"/>
                    </a:lnTo>
                    <a:lnTo>
                      <a:pt x="967" y="473"/>
                    </a:lnTo>
                    <a:lnTo>
                      <a:pt x="973" y="382"/>
                    </a:lnTo>
                    <a:lnTo>
                      <a:pt x="978" y="299"/>
                    </a:lnTo>
                    <a:lnTo>
                      <a:pt x="984" y="225"/>
                    </a:lnTo>
                    <a:lnTo>
                      <a:pt x="989" y="161"/>
                    </a:lnTo>
                    <a:lnTo>
                      <a:pt x="994" y="108"/>
                    </a:lnTo>
                    <a:lnTo>
                      <a:pt x="999" y="64"/>
                    </a:lnTo>
                    <a:lnTo>
                      <a:pt x="1004" y="32"/>
                    </a:lnTo>
                    <a:lnTo>
                      <a:pt x="1009" y="11"/>
                    </a:lnTo>
                    <a:lnTo>
                      <a:pt x="1016" y="1"/>
                    </a:lnTo>
                    <a:lnTo>
                      <a:pt x="1021" y="1"/>
                    </a:lnTo>
                    <a:lnTo>
                      <a:pt x="1026" y="14"/>
                    </a:lnTo>
                    <a:lnTo>
                      <a:pt x="1031" y="37"/>
                    </a:lnTo>
                    <a:lnTo>
                      <a:pt x="1036" y="71"/>
                    </a:lnTo>
                    <a:lnTo>
                      <a:pt x="1041" y="116"/>
                    </a:lnTo>
                    <a:lnTo>
                      <a:pt x="1047" y="171"/>
                    </a:lnTo>
                    <a:lnTo>
                      <a:pt x="1052" y="236"/>
                    </a:lnTo>
                    <a:lnTo>
                      <a:pt x="1058" y="312"/>
                    </a:lnTo>
                    <a:lnTo>
                      <a:pt x="1063" y="396"/>
                    </a:lnTo>
                    <a:lnTo>
                      <a:pt x="1068" y="488"/>
                    </a:lnTo>
                    <a:lnTo>
                      <a:pt x="1073" y="589"/>
                    </a:lnTo>
                    <a:lnTo>
                      <a:pt x="1079" y="697"/>
                    </a:lnTo>
                    <a:lnTo>
                      <a:pt x="1084" y="812"/>
                    </a:lnTo>
                    <a:lnTo>
                      <a:pt x="1089" y="933"/>
                    </a:lnTo>
                    <a:lnTo>
                      <a:pt x="1094" y="1060"/>
                    </a:lnTo>
                    <a:lnTo>
                      <a:pt x="1099" y="1191"/>
                    </a:lnTo>
                    <a:lnTo>
                      <a:pt x="1105" y="1325"/>
                    </a:lnTo>
                    <a:lnTo>
                      <a:pt x="1111" y="1462"/>
                    </a:lnTo>
                    <a:lnTo>
                      <a:pt x="1116" y="1601"/>
                    </a:lnTo>
                    <a:lnTo>
                      <a:pt x="1121" y="1740"/>
                    </a:lnTo>
                    <a:lnTo>
                      <a:pt x="1126" y="1881"/>
                    </a:lnTo>
                    <a:lnTo>
                      <a:pt x="1131" y="2019"/>
                    </a:lnTo>
                    <a:lnTo>
                      <a:pt x="1136" y="2156"/>
                    </a:lnTo>
                    <a:lnTo>
                      <a:pt x="1142" y="2291"/>
                    </a:lnTo>
                    <a:lnTo>
                      <a:pt x="1148" y="2422"/>
                    </a:lnTo>
                    <a:lnTo>
                      <a:pt x="1153" y="2548"/>
                    </a:lnTo>
                    <a:lnTo>
                      <a:pt x="1158" y="2671"/>
                    </a:lnTo>
                    <a:lnTo>
                      <a:pt x="1163" y="2787"/>
                    </a:lnTo>
                    <a:lnTo>
                      <a:pt x="1168" y="2896"/>
                    </a:lnTo>
                    <a:lnTo>
                      <a:pt x="1174" y="2997"/>
                    </a:lnTo>
                    <a:lnTo>
                      <a:pt x="1179" y="3091"/>
                    </a:lnTo>
                    <a:lnTo>
                      <a:pt x="1184" y="3176"/>
                    </a:lnTo>
                    <a:lnTo>
                      <a:pt x="1190" y="3253"/>
                    </a:lnTo>
                    <a:lnTo>
                      <a:pt x="1195" y="3319"/>
                    </a:lnTo>
                    <a:lnTo>
                      <a:pt x="1200" y="3375"/>
                    </a:lnTo>
                    <a:lnTo>
                      <a:pt x="1206" y="3421"/>
                    </a:lnTo>
                    <a:lnTo>
                      <a:pt x="1211" y="3457"/>
                    </a:lnTo>
                    <a:lnTo>
                      <a:pt x="1216" y="3481"/>
                    </a:lnTo>
                    <a:lnTo>
                      <a:pt x="1221" y="3495"/>
                    </a:lnTo>
                    <a:lnTo>
                      <a:pt x="1226" y="3497"/>
                    </a:lnTo>
                    <a:lnTo>
                      <a:pt x="1231" y="3488"/>
                    </a:lnTo>
                    <a:lnTo>
                      <a:pt x="1238" y="3467"/>
                    </a:lnTo>
                    <a:lnTo>
                      <a:pt x="1243" y="3436"/>
                    </a:lnTo>
                    <a:lnTo>
                      <a:pt x="1248" y="3395"/>
                    </a:lnTo>
                    <a:lnTo>
                      <a:pt x="1253" y="3342"/>
                    </a:lnTo>
                    <a:lnTo>
                      <a:pt x="1258" y="3280"/>
                    </a:lnTo>
                    <a:lnTo>
                      <a:pt x="1263" y="3207"/>
                    </a:lnTo>
                    <a:lnTo>
                      <a:pt x="1268" y="3125"/>
                    </a:lnTo>
                    <a:lnTo>
                      <a:pt x="1274" y="3034"/>
                    </a:lnTo>
                    <a:lnTo>
                      <a:pt x="1280" y="2935"/>
                    </a:lnTo>
                    <a:lnTo>
                      <a:pt x="1285" y="2828"/>
                    </a:lnTo>
                    <a:lnTo>
                      <a:pt x="1290" y="2715"/>
                    </a:lnTo>
                    <a:lnTo>
                      <a:pt x="1295" y="2596"/>
                    </a:lnTo>
                    <a:lnTo>
                      <a:pt x="1300" y="2471"/>
                    </a:lnTo>
                    <a:lnTo>
                      <a:pt x="1306" y="2341"/>
                    </a:lnTo>
                    <a:lnTo>
                      <a:pt x="1311" y="2208"/>
                    </a:lnTo>
                    <a:lnTo>
                      <a:pt x="1316" y="2072"/>
                    </a:lnTo>
                    <a:lnTo>
                      <a:pt x="1322" y="1934"/>
                    </a:lnTo>
                    <a:lnTo>
                      <a:pt x="1327" y="1793"/>
                    </a:lnTo>
                    <a:lnTo>
                      <a:pt x="1332" y="1654"/>
                    </a:lnTo>
                    <a:lnTo>
                      <a:pt x="1338" y="1515"/>
                    </a:lnTo>
                    <a:lnTo>
                      <a:pt x="1343" y="1377"/>
                    </a:lnTo>
                    <a:lnTo>
                      <a:pt x="1348" y="1242"/>
                    </a:lnTo>
                    <a:lnTo>
                      <a:pt x="1353" y="1109"/>
                    </a:lnTo>
                    <a:lnTo>
                      <a:pt x="1358" y="982"/>
                    </a:lnTo>
                    <a:lnTo>
                      <a:pt x="1364" y="859"/>
                    </a:lnTo>
                    <a:lnTo>
                      <a:pt x="1370" y="741"/>
                    </a:lnTo>
                    <a:lnTo>
                      <a:pt x="1375" y="629"/>
                    </a:lnTo>
                    <a:lnTo>
                      <a:pt x="1380" y="526"/>
                    </a:lnTo>
                    <a:lnTo>
                      <a:pt x="1385" y="430"/>
                    </a:lnTo>
                    <a:lnTo>
                      <a:pt x="1390" y="343"/>
                    </a:lnTo>
                    <a:lnTo>
                      <a:pt x="1395" y="263"/>
                    </a:lnTo>
                    <a:lnTo>
                      <a:pt x="1401" y="194"/>
                    </a:lnTo>
                    <a:lnTo>
                      <a:pt x="1407" y="136"/>
                    </a:lnTo>
                    <a:lnTo>
                      <a:pt x="1412" y="86"/>
                    </a:lnTo>
                    <a:lnTo>
                      <a:pt x="1417" y="48"/>
                    </a:lnTo>
                    <a:lnTo>
                      <a:pt x="1422" y="20"/>
                    </a:lnTo>
                    <a:lnTo>
                      <a:pt x="1427" y="4"/>
                    </a:lnTo>
                    <a:lnTo>
                      <a:pt x="1433" y="0"/>
                    </a:lnTo>
                    <a:lnTo>
                      <a:pt x="1438" y="5"/>
                    </a:lnTo>
                    <a:lnTo>
                      <a:pt x="1443" y="23"/>
                    </a:lnTo>
                    <a:lnTo>
                      <a:pt x="1448" y="50"/>
                    </a:lnTo>
                    <a:lnTo>
                      <a:pt x="1454" y="90"/>
                    </a:lnTo>
                    <a:lnTo>
                      <a:pt x="1459" y="140"/>
                    </a:lnTo>
                    <a:lnTo>
                      <a:pt x="1465" y="200"/>
                    </a:lnTo>
                    <a:lnTo>
                      <a:pt x="1470" y="269"/>
                    </a:lnTo>
                    <a:lnTo>
                      <a:pt x="1475" y="349"/>
                    </a:lnTo>
                    <a:lnTo>
                      <a:pt x="1480" y="437"/>
                    </a:lnTo>
                    <a:lnTo>
                      <a:pt x="1485" y="534"/>
                    </a:lnTo>
                    <a:lnTo>
                      <a:pt x="1490" y="639"/>
                    </a:lnTo>
                    <a:lnTo>
                      <a:pt x="1497" y="750"/>
                    </a:lnTo>
                    <a:lnTo>
                      <a:pt x="1502" y="868"/>
                    </a:lnTo>
                    <a:lnTo>
                      <a:pt x="1507" y="991"/>
                    </a:lnTo>
                    <a:lnTo>
                      <a:pt x="1512" y="1120"/>
                    </a:lnTo>
                    <a:lnTo>
                      <a:pt x="1517" y="1252"/>
                    </a:lnTo>
                    <a:lnTo>
                      <a:pt x="1522" y="1388"/>
                    </a:lnTo>
                    <a:lnTo>
                      <a:pt x="1528" y="1526"/>
                    </a:lnTo>
                    <a:lnTo>
                      <a:pt x="1533" y="1666"/>
                    </a:lnTo>
                    <a:lnTo>
                      <a:pt x="1539" y="1805"/>
                    </a:lnTo>
                    <a:lnTo>
                      <a:pt x="1544" y="1944"/>
                    </a:lnTo>
                    <a:lnTo>
                      <a:pt x="1549" y="2082"/>
                    </a:lnTo>
                    <a:lnTo>
                      <a:pt x="1554" y="2219"/>
                    </a:lnTo>
                    <a:lnTo>
                      <a:pt x="1560" y="2352"/>
                    </a:lnTo>
                    <a:lnTo>
                      <a:pt x="1565" y="2481"/>
                    </a:lnTo>
                    <a:lnTo>
                      <a:pt x="1570" y="2606"/>
                    </a:lnTo>
                    <a:lnTo>
                      <a:pt x="1575" y="2725"/>
                    </a:lnTo>
                    <a:lnTo>
                      <a:pt x="1580" y="2837"/>
                    </a:lnTo>
                    <a:lnTo>
                      <a:pt x="1586" y="2943"/>
                    </a:lnTo>
                    <a:lnTo>
                      <a:pt x="1592" y="3041"/>
                    </a:lnTo>
                    <a:lnTo>
                      <a:pt x="1597" y="3131"/>
                    </a:lnTo>
                    <a:lnTo>
                      <a:pt x="1602" y="3213"/>
                    </a:lnTo>
                    <a:lnTo>
                      <a:pt x="1607" y="3284"/>
                    </a:lnTo>
                    <a:lnTo>
                      <a:pt x="1612" y="3346"/>
                    </a:lnTo>
                    <a:lnTo>
                      <a:pt x="1617" y="3398"/>
                    </a:lnTo>
                    <a:lnTo>
                      <a:pt x="1623" y="3440"/>
                    </a:lnTo>
                    <a:lnTo>
                      <a:pt x="1629" y="3469"/>
                    </a:lnTo>
                    <a:lnTo>
                      <a:pt x="1634" y="3489"/>
                    </a:lnTo>
                    <a:lnTo>
                      <a:pt x="1639" y="3497"/>
                    </a:lnTo>
                    <a:lnTo>
                      <a:pt x="1644" y="3494"/>
                    </a:lnTo>
                    <a:lnTo>
                      <a:pt x="1649" y="3480"/>
                    </a:lnTo>
                    <a:lnTo>
                      <a:pt x="1654" y="3454"/>
                    </a:lnTo>
                    <a:lnTo>
                      <a:pt x="1660" y="3418"/>
                    </a:lnTo>
                    <a:lnTo>
                      <a:pt x="1665" y="3372"/>
                    </a:lnTo>
                    <a:lnTo>
                      <a:pt x="1671" y="3314"/>
                    </a:lnTo>
                    <a:lnTo>
                      <a:pt x="1676" y="3247"/>
                    </a:lnTo>
                    <a:lnTo>
                      <a:pt x="1681" y="3170"/>
                    </a:lnTo>
                    <a:lnTo>
                      <a:pt x="1686" y="3084"/>
                    </a:lnTo>
                    <a:lnTo>
                      <a:pt x="1692" y="2989"/>
                    </a:lnTo>
                    <a:lnTo>
                      <a:pt x="1697" y="2887"/>
                    </a:lnTo>
                    <a:lnTo>
                      <a:pt x="1702" y="2778"/>
                    </a:lnTo>
                    <a:lnTo>
                      <a:pt x="1707" y="2661"/>
                    </a:lnTo>
                    <a:lnTo>
                      <a:pt x="1713" y="2539"/>
                    </a:lnTo>
                    <a:lnTo>
                      <a:pt x="1718" y="2411"/>
                    </a:lnTo>
                    <a:lnTo>
                      <a:pt x="1724" y="2280"/>
                    </a:lnTo>
                    <a:lnTo>
                      <a:pt x="1729" y="2146"/>
                    </a:lnTo>
                    <a:lnTo>
                      <a:pt x="1734" y="2009"/>
                    </a:lnTo>
                    <a:lnTo>
                      <a:pt x="1739" y="1869"/>
                    </a:lnTo>
                    <a:lnTo>
                      <a:pt x="1744" y="1729"/>
                    </a:lnTo>
                    <a:lnTo>
                      <a:pt x="1749" y="1590"/>
                    </a:lnTo>
                    <a:lnTo>
                      <a:pt x="1755" y="1451"/>
                    </a:lnTo>
                    <a:lnTo>
                      <a:pt x="1761" y="1314"/>
                    </a:lnTo>
                    <a:lnTo>
                      <a:pt x="1766" y="1180"/>
                    </a:lnTo>
                    <a:lnTo>
                      <a:pt x="1771" y="1050"/>
                    </a:lnTo>
                    <a:lnTo>
                      <a:pt x="1776" y="924"/>
                    </a:lnTo>
                    <a:lnTo>
                      <a:pt x="1781" y="803"/>
                    </a:lnTo>
                    <a:lnTo>
                      <a:pt x="1787" y="689"/>
                    </a:lnTo>
                    <a:lnTo>
                      <a:pt x="1792" y="581"/>
                    </a:lnTo>
                    <a:lnTo>
                      <a:pt x="1797" y="481"/>
                    </a:lnTo>
                    <a:lnTo>
                      <a:pt x="1803" y="389"/>
                    </a:lnTo>
                    <a:lnTo>
                      <a:pt x="1808" y="305"/>
                    </a:lnTo>
                    <a:lnTo>
                      <a:pt x="1813" y="231"/>
                    </a:lnTo>
                    <a:lnTo>
                      <a:pt x="1819" y="166"/>
                    </a:lnTo>
                    <a:lnTo>
                      <a:pt x="1824" y="111"/>
                    </a:lnTo>
                    <a:lnTo>
                      <a:pt x="1829" y="68"/>
                    </a:lnTo>
                    <a:lnTo>
                      <a:pt x="1834" y="34"/>
                    </a:lnTo>
                    <a:lnTo>
                      <a:pt x="1839" y="12"/>
                    </a:lnTo>
                    <a:lnTo>
                      <a:pt x="1845" y="1"/>
                    </a:lnTo>
                    <a:lnTo>
                      <a:pt x="1851" y="1"/>
                    </a:lnTo>
                    <a:lnTo>
                      <a:pt x="1856" y="12"/>
                    </a:lnTo>
                    <a:lnTo>
                      <a:pt x="1861" y="34"/>
                    </a:lnTo>
                    <a:lnTo>
                      <a:pt x="1866" y="68"/>
                    </a:lnTo>
                    <a:lnTo>
                      <a:pt x="1871" y="111"/>
                    </a:lnTo>
                    <a:lnTo>
                      <a:pt x="1876" y="166"/>
                    </a:lnTo>
                    <a:lnTo>
                      <a:pt x="1882" y="231"/>
                    </a:lnTo>
                    <a:lnTo>
                      <a:pt x="1888" y="305"/>
                    </a:lnTo>
                    <a:lnTo>
                      <a:pt x="1893" y="389"/>
                    </a:lnTo>
                    <a:lnTo>
                      <a:pt x="1898" y="481"/>
                    </a:lnTo>
                    <a:lnTo>
                      <a:pt x="1903" y="581"/>
                    </a:lnTo>
                    <a:lnTo>
                      <a:pt x="1908" y="689"/>
                    </a:lnTo>
                    <a:lnTo>
                      <a:pt x="1914" y="803"/>
                    </a:lnTo>
                    <a:lnTo>
                      <a:pt x="1919" y="924"/>
                    </a:lnTo>
                    <a:lnTo>
                      <a:pt x="1924" y="1050"/>
                    </a:lnTo>
                    <a:lnTo>
                      <a:pt x="1929" y="1180"/>
                    </a:lnTo>
                    <a:lnTo>
                      <a:pt x="1935" y="1314"/>
                    </a:lnTo>
                    <a:lnTo>
                      <a:pt x="1940" y="1451"/>
                    </a:lnTo>
                    <a:lnTo>
                      <a:pt x="1946" y="1590"/>
                    </a:lnTo>
                    <a:lnTo>
                      <a:pt x="1951" y="1729"/>
                    </a:lnTo>
                    <a:lnTo>
                      <a:pt x="1956" y="1869"/>
                    </a:lnTo>
                    <a:lnTo>
                      <a:pt x="1961" y="2009"/>
                    </a:lnTo>
                    <a:lnTo>
                      <a:pt x="1966" y="2146"/>
                    </a:lnTo>
                    <a:lnTo>
                      <a:pt x="1971" y="2280"/>
                    </a:lnTo>
                    <a:lnTo>
                      <a:pt x="1978" y="2411"/>
                    </a:lnTo>
                    <a:lnTo>
                      <a:pt x="1983" y="2539"/>
                    </a:lnTo>
                    <a:lnTo>
                      <a:pt x="1988" y="2661"/>
                    </a:lnTo>
                    <a:lnTo>
                      <a:pt x="1993" y="2778"/>
                    </a:lnTo>
                    <a:lnTo>
                      <a:pt x="1998" y="2887"/>
                    </a:lnTo>
                    <a:lnTo>
                      <a:pt x="2003" y="2989"/>
                    </a:lnTo>
                    <a:lnTo>
                      <a:pt x="2009" y="3084"/>
                    </a:lnTo>
                    <a:lnTo>
                      <a:pt x="2014" y="3170"/>
                    </a:lnTo>
                    <a:lnTo>
                      <a:pt x="2020" y="3247"/>
                    </a:lnTo>
                    <a:lnTo>
                      <a:pt x="2025" y="3314"/>
                    </a:lnTo>
                    <a:lnTo>
                      <a:pt x="2030" y="3372"/>
                    </a:lnTo>
                    <a:lnTo>
                      <a:pt x="2035" y="3418"/>
                    </a:lnTo>
                    <a:lnTo>
                      <a:pt x="2041" y="3454"/>
                    </a:lnTo>
                    <a:lnTo>
                      <a:pt x="2046" y="3480"/>
                    </a:lnTo>
                    <a:lnTo>
                      <a:pt x="2051" y="3494"/>
                    </a:lnTo>
                    <a:lnTo>
                      <a:pt x="2056" y="3497"/>
                    </a:lnTo>
                    <a:lnTo>
                      <a:pt x="2061" y="3489"/>
                    </a:lnTo>
                    <a:lnTo>
                      <a:pt x="2067" y="3469"/>
                    </a:lnTo>
                    <a:lnTo>
                      <a:pt x="2072" y="3440"/>
                    </a:lnTo>
                    <a:lnTo>
                      <a:pt x="2078" y="3398"/>
                    </a:lnTo>
                    <a:lnTo>
                      <a:pt x="2083" y="3346"/>
                    </a:lnTo>
                    <a:lnTo>
                      <a:pt x="2088" y="3284"/>
                    </a:lnTo>
                    <a:lnTo>
                      <a:pt x="2093" y="3213"/>
                    </a:lnTo>
                    <a:lnTo>
                      <a:pt x="2098" y="3131"/>
                    </a:lnTo>
                    <a:lnTo>
                      <a:pt x="2103" y="3041"/>
                    </a:lnTo>
                    <a:lnTo>
                      <a:pt x="2110" y="2943"/>
                    </a:lnTo>
                    <a:lnTo>
                      <a:pt x="2115" y="2837"/>
                    </a:lnTo>
                    <a:lnTo>
                      <a:pt x="2120" y="2725"/>
                    </a:lnTo>
                    <a:lnTo>
                      <a:pt x="2125" y="2606"/>
                    </a:lnTo>
                    <a:lnTo>
                      <a:pt x="2130" y="2481"/>
                    </a:lnTo>
                    <a:lnTo>
                      <a:pt x="2135" y="2352"/>
                    </a:lnTo>
                    <a:lnTo>
                      <a:pt x="2141" y="2219"/>
                    </a:lnTo>
                    <a:lnTo>
                      <a:pt x="2146" y="2082"/>
                    </a:lnTo>
                    <a:lnTo>
                      <a:pt x="2152" y="1944"/>
                    </a:lnTo>
                    <a:lnTo>
                      <a:pt x="2157" y="1805"/>
                    </a:lnTo>
                    <a:lnTo>
                      <a:pt x="2162" y="1666"/>
                    </a:lnTo>
                    <a:lnTo>
                      <a:pt x="2167" y="1526"/>
                    </a:lnTo>
                    <a:lnTo>
                      <a:pt x="2173" y="1388"/>
                    </a:lnTo>
                    <a:lnTo>
                      <a:pt x="2178" y="1252"/>
                    </a:lnTo>
                    <a:lnTo>
                      <a:pt x="2183" y="1120"/>
                    </a:lnTo>
                    <a:lnTo>
                      <a:pt x="2188" y="991"/>
                    </a:lnTo>
                    <a:lnTo>
                      <a:pt x="2194" y="868"/>
                    </a:lnTo>
                    <a:lnTo>
                      <a:pt x="2199" y="750"/>
                    </a:lnTo>
                    <a:lnTo>
                      <a:pt x="2205" y="639"/>
                    </a:lnTo>
                    <a:lnTo>
                      <a:pt x="2210" y="534"/>
                    </a:lnTo>
                    <a:lnTo>
                      <a:pt x="2215" y="437"/>
                    </a:lnTo>
                    <a:lnTo>
                      <a:pt x="2220" y="349"/>
                    </a:lnTo>
                    <a:lnTo>
                      <a:pt x="2225" y="269"/>
                    </a:lnTo>
                    <a:lnTo>
                      <a:pt x="2230" y="200"/>
                    </a:lnTo>
                    <a:lnTo>
                      <a:pt x="2236" y="140"/>
                    </a:lnTo>
                    <a:lnTo>
                      <a:pt x="2242" y="90"/>
                    </a:lnTo>
                    <a:lnTo>
                      <a:pt x="2247" y="50"/>
                    </a:lnTo>
                    <a:lnTo>
                      <a:pt x="2252" y="23"/>
                    </a:lnTo>
                    <a:lnTo>
                      <a:pt x="2257" y="5"/>
                    </a:lnTo>
                    <a:lnTo>
                      <a:pt x="2262" y="0"/>
                    </a:lnTo>
                    <a:lnTo>
                      <a:pt x="2268" y="4"/>
                    </a:lnTo>
                    <a:lnTo>
                      <a:pt x="2273" y="20"/>
                    </a:lnTo>
                    <a:lnTo>
                      <a:pt x="2278" y="48"/>
                    </a:lnTo>
                    <a:lnTo>
                      <a:pt x="2284" y="86"/>
                    </a:lnTo>
                    <a:lnTo>
                      <a:pt x="2289" y="136"/>
                    </a:lnTo>
                    <a:lnTo>
                      <a:pt x="2294" y="194"/>
                    </a:lnTo>
                    <a:lnTo>
                      <a:pt x="2300" y="263"/>
                    </a:lnTo>
                    <a:lnTo>
                      <a:pt x="2305" y="343"/>
                    </a:lnTo>
                    <a:lnTo>
                      <a:pt x="2310" y="430"/>
                    </a:lnTo>
                    <a:lnTo>
                      <a:pt x="2315" y="526"/>
                    </a:lnTo>
                    <a:lnTo>
                      <a:pt x="2320" y="629"/>
                    </a:lnTo>
                    <a:lnTo>
                      <a:pt x="2326" y="741"/>
                    </a:lnTo>
                    <a:lnTo>
                      <a:pt x="2332" y="859"/>
                    </a:lnTo>
                    <a:lnTo>
                      <a:pt x="2337" y="982"/>
                    </a:lnTo>
                    <a:lnTo>
                      <a:pt x="2342" y="1109"/>
                    </a:lnTo>
                    <a:lnTo>
                      <a:pt x="2347" y="1242"/>
                    </a:lnTo>
                    <a:lnTo>
                      <a:pt x="2352" y="1377"/>
                    </a:lnTo>
                    <a:lnTo>
                      <a:pt x="2357" y="1515"/>
                    </a:lnTo>
                    <a:lnTo>
                      <a:pt x="2363" y="1654"/>
                    </a:lnTo>
                    <a:lnTo>
                      <a:pt x="2369" y="1793"/>
                    </a:lnTo>
                    <a:lnTo>
                      <a:pt x="2374" y="1934"/>
                    </a:lnTo>
                    <a:lnTo>
                      <a:pt x="2379" y="2072"/>
                    </a:lnTo>
                    <a:lnTo>
                      <a:pt x="2384" y="2208"/>
                    </a:lnTo>
                    <a:lnTo>
                      <a:pt x="2389" y="2341"/>
                    </a:lnTo>
                    <a:lnTo>
                      <a:pt x="2395" y="2471"/>
                    </a:lnTo>
                    <a:lnTo>
                      <a:pt x="2400" y="2596"/>
                    </a:lnTo>
                    <a:lnTo>
                      <a:pt x="2405" y="2715"/>
                    </a:lnTo>
                    <a:lnTo>
                      <a:pt x="2410" y="2828"/>
                    </a:lnTo>
                    <a:lnTo>
                      <a:pt x="2416" y="2935"/>
                    </a:lnTo>
                    <a:lnTo>
                      <a:pt x="2421" y="3034"/>
                    </a:lnTo>
                    <a:lnTo>
                      <a:pt x="2427" y="3125"/>
                    </a:lnTo>
                    <a:lnTo>
                      <a:pt x="2432" y="3207"/>
                    </a:lnTo>
                    <a:lnTo>
                      <a:pt x="2437" y="3280"/>
                    </a:lnTo>
                    <a:lnTo>
                      <a:pt x="2442" y="3342"/>
                    </a:lnTo>
                    <a:lnTo>
                      <a:pt x="2447" y="3395"/>
                    </a:lnTo>
                    <a:lnTo>
                      <a:pt x="2452" y="3436"/>
                    </a:lnTo>
                    <a:lnTo>
                      <a:pt x="2458" y="3467"/>
                    </a:lnTo>
                    <a:lnTo>
                      <a:pt x="2464" y="3488"/>
                    </a:lnTo>
                    <a:lnTo>
                      <a:pt x="2469" y="3497"/>
                    </a:lnTo>
                    <a:lnTo>
                      <a:pt x="2474" y="3495"/>
                    </a:lnTo>
                    <a:lnTo>
                      <a:pt x="2479" y="3481"/>
                    </a:lnTo>
                    <a:lnTo>
                      <a:pt x="2484" y="3457"/>
                    </a:lnTo>
                    <a:lnTo>
                      <a:pt x="2489" y="3421"/>
                    </a:lnTo>
                    <a:lnTo>
                      <a:pt x="2495" y="3375"/>
                    </a:lnTo>
                    <a:lnTo>
                      <a:pt x="2501" y="3319"/>
                    </a:lnTo>
                    <a:lnTo>
                      <a:pt x="2506" y="3253"/>
                    </a:lnTo>
                    <a:lnTo>
                      <a:pt x="2511" y="3176"/>
                    </a:lnTo>
                    <a:lnTo>
                      <a:pt x="2516" y="3091"/>
                    </a:lnTo>
                    <a:lnTo>
                      <a:pt x="2521" y="2997"/>
                    </a:lnTo>
                    <a:lnTo>
                      <a:pt x="2527" y="2896"/>
                    </a:lnTo>
                    <a:lnTo>
                      <a:pt x="2532" y="2787"/>
                    </a:lnTo>
                    <a:lnTo>
                      <a:pt x="2537" y="2671"/>
                    </a:lnTo>
                    <a:lnTo>
                      <a:pt x="2542" y="2548"/>
                    </a:lnTo>
                    <a:lnTo>
                      <a:pt x="2548" y="2422"/>
                    </a:lnTo>
                    <a:lnTo>
                      <a:pt x="2553" y="2291"/>
                    </a:lnTo>
                    <a:lnTo>
                      <a:pt x="2559" y="2156"/>
                    </a:lnTo>
                    <a:lnTo>
                      <a:pt x="2564" y="2019"/>
                    </a:lnTo>
                    <a:lnTo>
                      <a:pt x="2569" y="1881"/>
                    </a:lnTo>
                    <a:lnTo>
                      <a:pt x="2574" y="1740"/>
                    </a:lnTo>
                    <a:lnTo>
                      <a:pt x="2579" y="1601"/>
                    </a:lnTo>
                    <a:lnTo>
                      <a:pt x="2584" y="1462"/>
                    </a:lnTo>
                    <a:lnTo>
                      <a:pt x="2591" y="1325"/>
                    </a:lnTo>
                    <a:lnTo>
                      <a:pt x="2596" y="1191"/>
                    </a:lnTo>
                    <a:lnTo>
                      <a:pt x="2601" y="1060"/>
                    </a:lnTo>
                    <a:lnTo>
                      <a:pt x="2606" y="933"/>
                    </a:lnTo>
                    <a:lnTo>
                      <a:pt x="2611" y="812"/>
                    </a:lnTo>
                    <a:lnTo>
                      <a:pt x="2616" y="697"/>
                    </a:lnTo>
                    <a:lnTo>
                      <a:pt x="2622" y="589"/>
                    </a:lnTo>
                    <a:lnTo>
                      <a:pt x="2627" y="488"/>
                    </a:lnTo>
                    <a:lnTo>
                      <a:pt x="2633" y="396"/>
                    </a:lnTo>
                    <a:lnTo>
                      <a:pt x="2638" y="312"/>
                    </a:lnTo>
                    <a:lnTo>
                      <a:pt x="2643" y="236"/>
                    </a:lnTo>
                    <a:lnTo>
                      <a:pt x="2648" y="171"/>
                    </a:lnTo>
                    <a:lnTo>
                      <a:pt x="2654" y="116"/>
                    </a:lnTo>
                    <a:lnTo>
                      <a:pt x="2659" y="71"/>
                    </a:lnTo>
                    <a:lnTo>
                      <a:pt x="2664" y="37"/>
                    </a:lnTo>
                    <a:lnTo>
                      <a:pt x="2669" y="14"/>
                    </a:lnTo>
                    <a:lnTo>
                      <a:pt x="2675" y="1"/>
                    </a:lnTo>
                    <a:lnTo>
                      <a:pt x="2680" y="1"/>
                    </a:lnTo>
                    <a:lnTo>
                      <a:pt x="2686" y="11"/>
                    </a:lnTo>
                    <a:lnTo>
                      <a:pt x="2691" y="32"/>
                    </a:lnTo>
                    <a:lnTo>
                      <a:pt x="2696" y="64"/>
                    </a:lnTo>
                    <a:lnTo>
                      <a:pt x="2701" y="108"/>
                    </a:lnTo>
                    <a:lnTo>
                      <a:pt x="2706" y="161"/>
                    </a:lnTo>
                    <a:lnTo>
                      <a:pt x="2711" y="225"/>
                    </a:lnTo>
                    <a:lnTo>
                      <a:pt x="2718" y="299"/>
                    </a:lnTo>
                    <a:lnTo>
                      <a:pt x="2723" y="382"/>
                    </a:lnTo>
                    <a:lnTo>
                      <a:pt x="2728" y="473"/>
                    </a:lnTo>
                    <a:lnTo>
                      <a:pt x="2733" y="573"/>
                    </a:lnTo>
                    <a:lnTo>
                      <a:pt x="2738" y="680"/>
                    </a:lnTo>
                    <a:lnTo>
                      <a:pt x="2743" y="794"/>
                    </a:lnTo>
                    <a:lnTo>
                      <a:pt x="2749" y="914"/>
                    </a:lnTo>
                    <a:lnTo>
                      <a:pt x="2754" y="1039"/>
                    </a:lnTo>
                    <a:lnTo>
                      <a:pt x="2759" y="1169"/>
                    </a:lnTo>
                    <a:lnTo>
                      <a:pt x="2765" y="1304"/>
                    </a:lnTo>
                    <a:lnTo>
                      <a:pt x="2770" y="1440"/>
                    </a:lnTo>
                    <a:lnTo>
                      <a:pt x="2775" y="1579"/>
                    </a:lnTo>
                    <a:lnTo>
                      <a:pt x="2781" y="1718"/>
                    </a:lnTo>
                    <a:lnTo>
                      <a:pt x="2786" y="1858"/>
                    </a:lnTo>
                    <a:lnTo>
                      <a:pt x="2791" y="1997"/>
                    </a:lnTo>
                    <a:lnTo>
                      <a:pt x="2796" y="2135"/>
                    </a:lnTo>
                    <a:lnTo>
                      <a:pt x="2801" y="2270"/>
                    </a:lnTo>
                    <a:lnTo>
                      <a:pt x="2807" y="2401"/>
                    </a:lnTo>
                    <a:lnTo>
                      <a:pt x="2813" y="2529"/>
                    </a:lnTo>
                    <a:lnTo>
                      <a:pt x="2818" y="2652"/>
                    </a:lnTo>
                    <a:lnTo>
                      <a:pt x="2823" y="2768"/>
                    </a:lnTo>
                    <a:lnTo>
                      <a:pt x="2828" y="2879"/>
                    </a:lnTo>
                    <a:lnTo>
                      <a:pt x="2833" y="2981"/>
                    </a:lnTo>
                    <a:lnTo>
                      <a:pt x="2838" y="3077"/>
                    </a:lnTo>
                    <a:lnTo>
                      <a:pt x="2843" y="3163"/>
                    </a:lnTo>
                    <a:lnTo>
                      <a:pt x="2850" y="3242"/>
                    </a:lnTo>
                    <a:lnTo>
                      <a:pt x="2855" y="3309"/>
                    </a:lnTo>
                    <a:lnTo>
                      <a:pt x="2860" y="3367"/>
                    </a:lnTo>
                    <a:lnTo>
                      <a:pt x="2865" y="3415"/>
                    </a:lnTo>
                    <a:lnTo>
                      <a:pt x="2870" y="3452"/>
                    </a:lnTo>
                    <a:lnTo>
                      <a:pt x="2875" y="3478"/>
                    </a:lnTo>
                    <a:lnTo>
                      <a:pt x="2881" y="3492"/>
                    </a:lnTo>
                    <a:lnTo>
                      <a:pt x="2886" y="3497"/>
                    </a:lnTo>
                    <a:lnTo>
                      <a:pt x="2891" y="3490"/>
                    </a:lnTo>
                    <a:lnTo>
                      <a:pt x="2897" y="3472"/>
                    </a:lnTo>
                    <a:lnTo>
                      <a:pt x="2902" y="3442"/>
                    </a:lnTo>
                    <a:lnTo>
                      <a:pt x="2907" y="3402"/>
                    </a:lnTo>
                    <a:lnTo>
                      <a:pt x="2913" y="3351"/>
                    </a:lnTo>
                    <a:lnTo>
                      <a:pt x="2918" y="3290"/>
                    </a:lnTo>
                    <a:lnTo>
                      <a:pt x="2923" y="3218"/>
                    </a:lnTo>
                    <a:lnTo>
                      <a:pt x="2928" y="3138"/>
                    </a:lnTo>
                    <a:lnTo>
                      <a:pt x="2933" y="3049"/>
                    </a:lnTo>
                    <a:lnTo>
                      <a:pt x="2939" y="2951"/>
                    </a:lnTo>
                    <a:lnTo>
                      <a:pt x="2945" y="2847"/>
                    </a:lnTo>
                    <a:lnTo>
                      <a:pt x="2950" y="2734"/>
                    </a:lnTo>
                    <a:lnTo>
                      <a:pt x="2955" y="2615"/>
                    </a:lnTo>
                    <a:lnTo>
                      <a:pt x="2960" y="2491"/>
                    </a:lnTo>
                    <a:lnTo>
                      <a:pt x="2965" y="2362"/>
                    </a:lnTo>
                    <a:lnTo>
                      <a:pt x="2970" y="2230"/>
                    </a:lnTo>
                    <a:lnTo>
                      <a:pt x="2976" y="2094"/>
                    </a:lnTo>
                    <a:lnTo>
                      <a:pt x="2982" y="1956"/>
                    </a:lnTo>
                    <a:lnTo>
                      <a:pt x="2987" y="1816"/>
                    </a:lnTo>
                    <a:lnTo>
                      <a:pt x="2992" y="1676"/>
                    </a:lnTo>
                    <a:lnTo>
                      <a:pt x="2997" y="1537"/>
                    </a:lnTo>
                    <a:lnTo>
                      <a:pt x="3002" y="1398"/>
                    </a:lnTo>
                    <a:lnTo>
                      <a:pt x="3008" y="1263"/>
                    </a:lnTo>
                    <a:lnTo>
                      <a:pt x="3013" y="1130"/>
                    </a:lnTo>
                    <a:lnTo>
                      <a:pt x="3018" y="1001"/>
                    </a:lnTo>
                    <a:lnTo>
                      <a:pt x="3024" y="877"/>
                    </a:lnTo>
                    <a:lnTo>
                      <a:pt x="3029" y="760"/>
                    </a:lnTo>
                    <a:lnTo>
                      <a:pt x="3034" y="647"/>
                    </a:lnTo>
                    <a:lnTo>
                      <a:pt x="3040" y="542"/>
                    </a:lnTo>
                    <a:lnTo>
                      <a:pt x="3045" y="444"/>
                    </a:lnTo>
                    <a:lnTo>
                      <a:pt x="3050" y="355"/>
                    </a:lnTo>
                    <a:lnTo>
                      <a:pt x="3055" y="276"/>
                    </a:lnTo>
                    <a:lnTo>
                      <a:pt x="3060" y="205"/>
                    </a:lnTo>
                    <a:lnTo>
                      <a:pt x="3065" y="144"/>
                    </a:lnTo>
                    <a:lnTo>
                      <a:pt x="3072" y="94"/>
                    </a:lnTo>
                    <a:lnTo>
                      <a:pt x="3077" y="54"/>
                    </a:lnTo>
                    <a:lnTo>
                      <a:pt x="3082" y="25"/>
                    </a:lnTo>
                    <a:lnTo>
                      <a:pt x="3087" y="7"/>
                    </a:lnTo>
                    <a:lnTo>
                      <a:pt x="3092" y="0"/>
                    </a:lnTo>
                    <a:lnTo>
                      <a:pt x="3097" y="4"/>
                    </a:lnTo>
                    <a:lnTo>
                      <a:pt x="3103" y="19"/>
                    </a:lnTo>
                    <a:lnTo>
                      <a:pt x="3108" y="46"/>
                    </a:lnTo>
                    <a:lnTo>
                      <a:pt x="3114" y="83"/>
                    </a:lnTo>
                    <a:lnTo>
                      <a:pt x="3119" y="131"/>
                    </a:lnTo>
                    <a:lnTo>
                      <a:pt x="3124" y="190"/>
                    </a:lnTo>
                    <a:lnTo>
                      <a:pt x="3129" y="258"/>
                    </a:lnTo>
                    <a:lnTo>
                      <a:pt x="3135" y="336"/>
                    </a:lnTo>
                    <a:lnTo>
                      <a:pt x="3140" y="422"/>
                    </a:lnTo>
                    <a:lnTo>
                      <a:pt x="3145" y="518"/>
                    </a:lnTo>
                    <a:lnTo>
                      <a:pt x="3150" y="621"/>
                    </a:lnTo>
                    <a:lnTo>
                      <a:pt x="3156" y="732"/>
                    </a:lnTo>
                    <a:lnTo>
                      <a:pt x="3161" y="848"/>
                    </a:lnTo>
                    <a:lnTo>
                      <a:pt x="3167" y="971"/>
                    </a:lnTo>
                    <a:lnTo>
                      <a:pt x="3172" y="1099"/>
                    </a:lnTo>
                    <a:lnTo>
                      <a:pt x="3177" y="1230"/>
                    </a:lnTo>
                    <a:lnTo>
                      <a:pt x="3182" y="1366"/>
                    </a:lnTo>
                    <a:lnTo>
                      <a:pt x="3187" y="1503"/>
                    </a:lnTo>
                    <a:lnTo>
                      <a:pt x="3192" y="1642"/>
                    </a:lnTo>
                    <a:lnTo>
                      <a:pt x="3199" y="1783"/>
                    </a:lnTo>
                    <a:lnTo>
                      <a:pt x="3204" y="1922"/>
                    </a:lnTo>
                    <a:lnTo>
                      <a:pt x="3209" y="2060"/>
                    </a:lnTo>
                    <a:lnTo>
                      <a:pt x="3214" y="2197"/>
                    </a:lnTo>
                    <a:lnTo>
                      <a:pt x="3219" y="2331"/>
                    </a:lnTo>
                    <a:lnTo>
                      <a:pt x="3224" y="2461"/>
                    </a:lnTo>
                    <a:lnTo>
                      <a:pt x="3230" y="2586"/>
                    </a:lnTo>
                    <a:lnTo>
                      <a:pt x="3235" y="2706"/>
                    </a:lnTo>
                    <a:lnTo>
                      <a:pt x="3240" y="2820"/>
                    </a:lnTo>
                    <a:lnTo>
                      <a:pt x="3246" y="2927"/>
                    </a:lnTo>
                    <a:lnTo>
                      <a:pt x="3251" y="3026"/>
                    </a:lnTo>
                    <a:lnTo>
                      <a:pt x="3256" y="3118"/>
                    </a:lnTo>
                    <a:lnTo>
                      <a:pt x="3261" y="3200"/>
                    </a:lnTo>
                    <a:lnTo>
                      <a:pt x="3267" y="3274"/>
                    </a:lnTo>
                    <a:lnTo>
                      <a:pt x="3272" y="3337"/>
                    </a:lnTo>
                    <a:lnTo>
                      <a:pt x="3277" y="3390"/>
                    </a:lnTo>
                    <a:lnTo>
                      <a:pt x="3282" y="3433"/>
                    </a:lnTo>
                    <a:lnTo>
                      <a:pt x="3288" y="3465"/>
                    </a:lnTo>
                    <a:lnTo>
                      <a:pt x="3293" y="3487"/>
                    </a:lnTo>
                    <a:lnTo>
                      <a:pt x="3299" y="3496"/>
                    </a:lnTo>
                    <a:lnTo>
                      <a:pt x="3304" y="3495"/>
                    </a:lnTo>
                    <a:lnTo>
                      <a:pt x="3309" y="3482"/>
                    </a:lnTo>
                    <a:lnTo>
                      <a:pt x="3314" y="3459"/>
                    </a:lnTo>
                    <a:lnTo>
                      <a:pt x="3319" y="3425"/>
                    </a:lnTo>
                    <a:lnTo>
                      <a:pt x="3324" y="3380"/>
                    </a:lnTo>
                    <a:lnTo>
                      <a:pt x="3331" y="3324"/>
                    </a:lnTo>
                    <a:lnTo>
                      <a:pt x="3336" y="3258"/>
                    </a:lnTo>
                    <a:lnTo>
                      <a:pt x="3341" y="3183"/>
                    </a:lnTo>
                    <a:lnTo>
                      <a:pt x="3346" y="3099"/>
                    </a:lnTo>
                    <a:lnTo>
                      <a:pt x="3351" y="3006"/>
                    </a:lnTo>
                    <a:lnTo>
                      <a:pt x="3356" y="2904"/>
                    </a:lnTo>
                    <a:lnTo>
                      <a:pt x="3362" y="2795"/>
                    </a:lnTo>
                    <a:lnTo>
                      <a:pt x="3367" y="2680"/>
                    </a:lnTo>
                    <a:lnTo>
                      <a:pt x="3372" y="2559"/>
                    </a:lnTo>
                    <a:lnTo>
                      <a:pt x="3378" y="2432"/>
                    </a:lnTo>
                    <a:lnTo>
                      <a:pt x="3383" y="2302"/>
                    </a:lnTo>
                    <a:lnTo>
                      <a:pt x="3388" y="2167"/>
                    </a:lnTo>
                    <a:lnTo>
                      <a:pt x="3394" y="2030"/>
                    </a:lnTo>
                    <a:lnTo>
                      <a:pt x="3399" y="1891"/>
                    </a:lnTo>
                    <a:lnTo>
                      <a:pt x="3404" y="1752"/>
                    </a:lnTo>
                    <a:lnTo>
                      <a:pt x="3409" y="1611"/>
                    </a:lnTo>
                    <a:lnTo>
                      <a:pt x="3414" y="1473"/>
                    </a:lnTo>
                    <a:lnTo>
                      <a:pt x="3420" y="1336"/>
                    </a:lnTo>
                    <a:lnTo>
                      <a:pt x="3426" y="1202"/>
                    </a:lnTo>
                    <a:lnTo>
                      <a:pt x="3431" y="1070"/>
                    </a:lnTo>
                    <a:lnTo>
                      <a:pt x="3436" y="944"/>
                    </a:lnTo>
                    <a:lnTo>
                      <a:pt x="3441" y="822"/>
                    </a:lnTo>
                    <a:lnTo>
                      <a:pt x="3446" y="707"/>
                    </a:lnTo>
                    <a:lnTo>
                      <a:pt x="3451" y="597"/>
                    </a:lnTo>
                    <a:lnTo>
                      <a:pt x="3457" y="496"/>
                    </a:lnTo>
                    <a:lnTo>
                      <a:pt x="3463" y="403"/>
                    </a:lnTo>
                    <a:lnTo>
                      <a:pt x="3468" y="317"/>
                    </a:lnTo>
                    <a:lnTo>
                      <a:pt x="3473" y="241"/>
                    </a:lnTo>
                    <a:lnTo>
                      <a:pt x="3478" y="176"/>
                    </a:lnTo>
                    <a:lnTo>
                      <a:pt x="3483" y="119"/>
                    </a:lnTo>
                    <a:lnTo>
                      <a:pt x="3489" y="73"/>
                    </a:lnTo>
                    <a:lnTo>
                      <a:pt x="3494" y="39"/>
                    </a:lnTo>
                    <a:lnTo>
                      <a:pt x="3499" y="15"/>
                    </a:lnTo>
                    <a:lnTo>
                      <a:pt x="3505" y="2"/>
                    </a:lnTo>
                    <a:lnTo>
                      <a:pt x="3510" y="0"/>
                    </a:lnTo>
                    <a:lnTo>
                      <a:pt x="3515" y="10"/>
                    </a:lnTo>
                    <a:lnTo>
                      <a:pt x="3521" y="30"/>
                    </a:lnTo>
                    <a:lnTo>
                      <a:pt x="3526" y="62"/>
                    </a:lnTo>
                    <a:lnTo>
                      <a:pt x="3531" y="103"/>
                    </a:lnTo>
                    <a:lnTo>
                      <a:pt x="3536" y="156"/>
                    </a:lnTo>
                    <a:lnTo>
                      <a:pt x="3541" y="220"/>
                    </a:lnTo>
                    <a:lnTo>
                      <a:pt x="3546" y="292"/>
                    </a:lnTo>
                    <a:lnTo>
                      <a:pt x="3553" y="375"/>
                    </a:lnTo>
                    <a:lnTo>
                      <a:pt x="3558" y="466"/>
                    </a:lnTo>
                    <a:lnTo>
                      <a:pt x="3563" y="565"/>
                    </a:lnTo>
                    <a:lnTo>
                      <a:pt x="3568" y="671"/>
                    </a:lnTo>
                    <a:lnTo>
                      <a:pt x="3573" y="785"/>
                    </a:lnTo>
                    <a:lnTo>
                      <a:pt x="3578" y="905"/>
                    </a:lnTo>
                    <a:lnTo>
                      <a:pt x="3584" y="1030"/>
                    </a:lnTo>
                    <a:lnTo>
                      <a:pt x="3589" y="1159"/>
                    </a:lnTo>
                    <a:lnTo>
                      <a:pt x="3595" y="1293"/>
                    </a:lnTo>
                    <a:lnTo>
                      <a:pt x="3600" y="1430"/>
                    </a:lnTo>
                    <a:lnTo>
                      <a:pt x="3605" y="1568"/>
                    </a:lnTo>
                    <a:lnTo>
                      <a:pt x="3610" y="1707"/>
                    </a:lnTo>
                    <a:lnTo>
                      <a:pt x="3616" y="1847"/>
                    </a:lnTo>
                    <a:lnTo>
                      <a:pt x="3621" y="1987"/>
                    </a:lnTo>
                    <a:lnTo>
                      <a:pt x="3626" y="2124"/>
                    </a:lnTo>
                    <a:lnTo>
                      <a:pt x="3631" y="2260"/>
                    </a:lnTo>
                    <a:lnTo>
                      <a:pt x="3637" y="2391"/>
                    </a:lnTo>
                    <a:lnTo>
                      <a:pt x="3642" y="2519"/>
                    </a:lnTo>
                    <a:lnTo>
                      <a:pt x="3647" y="2642"/>
                    </a:lnTo>
                    <a:lnTo>
                      <a:pt x="3653" y="2759"/>
                    </a:lnTo>
                    <a:lnTo>
                      <a:pt x="3658" y="2870"/>
                    </a:lnTo>
                    <a:lnTo>
                      <a:pt x="3663" y="2973"/>
                    </a:lnTo>
                    <a:lnTo>
                      <a:pt x="3668" y="3070"/>
                    </a:lnTo>
                    <a:lnTo>
                      <a:pt x="3673" y="3156"/>
                    </a:lnTo>
                    <a:lnTo>
                      <a:pt x="3678" y="3236"/>
                    </a:lnTo>
                    <a:lnTo>
                      <a:pt x="3685" y="3304"/>
                    </a:lnTo>
                    <a:lnTo>
                      <a:pt x="3690" y="3362"/>
                    </a:lnTo>
                    <a:lnTo>
                      <a:pt x="3695" y="3412"/>
                    </a:lnTo>
                  </a:path>
                </a:pathLst>
              </a:custGeom>
              <a:noFill/>
              <a:ln w="28575" cap="flat" cmpd="sng">
                <a:solidFill>
                  <a:srgbClr val="FF0000">
                    <a:alpha val="100000"/>
                  </a:srgbClr>
                </a:solidFill>
                <a:prstDash val="solid"/>
                <a:round/>
                <a:headEnd type="none" w="med" len="med"/>
                <a:tailEnd type="none" w="med" len="med"/>
              </a:ln>
            </p:spPr>
            <p:txBody>
              <a:bodyPr/>
              <a:p>
                <a:endParaRPr lang="zh-CN" altLang="en-US"/>
              </a:p>
            </p:txBody>
          </p:sp>
          <p:sp>
            <p:nvSpPr>
              <p:cNvPr id="100280" name="Rectangle 199"/>
              <p:cNvSpPr/>
              <p:nvPr/>
            </p:nvSpPr>
            <p:spPr>
              <a:xfrm rot="-5400000">
                <a:off x="2788" y="2617"/>
                <a:ext cx="11" cy="34"/>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100281" name="Rectangle 200"/>
              <p:cNvSpPr/>
              <p:nvPr/>
            </p:nvSpPr>
            <p:spPr>
              <a:xfrm>
                <a:off x="1452" y="2227"/>
                <a:ext cx="8" cy="48"/>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100217" name="Text Box 580"/>
            <p:cNvSpPr txBox="1"/>
            <p:nvPr/>
          </p:nvSpPr>
          <p:spPr>
            <a:xfrm>
              <a:off x="96" y="1056"/>
              <a:ext cx="372" cy="232"/>
            </a:xfrm>
            <a:prstGeom prst="rect">
              <a:avLst/>
            </a:prstGeom>
            <a:noFill/>
            <a:ln w="9525">
              <a:noFill/>
            </a:ln>
          </p:spPr>
          <p:txBody>
            <a:bodyPr wrap="none">
              <a:spAutoFit/>
            </a:bodyPr>
            <a:p>
              <a:r>
                <a:rPr lang="en-US" altLang="zh-CN" dirty="0">
                  <a:latin typeface="Times New Roman" panose="02020603050405020304" pitchFamily="18" charset="0"/>
                </a:rPr>
                <a:t>N=2</a:t>
              </a:r>
              <a:endParaRPr lang="en-US" altLang="zh-CN" dirty="0">
                <a:latin typeface="Times New Roman" panose="02020603050405020304" pitchFamily="18" charset="0"/>
              </a:endParaRPr>
            </a:p>
          </p:txBody>
        </p:sp>
      </p:grpSp>
      <p:grpSp>
        <p:nvGrpSpPr>
          <p:cNvPr id="93767" name="Group 583"/>
          <p:cNvGrpSpPr/>
          <p:nvPr/>
        </p:nvGrpSpPr>
        <p:grpSpPr>
          <a:xfrm>
            <a:off x="1660525" y="2511425"/>
            <a:ext cx="4541838" cy="857250"/>
            <a:chOff x="86" y="1582"/>
            <a:chExt cx="2861" cy="540"/>
          </a:xfrm>
        </p:grpSpPr>
        <p:grpSp>
          <p:nvGrpSpPr>
            <p:cNvPr id="100148" name="Group 269"/>
            <p:cNvGrpSpPr/>
            <p:nvPr/>
          </p:nvGrpSpPr>
          <p:grpSpPr>
            <a:xfrm>
              <a:off x="121" y="1582"/>
              <a:ext cx="2826" cy="540"/>
              <a:chOff x="356" y="2611"/>
              <a:chExt cx="2324" cy="721"/>
            </a:xfrm>
          </p:grpSpPr>
          <p:sp>
            <p:nvSpPr>
              <p:cNvPr id="100150" name="Line 203"/>
              <p:cNvSpPr/>
              <p:nvPr/>
            </p:nvSpPr>
            <p:spPr>
              <a:xfrm>
                <a:off x="356" y="3331"/>
                <a:ext cx="1" cy="1"/>
              </a:xfrm>
              <a:prstGeom prst="line">
                <a:avLst/>
              </a:prstGeom>
              <a:ln w="9525" cap="flat" cmpd="sng">
                <a:solidFill>
                  <a:srgbClr val="000000"/>
                </a:solidFill>
                <a:prstDash val="solid"/>
                <a:headEnd type="none" w="med" len="med"/>
                <a:tailEnd type="none" w="med" len="med"/>
              </a:ln>
            </p:spPr>
          </p:sp>
          <p:sp>
            <p:nvSpPr>
              <p:cNvPr id="100151" name="Line 204"/>
              <p:cNvSpPr/>
              <p:nvPr/>
            </p:nvSpPr>
            <p:spPr>
              <a:xfrm>
                <a:off x="477" y="3331"/>
                <a:ext cx="1" cy="1"/>
              </a:xfrm>
              <a:prstGeom prst="line">
                <a:avLst/>
              </a:prstGeom>
              <a:ln w="9525" cap="flat" cmpd="sng">
                <a:solidFill>
                  <a:srgbClr val="000000"/>
                </a:solidFill>
                <a:prstDash val="solid"/>
                <a:headEnd type="none" w="med" len="med"/>
                <a:tailEnd type="none" w="med" len="med"/>
              </a:ln>
            </p:spPr>
          </p:sp>
          <p:sp>
            <p:nvSpPr>
              <p:cNvPr id="100152" name="Line 205"/>
              <p:cNvSpPr/>
              <p:nvPr/>
            </p:nvSpPr>
            <p:spPr>
              <a:xfrm>
                <a:off x="598" y="3331"/>
                <a:ext cx="1" cy="1"/>
              </a:xfrm>
              <a:prstGeom prst="line">
                <a:avLst/>
              </a:prstGeom>
              <a:ln w="9525" cap="flat" cmpd="sng">
                <a:solidFill>
                  <a:srgbClr val="000000"/>
                </a:solidFill>
                <a:prstDash val="solid"/>
                <a:headEnd type="none" w="med" len="med"/>
                <a:tailEnd type="none" w="med" len="med"/>
              </a:ln>
            </p:spPr>
          </p:sp>
          <p:sp>
            <p:nvSpPr>
              <p:cNvPr id="100153" name="Line 206"/>
              <p:cNvSpPr/>
              <p:nvPr/>
            </p:nvSpPr>
            <p:spPr>
              <a:xfrm>
                <a:off x="720" y="3331"/>
                <a:ext cx="1" cy="1"/>
              </a:xfrm>
              <a:prstGeom prst="line">
                <a:avLst/>
              </a:prstGeom>
              <a:ln w="9525" cap="flat" cmpd="sng">
                <a:solidFill>
                  <a:srgbClr val="000000"/>
                </a:solidFill>
                <a:prstDash val="solid"/>
                <a:headEnd type="none" w="med" len="med"/>
                <a:tailEnd type="none" w="med" len="med"/>
              </a:ln>
            </p:spPr>
          </p:sp>
          <p:sp>
            <p:nvSpPr>
              <p:cNvPr id="100154" name="Line 207"/>
              <p:cNvSpPr/>
              <p:nvPr/>
            </p:nvSpPr>
            <p:spPr>
              <a:xfrm>
                <a:off x="841" y="3331"/>
                <a:ext cx="1" cy="1"/>
              </a:xfrm>
              <a:prstGeom prst="line">
                <a:avLst/>
              </a:prstGeom>
              <a:ln w="9525" cap="flat" cmpd="sng">
                <a:solidFill>
                  <a:srgbClr val="000000"/>
                </a:solidFill>
                <a:prstDash val="solid"/>
                <a:headEnd type="none" w="med" len="med"/>
                <a:tailEnd type="none" w="med" len="med"/>
              </a:ln>
            </p:spPr>
          </p:sp>
          <p:sp>
            <p:nvSpPr>
              <p:cNvPr id="100155" name="Line 208"/>
              <p:cNvSpPr/>
              <p:nvPr/>
            </p:nvSpPr>
            <p:spPr>
              <a:xfrm>
                <a:off x="962" y="3331"/>
                <a:ext cx="1" cy="1"/>
              </a:xfrm>
              <a:prstGeom prst="line">
                <a:avLst/>
              </a:prstGeom>
              <a:ln w="9525" cap="flat" cmpd="sng">
                <a:solidFill>
                  <a:srgbClr val="000000"/>
                </a:solidFill>
                <a:prstDash val="solid"/>
                <a:headEnd type="none" w="med" len="med"/>
                <a:tailEnd type="none" w="med" len="med"/>
              </a:ln>
            </p:spPr>
          </p:sp>
          <p:sp>
            <p:nvSpPr>
              <p:cNvPr id="100156" name="Line 209"/>
              <p:cNvSpPr/>
              <p:nvPr/>
            </p:nvSpPr>
            <p:spPr>
              <a:xfrm>
                <a:off x="1084" y="3331"/>
                <a:ext cx="1" cy="1"/>
              </a:xfrm>
              <a:prstGeom prst="line">
                <a:avLst/>
              </a:prstGeom>
              <a:ln w="9525" cap="flat" cmpd="sng">
                <a:solidFill>
                  <a:srgbClr val="000000"/>
                </a:solidFill>
                <a:prstDash val="solid"/>
                <a:headEnd type="none" w="med" len="med"/>
                <a:tailEnd type="none" w="med" len="med"/>
              </a:ln>
            </p:spPr>
          </p:sp>
          <p:sp>
            <p:nvSpPr>
              <p:cNvPr id="100157" name="Line 210"/>
              <p:cNvSpPr/>
              <p:nvPr/>
            </p:nvSpPr>
            <p:spPr>
              <a:xfrm>
                <a:off x="1205" y="3331"/>
                <a:ext cx="1" cy="1"/>
              </a:xfrm>
              <a:prstGeom prst="line">
                <a:avLst/>
              </a:prstGeom>
              <a:ln w="9525" cap="flat" cmpd="sng">
                <a:solidFill>
                  <a:srgbClr val="000000"/>
                </a:solidFill>
                <a:prstDash val="solid"/>
                <a:headEnd type="none" w="med" len="med"/>
                <a:tailEnd type="none" w="med" len="med"/>
              </a:ln>
            </p:spPr>
          </p:sp>
          <p:sp>
            <p:nvSpPr>
              <p:cNvPr id="100158" name="Line 211"/>
              <p:cNvSpPr/>
              <p:nvPr/>
            </p:nvSpPr>
            <p:spPr>
              <a:xfrm>
                <a:off x="1326" y="3331"/>
                <a:ext cx="1" cy="1"/>
              </a:xfrm>
              <a:prstGeom prst="line">
                <a:avLst/>
              </a:prstGeom>
              <a:ln w="9525" cap="flat" cmpd="sng">
                <a:solidFill>
                  <a:srgbClr val="000000"/>
                </a:solidFill>
                <a:prstDash val="solid"/>
                <a:headEnd type="none" w="med" len="med"/>
                <a:tailEnd type="none" w="med" len="med"/>
              </a:ln>
            </p:spPr>
          </p:sp>
          <p:sp>
            <p:nvSpPr>
              <p:cNvPr id="100159" name="Line 212"/>
              <p:cNvSpPr/>
              <p:nvPr/>
            </p:nvSpPr>
            <p:spPr>
              <a:xfrm>
                <a:off x="1448" y="3331"/>
                <a:ext cx="1" cy="1"/>
              </a:xfrm>
              <a:prstGeom prst="line">
                <a:avLst/>
              </a:prstGeom>
              <a:ln w="9525" cap="flat" cmpd="sng">
                <a:solidFill>
                  <a:srgbClr val="000000"/>
                </a:solidFill>
                <a:prstDash val="solid"/>
                <a:headEnd type="none" w="med" len="med"/>
                <a:tailEnd type="none" w="med" len="med"/>
              </a:ln>
            </p:spPr>
          </p:sp>
          <p:sp>
            <p:nvSpPr>
              <p:cNvPr id="100160" name="Line 213"/>
              <p:cNvSpPr/>
              <p:nvPr/>
            </p:nvSpPr>
            <p:spPr>
              <a:xfrm>
                <a:off x="1569" y="3331"/>
                <a:ext cx="1" cy="1"/>
              </a:xfrm>
              <a:prstGeom prst="line">
                <a:avLst/>
              </a:prstGeom>
              <a:ln w="9525" cap="flat" cmpd="sng">
                <a:solidFill>
                  <a:srgbClr val="000000"/>
                </a:solidFill>
                <a:prstDash val="solid"/>
                <a:headEnd type="none" w="med" len="med"/>
                <a:tailEnd type="none" w="med" len="med"/>
              </a:ln>
            </p:spPr>
          </p:sp>
          <p:sp>
            <p:nvSpPr>
              <p:cNvPr id="100161" name="Line 214"/>
              <p:cNvSpPr/>
              <p:nvPr/>
            </p:nvSpPr>
            <p:spPr>
              <a:xfrm>
                <a:off x="1690" y="3331"/>
                <a:ext cx="1" cy="1"/>
              </a:xfrm>
              <a:prstGeom prst="line">
                <a:avLst/>
              </a:prstGeom>
              <a:ln w="9525" cap="flat" cmpd="sng">
                <a:solidFill>
                  <a:srgbClr val="000000"/>
                </a:solidFill>
                <a:prstDash val="solid"/>
                <a:headEnd type="none" w="med" len="med"/>
                <a:tailEnd type="none" w="med" len="med"/>
              </a:ln>
            </p:spPr>
          </p:sp>
          <p:sp>
            <p:nvSpPr>
              <p:cNvPr id="100162" name="Line 215"/>
              <p:cNvSpPr/>
              <p:nvPr/>
            </p:nvSpPr>
            <p:spPr>
              <a:xfrm>
                <a:off x="1812" y="3331"/>
                <a:ext cx="1" cy="1"/>
              </a:xfrm>
              <a:prstGeom prst="line">
                <a:avLst/>
              </a:prstGeom>
              <a:ln w="9525" cap="flat" cmpd="sng">
                <a:solidFill>
                  <a:srgbClr val="000000"/>
                </a:solidFill>
                <a:prstDash val="solid"/>
                <a:headEnd type="none" w="med" len="med"/>
                <a:tailEnd type="none" w="med" len="med"/>
              </a:ln>
            </p:spPr>
          </p:sp>
          <p:sp>
            <p:nvSpPr>
              <p:cNvPr id="100163" name="Line 216"/>
              <p:cNvSpPr/>
              <p:nvPr/>
            </p:nvSpPr>
            <p:spPr>
              <a:xfrm>
                <a:off x="1933" y="3331"/>
                <a:ext cx="1" cy="1"/>
              </a:xfrm>
              <a:prstGeom prst="line">
                <a:avLst/>
              </a:prstGeom>
              <a:ln w="9525" cap="flat" cmpd="sng">
                <a:solidFill>
                  <a:srgbClr val="000000"/>
                </a:solidFill>
                <a:prstDash val="solid"/>
                <a:headEnd type="none" w="med" len="med"/>
                <a:tailEnd type="none" w="med" len="med"/>
              </a:ln>
            </p:spPr>
          </p:sp>
          <p:sp>
            <p:nvSpPr>
              <p:cNvPr id="100164" name="Line 217"/>
              <p:cNvSpPr/>
              <p:nvPr/>
            </p:nvSpPr>
            <p:spPr>
              <a:xfrm>
                <a:off x="2054" y="3331"/>
                <a:ext cx="1" cy="1"/>
              </a:xfrm>
              <a:prstGeom prst="line">
                <a:avLst/>
              </a:prstGeom>
              <a:ln w="9525" cap="flat" cmpd="sng">
                <a:solidFill>
                  <a:srgbClr val="000000"/>
                </a:solidFill>
                <a:prstDash val="solid"/>
                <a:headEnd type="none" w="med" len="med"/>
                <a:tailEnd type="none" w="med" len="med"/>
              </a:ln>
            </p:spPr>
          </p:sp>
          <p:sp>
            <p:nvSpPr>
              <p:cNvPr id="100165" name="Line 218"/>
              <p:cNvSpPr/>
              <p:nvPr/>
            </p:nvSpPr>
            <p:spPr>
              <a:xfrm>
                <a:off x="2175" y="3331"/>
                <a:ext cx="1" cy="1"/>
              </a:xfrm>
              <a:prstGeom prst="line">
                <a:avLst/>
              </a:prstGeom>
              <a:ln w="9525" cap="flat" cmpd="sng">
                <a:solidFill>
                  <a:srgbClr val="000000"/>
                </a:solidFill>
                <a:prstDash val="solid"/>
                <a:headEnd type="none" w="med" len="med"/>
                <a:tailEnd type="none" w="med" len="med"/>
              </a:ln>
            </p:spPr>
          </p:sp>
          <p:sp>
            <p:nvSpPr>
              <p:cNvPr id="100166" name="Line 219"/>
              <p:cNvSpPr/>
              <p:nvPr/>
            </p:nvSpPr>
            <p:spPr>
              <a:xfrm>
                <a:off x="2297" y="3331"/>
                <a:ext cx="1" cy="1"/>
              </a:xfrm>
              <a:prstGeom prst="line">
                <a:avLst/>
              </a:prstGeom>
              <a:ln w="9525" cap="flat" cmpd="sng">
                <a:solidFill>
                  <a:srgbClr val="000000"/>
                </a:solidFill>
                <a:prstDash val="solid"/>
                <a:headEnd type="none" w="med" len="med"/>
                <a:tailEnd type="none" w="med" len="med"/>
              </a:ln>
            </p:spPr>
          </p:sp>
          <p:sp>
            <p:nvSpPr>
              <p:cNvPr id="100167" name="Line 220"/>
              <p:cNvSpPr/>
              <p:nvPr/>
            </p:nvSpPr>
            <p:spPr>
              <a:xfrm>
                <a:off x="2418" y="3331"/>
                <a:ext cx="1" cy="1"/>
              </a:xfrm>
              <a:prstGeom prst="line">
                <a:avLst/>
              </a:prstGeom>
              <a:ln w="9525" cap="flat" cmpd="sng">
                <a:solidFill>
                  <a:srgbClr val="000000"/>
                </a:solidFill>
                <a:prstDash val="solid"/>
                <a:headEnd type="none" w="med" len="med"/>
                <a:tailEnd type="none" w="med" len="med"/>
              </a:ln>
            </p:spPr>
          </p:sp>
          <p:sp>
            <p:nvSpPr>
              <p:cNvPr id="100168" name="Line 221"/>
              <p:cNvSpPr/>
              <p:nvPr/>
            </p:nvSpPr>
            <p:spPr>
              <a:xfrm>
                <a:off x="2539" y="3331"/>
                <a:ext cx="1" cy="1"/>
              </a:xfrm>
              <a:prstGeom prst="line">
                <a:avLst/>
              </a:prstGeom>
              <a:ln w="9525" cap="flat" cmpd="sng">
                <a:solidFill>
                  <a:srgbClr val="000000"/>
                </a:solidFill>
                <a:prstDash val="solid"/>
                <a:headEnd type="none" w="med" len="med"/>
                <a:tailEnd type="none" w="med" len="med"/>
              </a:ln>
            </p:spPr>
          </p:sp>
          <p:sp>
            <p:nvSpPr>
              <p:cNvPr id="100169" name="Line 222"/>
              <p:cNvSpPr/>
              <p:nvPr/>
            </p:nvSpPr>
            <p:spPr>
              <a:xfrm>
                <a:off x="356" y="3331"/>
                <a:ext cx="2183" cy="1"/>
              </a:xfrm>
              <a:prstGeom prst="line">
                <a:avLst/>
              </a:prstGeom>
              <a:ln w="9525" cap="flat" cmpd="sng">
                <a:solidFill>
                  <a:srgbClr val="000000"/>
                </a:solidFill>
                <a:prstDash val="solid"/>
                <a:headEnd type="none" w="med" len="med"/>
                <a:tailEnd type="none" w="med" len="med"/>
              </a:ln>
            </p:spPr>
          </p:sp>
          <p:sp>
            <p:nvSpPr>
              <p:cNvPr id="100170" name="Line 223"/>
              <p:cNvSpPr/>
              <p:nvPr/>
            </p:nvSpPr>
            <p:spPr>
              <a:xfrm>
                <a:off x="356" y="3331"/>
                <a:ext cx="1" cy="1"/>
              </a:xfrm>
              <a:prstGeom prst="line">
                <a:avLst/>
              </a:prstGeom>
              <a:ln w="9525" cap="flat" cmpd="sng">
                <a:solidFill>
                  <a:srgbClr val="000000"/>
                </a:solidFill>
                <a:prstDash val="solid"/>
                <a:headEnd type="none" w="med" len="med"/>
                <a:tailEnd type="none" w="med" len="med"/>
              </a:ln>
            </p:spPr>
          </p:sp>
          <p:sp>
            <p:nvSpPr>
              <p:cNvPr id="100171" name="Line 224"/>
              <p:cNvSpPr/>
              <p:nvPr/>
            </p:nvSpPr>
            <p:spPr>
              <a:xfrm>
                <a:off x="356" y="3265"/>
                <a:ext cx="1" cy="1"/>
              </a:xfrm>
              <a:prstGeom prst="line">
                <a:avLst/>
              </a:prstGeom>
              <a:ln w="9525" cap="flat" cmpd="sng">
                <a:solidFill>
                  <a:srgbClr val="000000"/>
                </a:solidFill>
                <a:prstDash val="solid"/>
                <a:headEnd type="none" w="med" len="med"/>
                <a:tailEnd type="none" w="med" len="med"/>
              </a:ln>
            </p:spPr>
          </p:sp>
          <p:sp>
            <p:nvSpPr>
              <p:cNvPr id="100172" name="Line 225"/>
              <p:cNvSpPr/>
              <p:nvPr/>
            </p:nvSpPr>
            <p:spPr>
              <a:xfrm>
                <a:off x="356" y="3200"/>
                <a:ext cx="1" cy="1"/>
              </a:xfrm>
              <a:prstGeom prst="line">
                <a:avLst/>
              </a:prstGeom>
              <a:ln w="9525" cap="flat" cmpd="sng">
                <a:solidFill>
                  <a:srgbClr val="000000"/>
                </a:solidFill>
                <a:prstDash val="solid"/>
                <a:headEnd type="none" w="med" len="med"/>
                <a:tailEnd type="none" w="med" len="med"/>
              </a:ln>
            </p:spPr>
          </p:sp>
          <p:sp>
            <p:nvSpPr>
              <p:cNvPr id="100173" name="Line 226"/>
              <p:cNvSpPr/>
              <p:nvPr/>
            </p:nvSpPr>
            <p:spPr>
              <a:xfrm>
                <a:off x="356" y="3134"/>
                <a:ext cx="1" cy="1"/>
              </a:xfrm>
              <a:prstGeom prst="line">
                <a:avLst/>
              </a:prstGeom>
              <a:ln w="9525" cap="flat" cmpd="sng">
                <a:solidFill>
                  <a:srgbClr val="000000"/>
                </a:solidFill>
                <a:prstDash val="solid"/>
                <a:headEnd type="none" w="med" len="med"/>
                <a:tailEnd type="none" w="med" len="med"/>
              </a:ln>
            </p:spPr>
          </p:sp>
          <p:sp>
            <p:nvSpPr>
              <p:cNvPr id="100174" name="Line 227"/>
              <p:cNvSpPr/>
              <p:nvPr/>
            </p:nvSpPr>
            <p:spPr>
              <a:xfrm>
                <a:off x="356" y="3069"/>
                <a:ext cx="1" cy="1"/>
              </a:xfrm>
              <a:prstGeom prst="line">
                <a:avLst/>
              </a:prstGeom>
              <a:ln w="9525" cap="flat" cmpd="sng">
                <a:solidFill>
                  <a:srgbClr val="000000"/>
                </a:solidFill>
                <a:prstDash val="solid"/>
                <a:headEnd type="none" w="med" len="med"/>
                <a:tailEnd type="none" w="med" len="med"/>
              </a:ln>
            </p:spPr>
          </p:sp>
          <p:sp>
            <p:nvSpPr>
              <p:cNvPr id="100175" name="Line 228"/>
              <p:cNvSpPr/>
              <p:nvPr/>
            </p:nvSpPr>
            <p:spPr>
              <a:xfrm>
                <a:off x="356" y="3003"/>
                <a:ext cx="1" cy="1"/>
              </a:xfrm>
              <a:prstGeom prst="line">
                <a:avLst/>
              </a:prstGeom>
              <a:ln w="9525" cap="flat" cmpd="sng">
                <a:solidFill>
                  <a:srgbClr val="000000"/>
                </a:solidFill>
                <a:prstDash val="solid"/>
                <a:headEnd type="none" w="med" len="med"/>
                <a:tailEnd type="none" w="med" len="med"/>
              </a:ln>
            </p:spPr>
          </p:sp>
          <p:sp>
            <p:nvSpPr>
              <p:cNvPr id="100176" name="Line 229"/>
              <p:cNvSpPr/>
              <p:nvPr/>
            </p:nvSpPr>
            <p:spPr>
              <a:xfrm>
                <a:off x="356" y="2937"/>
                <a:ext cx="1" cy="1"/>
              </a:xfrm>
              <a:prstGeom prst="line">
                <a:avLst/>
              </a:prstGeom>
              <a:ln w="9525" cap="flat" cmpd="sng">
                <a:solidFill>
                  <a:srgbClr val="000000"/>
                </a:solidFill>
                <a:prstDash val="solid"/>
                <a:headEnd type="none" w="med" len="med"/>
                <a:tailEnd type="none" w="med" len="med"/>
              </a:ln>
            </p:spPr>
          </p:sp>
          <p:sp>
            <p:nvSpPr>
              <p:cNvPr id="100177" name="Line 230"/>
              <p:cNvSpPr/>
              <p:nvPr/>
            </p:nvSpPr>
            <p:spPr>
              <a:xfrm>
                <a:off x="356" y="2872"/>
                <a:ext cx="1" cy="1"/>
              </a:xfrm>
              <a:prstGeom prst="line">
                <a:avLst/>
              </a:prstGeom>
              <a:ln w="9525" cap="flat" cmpd="sng">
                <a:solidFill>
                  <a:srgbClr val="000000"/>
                </a:solidFill>
                <a:prstDash val="solid"/>
                <a:headEnd type="none" w="med" len="med"/>
                <a:tailEnd type="none" w="med" len="med"/>
              </a:ln>
            </p:spPr>
          </p:sp>
          <p:sp>
            <p:nvSpPr>
              <p:cNvPr id="100178" name="Line 231"/>
              <p:cNvSpPr/>
              <p:nvPr/>
            </p:nvSpPr>
            <p:spPr>
              <a:xfrm>
                <a:off x="356" y="2806"/>
                <a:ext cx="1" cy="1"/>
              </a:xfrm>
              <a:prstGeom prst="line">
                <a:avLst/>
              </a:prstGeom>
              <a:ln w="9525" cap="flat" cmpd="sng">
                <a:solidFill>
                  <a:srgbClr val="000000"/>
                </a:solidFill>
                <a:prstDash val="solid"/>
                <a:headEnd type="none" w="med" len="med"/>
                <a:tailEnd type="none" w="med" len="med"/>
              </a:ln>
            </p:spPr>
          </p:sp>
          <p:sp>
            <p:nvSpPr>
              <p:cNvPr id="100179" name="Line 232"/>
              <p:cNvSpPr/>
              <p:nvPr/>
            </p:nvSpPr>
            <p:spPr>
              <a:xfrm>
                <a:off x="356" y="2741"/>
                <a:ext cx="1" cy="1"/>
              </a:xfrm>
              <a:prstGeom prst="line">
                <a:avLst/>
              </a:prstGeom>
              <a:ln w="9525" cap="flat" cmpd="sng">
                <a:solidFill>
                  <a:srgbClr val="000000"/>
                </a:solidFill>
                <a:prstDash val="solid"/>
                <a:headEnd type="none" w="med" len="med"/>
                <a:tailEnd type="none" w="med" len="med"/>
              </a:ln>
            </p:spPr>
          </p:sp>
          <p:sp>
            <p:nvSpPr>
              <p:cNvPr id="100180" name="Line 233"/>
              <p:cNvSpPr/>
              <p:nvPr/>
            </p:nvSpPr>
            <p:spPr>
              <a:xfrm>
                <a:off x="356" y="2675"/>
                <a:ext cx="1" cy="1"/>
              </a:xfrm>
              <a:prstGeom prst="line">
                <a:avLst/>
              </a:prstGeom>
              <a:ln w="9525" cap="flat" cmpd="sng">
                <a:solidFill>
                  <a:srgbClr val="000000"/>
                </a:solidFill>
                <a:prstDash val="solid"/>
                <a:headEnd type="none" w="med" len="med"/>
                <a:tailEnd type="none" w="med" len="med"/>
              </a:ln>
            </p:spPr>
          </p:sp>
          <p:sp>
            <p:nvSpPr>
              <p:cNvPr id="100181" name="Freeform 234"/>
              <p:cNvSpPr/>
              <p:nvPr/>
            </p:nvSpPr>
            <p:spPr>
              <a:xfrm>
                <a:off x="356" y="2675"/>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100182" name="Line 235"/>
              <p:cNvSpPr/>
              <p:nvPr/>
            </p:nvSpPr>
            <p:spPr>
              <a:xfrm>
                <a:off x="477" y="2675"/>
                <a:ext cx="1" cy="1"/>
              </a:xfrm>
              <a:prstGeom prst="line">
                <a:avLst/>
              </a:prstGeom>
              <a:ln w="9525" cap="flat" cmpd="sng">
                <a:solidFill>
                  <a:srgbClr val="000000"/>
                </a:solidFill>
                <a:prstDash val="solid"/>
                <a:headEnd type="none" w="med" len="med"/>
                <a:tailEnd type="none" w="med" len="med"/>
              </a:ln>
            </p:spPr>
          </p:sp>
          <p:sp>
            <p:nvSpPr>
              <p:cNvPr id="100183" name="Line 236"/>
              <p:cNvSpPr/>
              <p:nvPr/>
            </p:nvSpPr>
            <p:spPr>
              <a:xfrm>
                <a:off x="598" y="2675"/>
                <a:ext cx="1" cy="1"/>
              </a:xfrm>
              <a:prstGeom prst="line">
                <a:avLst/>
              </a:prstGeom>
              <a:ln w="9525" cap="flat" cmpd="sng">
                <a:solidFill>
                  <a:srgbClr val="000000"/>
                </a:solidFill>
                <a:prstDash val="solid"/>
                <a:headEnd type="none" w="med" len="med"/>
                <a:tailEnd type="none" w="med" len="med"/>
              </a:ln>
            </p:spPr>
          </p:sp>
          <p:sp>
            <p:nvSpPr>
              <p:cNvPr id="100184" name="Line 237"/>
              <p:cNvSpPr/>
              <p:nvPr/>
            </p:nvSpPr>
            <p:spPr>
              <a:xfrm>
                <a:off x="720" y="2675"/>
                <a:ext cx="1" cy="1"/>
              </a:xfrm>
              <a:prstGeom prst="line">
                <a:avLst/>
              </a:prstGeom>
              <a:ln w="9525" cap="flat" cmpd="sng">
                <a:solidFill>
                  <a:srgbClr val="000000"/>
                </a:solidFill>
                <a:prstDash val="solid"/>
                <a:headEnd type="none" w="med" len="med"/>
                <a:tailEnd type="none" w="med" len="med"/>
              </a:ln>
            </p:spPr>
          </p:sp>
          <p:sp>
            <p:nvSpPr>
              <p:cNvPr id="100185" name="Line 238"/>
              <p:cNvSpPr/>
              <p:nvPr/>
            </p:nvSpPr>
            <p:spPr>
              <a:xfrm>
                <a:off x="841" y="2675"/>
                <a:ext cx="1" cy="1"/>
              </a:xfrm>
              <a:prstGeom prst="line">
                <a:avLst/>
              </a:prstGeom>
              <a:ln w="9525" cap="flat" cmpd="sng">
                <a:solidFill>
                  <a:srgbClr val="000000"/>
                </a:solidFill>
                <a:prstDash val="solid"/>
                <a:headEnd type="none" w="med" len="med"/>
                <a:tailEnd type="none" w="med" len="med"/>
              </a:ln>
            </p:spPr>
          </p:sp>
          <p:sp>
            <p:nvSpPr>
              <p:cNvPr id="100186" name="Line 239"/>
              <p:cNvSpPr/>
              <p:nvPr/>
            </p:nvSpPr>
            <p:spPr>
              <a:xfrm>
                <a:off x="962" y="2675"/>
                <a:ext cx="1" cy="1"/>
              </a:xfrm>
              <a:prstGeom prst="line">
                <a:avLst/>
              </a:prstGeom>
              <a:ln w="9525" cap="flat" cmpd="sng">
                <a:solidFill>
                  <a:srgbClr val="000000"/>
                </a:solidFill>
                <a:prstDash val="solid"/>
                <a:headEnd type="none" w="med" len="med"/>
                <a:tailEnd type="none" w="med" len="med"/>
              </a:ln>
            </p:spPr>
          </p:sp>
          <p:sp>
            <p:nvSpPr>
              <p:cNvPr id="100187" name="Line 240"/>
              <p:cNvSpPr/>
              <p:nvPr/>
            </p:nvSpPr>
            <p:spPr>
              <a:xfrm>
                <a:off x="1084" y="2675"/>
                <a:ext cx="1" cy="1"/>
              </a:xfrm>
              <a:prstGeom prst="line">
                <a:avLst/>
              </a:prstGeom>
              <a:ln w="9525" cap="flat" cmpd="sng">
                <a:solidFill>
                  <a:srgbClr val="000000"/>
                </a:solidFill>
                <a:prstDash val="solid"/>
                <a:headEnd type="none" w="med" len="med"/>
                <a:tailEnd type="none" w="med" len="med"/>
              </a:ln>
            </p:spPr>
          </p:sp>
          <p:sp>
            <p:nvSpPr>
              <p:cNvPr id="100188" name="Line 241"/>
              <p:cNvSpPr/>
              <p:nvPr/>
            </p:nvSpPr>
            <p:spPr>
              <a:xfrm>
                <a:off x="1205" y="2675"/>
                <a:ext cx="1" cy="1"/>
              </a:xfrm>
              <a:prstGeom prst="line">
                <a:avLst/>
              </a:prstGeom>
              <a:ln w="9525" cap="flat" cmpd="sng">
                <a:solidFill>
                  <a:srgbClr val="000000"/>
                </a:solidFill>
                <a:prstDash val="solid"/>
                <a:headEnd type="none" w="med" len="med"/>
                <a:tailEnd type="none" w="med" len="med"/>
              </a:ln>
            </p:spPr>
          </p:sp>
          <p:sp>
            <p:nvSpPr>
              <p:cNvPr id="100189" name="Line 242"/>
              <p:cNvSpPr/>
              <p:nvPr/>
            </p:nvSpPr>
            <p:spPr>
              <a:xfrm>
                <a:off x="1326" y="2675"/>
                <a:ext cx="1" cy="1"/>
              </a:xfrm>
              <a:prstGeom prst="line">
                <a:avLst/>
              </a:prstGeom>
              <a:ln w="9525" cap="flat" cmpd="sng">
                <a:solidFill>
                  <a:srgbClr val="000000"/>
                </a:solidFill>
                <a:prstDash val="solid"/>
                <a:headEnd type="none" w="med" len="med"/>
                <a:tailEnd type="none" w="med" len="med"/>
              </a:ln>
            </p:spPr>
          </p:sp>
          <p:sp>
            <p:nvSpPr>
              <p:cNvPr id="100190" name="Line 243"/>
              <p:cNvSpPr/>
              <p:nvPr/>
            </p:nvSpPr>
            <p:spPr>
              <a:xfrm>
                <a:off x="1448" y="2675"/>
                <a:ext cx="1" cy="1"/>
              </a:xfrm>
              <a:prstGeom prst="line">
                <a:avLst/>
              </a:prstGeom>
              <a:ln w="9525" cap="flat" cmpd="sng">
                <a:solidFill>
                  <a:srgbClr val="000000"/>
                </a:solidFill>
                <a:prstDash val="solid"/>
                <a:headEnd type="none" w="med" len="med"/>
                <a:tailEnd type="none" w="med" len="med"/>
              </a:ln>
            </p:spPr>
          </p:sp>
          <p:sp>
            <p:nvSpPr>
              <p:cNvPr id="100191" name="Line 244"/>
              <p:cNvSpPr/>
              <p:nvPr/>
            </p:nvSpPr>
            <p:spPr>
              <a:xfrm>
                <a:off x="1569" y="2675"/>
                <a:ext cx="1" cy="1"/>
              </a:xfrm>
              <a:prstGeom prst="line">
                <a:avLst/>
              </a:prstGeom>
              <a:ln w="9525" cap="flat" cmpd="sng">
                <a:solidFill>
                  <a:srgbClr val="000000"/>
                </a:solidFill>
                <a:prstDash val="solid"/>
                <a:headEnd type="none" w="med" len="med"/>
                <a:tailEnd type="none" w="med" len="med"/>
              </a:ln>
            </p:spPr>
          </p:sp>
          <p:sp>
            <p:nvSpPr>
              <p:cNvPr id="100192" name="Line 245"/>
              <p:cNvSpPr/>
              <p:nvPr/>
            </p:nvSpPr>
            <p:spPr>
              <a:xfrm>
                <a:off x="1690" y="2675"/>
                <a:ext cx="1" cy="1"/>
              </a:xfrm>
              <a:prstGeom prst="line">
                <a:avLst/>
              </a:prstGeom>
              <a:ln w="9525" cap="flat" cmpd="sng">
                <a:solidFill>
                  <a:srgbClr val="000000"/>
                </a:solidFill>
                <a:prstDash val="solid"/>
                <a:headEnd type="none" w="med" len="med"/>
                <a:tailEnd type="none" w="med" len="med"/>
              </a:ln>
            </p:spPr>
          </p:sp>
          <p:sp>
            <p:nvSpPr>
              <p:cNvPr id="100193" name="Line 246"/>
              <p:cNvSpPr/>
              <p:nvPr/>
            </p:nvSpPr>
            <p:spPr>
              <a:xfrm>
                <a:off x="1812" y="2675"/>
                <a:ext cx="1" cy="1"/>
              </a:xfrm>
              <a:prstGeom prst="line">
                <a:avLst/>
              </a:prstGeom>
              <a:ln w="9525" cap="flat" cmpd="sng">
                <a:solidFill>
                  <a:srgbClr val="000000"/>
                </a:solidFill>
                <a:prstDash val="solid"/>
                <a:headEnd type="none" w="med" len="med"/>
                <a:tailEnd type="none" w="med" len="med"/>
              </a:ln>
            </p:spPr>
          </p:sp>
          <p:sp>
            <p:nvSpPr>
              <p:cNvPr id="100194" name="Line 247"/>
              <p:cNvSpPr/>
              <p:nvPr/>
            </p:nvSpPr>
            <p:spPr>
              <a:xfrm>
                <a:off x="1933" y="2675"/>
                <a:ext cx="1" cy="1"/>
              </a:xfrm>
              <a:prstGeom prst="line">
                <a:avLst/>
              </a:prstGeom>
              <a:ln w="9525" cap="flat" cmpd="sng">
                <a:solidFill>
                  <a:srgbClr val="000000"/>
                </a:solidFill>
                <a:prstDash val="solid"/>
                <a:headEnd type="none" w="med" len="med"/>
                <a:tailEnd type="none" w="med" len="med"/>
              </a:ln>
            </p:spPr>
          </p:sp>
          <p:sp>
            <p:nvSpPr>
              <p:cNvPr id="100195" name="Line 248"/>
              <p:cNvSpPr/>
              <p:nvPr/>
            </p:nvSpPr>
            <p:spPr>
              <a:xfrm>
                <a:off x="2054" y="2675"/>
                <a:ext cx="1" cy="1"/>
              </a:xfrm>
              <a:prstGeom prst="line">
                <a:avLst/>
              </a:prstGeom>
              <a:ln w="9525" cap="flat" cmpd="sng">
                <a:solidFill>
                  <a:srgbClr val="000000"/>
                </a:solidFill>
                <a:prstDash val="solid"/>
                <a:headEnd type="none" w="med" len="med"/>
                <a:tailEnd type="none" w="med" len="med"/>
              </a:ln>
            </p:spPr>
          </p:sp>
          <p:sp>
            <p:nvSpPr>
              <p:cNvPr id="100196" name="Line 249"/>
              <p:cNvSpPr/>
              <p:nvPr/>
            </p:nvSpPr>
            <p:spPr>
              <a:xfrm>
                <a:off x="2175" y="2675"/>
                <a:ext cx="1" cy="1"/>
              </a:xfrm>
              <a:prstGeom prst="line">
                <a:avLst/>
              </a:prstGeom>
              <a:ln w="9525" cap="flat" cmpd="sng">
                <a:solidFill>
                  <a:srgbClr val="000000"/>
                </a:solidFill>
                <a:prstDash val="solid"/>
                <a:headEnd type="none" w="med" len="med"/>
                <a:tailEnd type="none" w="med" len="med"/>
              </a:ln>
            </p:spPr>
          </p:sp>
          <p:sp>
            <p:nvSpPr>
              <p:cNvPr id="100197" name="Line 250"/>
              <p:cNvSpPr/>
              <p:nvPr/>
            </p:nvSpPr>
            <p:spPr>
              <a:xfrm>
                <a:off x="2297" y="2675"/>
                <a:ext cx="1" cy="1"/>
              </a:xfrm>
              <a:prstGeom prst="line">
                <a:avLst/>
              </a:prstGeom>
              <a:ln w="9525" cap="flat" cmpd="sng">
                <a:solidFill>
                  <a:srgbClr val="000000"/>
                </a:solidFill>
                <a:prstDash val="solid"/>
                <a:headEnd type="none" w="med" len="med"/>
                <a:tailEnd type="none" w="med" len="med"/>
              </a:ln>
            </p:spPr>
          </p:sp>
          <p:sp>
            <p:nvSpPr>
              <p:cNvPr id="100198" name="Line 251"/>
              <p:cNvSpPr/>
              <p:nvPr/>
            </p:nvSpPr>
            <p:spPr>
              <a:xfrm>
                <a:off x="2418" y="2675"/>
                <a:ext cx="1" cy="1"/>
              </a:xfrm>
              <a:prstGeom prst="line">
                <a:avLst/>
              </a:prstGeom>
              <a:ln w="9525" cap="flat" cmpd="sng">
                <a:solidFill>
                  <a:srgbClr val="000000"/>
                </a:solidFill>
                <a:prstDash val="solid"/>
                <a:headEnd type="none" w="med" len="med"/>
                <a:tailEnd type="none" w="med" len="med"/>
              </a:ln>
            </p:spPr>
          </p:sp>
          <p:sp>
            <p:nvSpPr>
              <p:cNvPr id="100199" name="Line 252"/>
              <p:cNvSpPr/>
              <p:nvPr/>
            </p:nvSpPr>
            <p:spPr>
              <a:xfrm>
                <a:off x="2539" y="2675"/>
                <a:ext cx="1" cy="1"/>
              </a:xfrm>
              <a:prstGeom prst="line">
                <a:avLst/>
              </a:prstGeom>
              <a:ln w="9525" cap="flat" cmpd="sng">
                <a:solidFill>
                  <a:srgbClr val="000000"/>
                </a:solidFill>
                <a:prstDash val="solid"/>
                <a:headEnd type="none" w="med" len="med"/>
                <a:tailEnd type="none" w="med" len="med"/>
              </a:ln>
            </p:spPr>
          </p:sp>
          <p:sp>
            <p:nvSpPr>
              <p:cNvPr id="100200" name="Line 253"/>
              <p:cNvSpPr/>
              <p:nvPr/>
            </p:nvSpPr>
            <p:spPr>
              <a:xfrm>
                <a:off x="356" y="2675"/>
                <a:ext cx="2183" cy="1"/>
              </a:xfrm>
              <a:prstGeom prst="line">
                <a:avLst/>
              </a:prstGeom>
              <a:ln w="9525" cap="flat" cmpd="sng">
                <a:solidFill>
                  <a:srgbClr val="000000"/>
                </a:solidFill>
                <a:prstDash val="solid"/>
                <a:headEnd type="none" w="med" len="med"/>
                <a:tailEnd type="none" w="med" len="med"/>
              </a:ln>
            </p:spPr>
          </p:sp>
          <p:sp>
            <p:nvSpPr>
              <p:cNvPr id="100201" name="Line 254"/>
              <p:cNvSpPr/>
              <p:nvPr/>
            </p:nvSpPr>
            <p:spPr>
              <a:xfrm>
                <a:off x="2539" y="3331"/>
                <a:ext cx="1" cy="1"/>
              </a:xfrm>
              <a:prstGeom prst="line">
                <a:avLst/>
              </a:prstGeom>
              <a:ln w="9525" cap="flat" cmpd="sng">
                <a:solidFill>
                  <a:srgbClr val="000000"/>
                </a:solidFill>
                <a:prstDash val="solid"/>
                <a:headEnd type="none" w="med" len="med"/>
                <a:tailEnd type="none" w="med" len="med"/>
              </a:ln>
            </p:spPr>
          </p:sp>
          <p:sp>
            <p:nvSpPr>
              <p:cNvPr id="100202" name="Line 255"/>
              <p:cNvSpPr/>
              <p:nvPr/>
            </p:nvSpPr>
            <p:spPr>
              <a:xfrm>
                <a:off x="2539" y="3265"/>
                <a:ext cx="1" cy="1"/>
              </a:xfrm>
              <a:prstGeom prst="line">
                <a:avLst/>
              </a:prstGeom>
              <a:ln w="9525" cap="flat" cmpd="sng">
                <a:solidFill>
                  <a:srgbClr val="000000"/>
                </a:solidFill>
                <a:prstDash val="solid"/>
                <a:headEnd type="none" w="med" len="med"/>
                <a:tailEnd type="none" w="med" len="med"/>
              </a:ln>
            </p:spPr>
          </p:sp>
          <p:sp>
            <p:nvSpPr>
              <p:cNvPr id="100203" name="Line 256"/>
              <p:cNvSpPr/>
              <p:nvPr/>
            </p:nvSpPr>
            <p:spPr>
              <a:xfrm>
                <a:off x="2539" y="3200"/>
                <a:ext cx="1" cy="1"/>
              </a:xfrm>
              <a:prstGeom prst="line">
                <a:avLst/>
              </a:prstGeom>
              <a:ln w="9525" cap="flat" cmpd="sng">
                <a:solidFill>
                  <a:srgbClr val="000000"/>
                </a:solidFill>
                <a:prstDash val="solid"/>
                <a:headEnd type="none" w="med" len="med"/>
                <a:tailEnd type="none" w="med" len="med"/>
              </a:ln>
            </p:spPr>
          </p:sp>
          <p:sp>
            <p:nvSpPr>
              <p:cNvPr id="100204" name="Line 257"/>
              <p:cNvSpPr/>
              <p:nvPr/>
            </p:nvSpPr>
            <p:spPr>
              <a:xfrm>
                <a:off x="2539" y="3134"/>
                <a:ext cx="1" cy="1"/>
              </a:xfrm>
              <a:prstGeom prst="line">
                <a:avLst/>
              </a:prstGeom>
              <a:ln w="9525" cap="flat" cmpd="sng">
                <a:solidFill>
                  <a:srgbClr val="000000"/>
                </a:solidFill>
                <a:prstDash val="solid"/>
                <a:headEnd type="none" w="med" len="med"/>
                <a:tailEnd type="none" w="med" len="med"/>
              </a:ln>
            </p:spPr>
          </p:sp>
          <p:sp>
            <p:nvSpPr>
              <p:cNvPr id="100205" name="Line 258"/>
              <p:cNvSpPr/>
              <p:nvPr/>
            </p:nvSpPr>
            <p:spPr>
              <a:xfrm>
                <a:off x="2539" y="3069"/>
                <a:ext cx="1" cy="1"/>
              </a:xfrm>
              <a:prstGeom prst="line">
                <a:avLst/>
              </a:prstGeom>
              <a:ln w="9525" cap="flat" cmpd="sng">
                <a:solidFill>
                  <a:srgbClr val="000000"/>
                </a:solidFill>
                <a:prstDash val="solid"/>
                <a:headEnd type="none" w="med" len="med"/>
                <a:tailEnd type="none" w="med" len="med"/>
              </a:ln>
            </p:spPr>
          </p:sp>
          <p:sp>
            <p:nvSpPr>
              <p:cNvPr id="100206" name="Line 259"/>
              <p:cNvSpPr/>
              <p:nvPr/>
            </p:nvSpPr>
            <p:spPr>
              <a:xfrm>
                <a:off x="2539" y="3003"/>
                <a:ext cx="1" cy="1"/>
              </a:xfrm>
              <a:prstGeom prst="line">
                <a:avLst/>
              </a:prstGeom>
              <a:ln w="9525" cap="flat" cmpd="sng">
                <a:solidFill>
                  <a:srgbClr val="000000"/>
                </a:solidFill>
                <a:prstDash val="solid"/>
                <a:headEnd type="none" w="med" len="med"/>
                <a:tailEnd type="none" w="med" len="med"/>
              </a:ln>
            </p:spPr>
          </p:sp>
          <p:sp>
            <p:nvSpPr>
              <p:cNvPr id="100207" name="Line 260"/>
              <p:cNvSpPr/>
              <p:nvPr/>
            </p:nvSpPr>
            <p:spPr>
              <a:xfrm>
                <a:off x="2539" y="2937"/>
                <a:ext cx="1" cy="1"/>
              </a:xfrm>
              <a:prstGeom prst="line">
                <a:avLst/>
              </a:prstGeom>
              <a:ln w="9525" cap="flat" cmpd="sng">
                <a:solidFill>
                  <a:srgbClr val="000000"/>
                </a:solidFill>
                <a:prstDash val="solid"/>
                <a:headEnd type="none" w="med" len="med"/>
                <a:tailEnd type="none" w="med" len="med"/>
              </a:ln>
            </p:spPr>
          </p:sp>
          <p:sp>
            <p:nvSpPr>
              <p:cNvPr id="100208" name="Line 261"/>
              <p:cNvSpPr/>
              <p:nvPr/>
            </p:nvSpPr>
            <p:spPr>
              <a:xfrm>
                <a:off x="2539" y="2872"/>
                <a:ext cx="1" cy="1"/>
              </a:xfrm>
              <a:prstGeom prst="line">
                <a:avLst/>
              </a:prstGeom>
              <a:ln w="9525" cap="flat" cmpd="sng">
                <a:solidFill>
                  <a:srgbClr val="000000"/>
                </a:solidFill>
                <a:prstDash val="solid"/>
                <a:headEnd type="none" w="med" len="med"/>
                <a:tailEnd type="none" w="med" len="med"/>
              </a:ln>
            </p:spPr>
          </p:sp>
          <p:sp>
            <p:nvSpPr>
              <p:cNvPr id="100209" name="Line 262"/>
              <p:cNvSpPr/>
              <p:nvPr/>
            </p:nvSpPr>
            <p:spPr>
              <a:xfrm>
                <a:off x="2539" y="2806"/>
                <a:ext cx="1" cy="1"/>
              </a:xfrm>
              <a:prstGeom prst="line">
                <a:avLst/>
              </a:prstGeom>
              <a:ln w="9525" cap="flat" cmpd="sng">
                <a:solidFill>
                  <a:srgbClr val="000000"/>
                </a:solidFill>
                <a:prstDash val="solid"/>
                <a:headEnd type="none" w="med" len="med"/>
                <a:tailEnd type="none" w="med" len="med"/>
              </a:ln>
            </p:spPr>
          </p:sp>
          <p:sp>
            <p:nvSpPr>
              <p:cNvPr id="100210" name="Line 263"/>
              <p:cNvSpPr/>
              <p:nvPr/>
            </p:nvSpPr>
            <p:spPr>
              <a:xfrm>
                <a:off x="2539" y="2741"/>
                <a:ext cx="1" cy="1"/>
              </a:xfrm>
              <a:prstGeom prst="line">
                <a:avLst/>
              </a:prstGeom>
              <a:ln w="9525" cap="flat" cmpd="sng">
                <a:solidFill>
                  <a:srgbClr val="000000"/>
                </a:solidFill>
                <a:prstDash val="solid"/>
                <a:headEnd type="none" w="med" len="med"/>
                <a:tailEnd type="none" w="med" len="med"/>
              </a:ln>
            </p:spPr>
          </p:sp>
          <p:sp>
            <p:nvSpPr>
              <p:cNvPr id="100211" name="Line 264"/>
              <p:cNvSpPr/>
              <p:nvPr/>
            </p:nvSpPr>
            <p:spPr>
              <a:xfrm>
                <a:off x="2539" y="2675"/>
                <a:ext cx="1" cy="1"/>
              </a:xfrm>
              <a:prstGeom prst="line">
                <a:avLst/>
              </a:prstGeom>
              <a:ln w="9525" cap="flat" cmpd="sng">
                <a:solidFill>
                  <a:srgbClr val="000000"/>
                </a:solidFill>
                <a:prstDash val="solid"/>
                <a:headEnd type="none" w="med" len="med"/>
                <a:tailEnd type="none" w="med" len="med"/>
              </a:ln>
            </p:spPr>
          </p:sp>
          <p:sp>
            <p:nvSpPr>
              <p:cNvPr id="100212" name="Line 265"/>
              <p:cNvSpPr/>
              <p:nvPr/>
            </p:nvSpPr>
            <p:spPr>
              <a:xfrm flipV="1">
                <a:off x="2539" y="2675"/>
                <a:ext cx="1" cy="656"/>
              </a:xfrm>
              <a:prstGeom prst="line">
                <a:avLst/>
              </a:prstGeom>
              <a:ln w="9525" cap="flat" cmpd="sng">
                <a:solidFill>
                  <a:srgbClr val="000000"/>
                </a:solidFill>
                <a:prstDash val="solid"/>
                <a:headEnd type="none" w="med" len="med"/>
                <a:tailEnd type="none" w="med" len="med"/>
              </a:ln>
            </p:spPr>
          </p:sp>
          <p:sp>
            <p:nvSpPr>
              <p:cNvPr id="100213" name="Freeform 266"/>
              <p:cNvSpPr/>
              <p:nvPr/>
            </p:nvSpPr>
            <p:spPr>
              <a:xfrm>
                <a:off x="600" y="2741"/>
                <a:ext cx="1696" cy="590"/>
              </a:xfrm>
              <a:custGeom>
                <a:avLst/>
                <a:gdLst/>
                <a:ahLst/>
                <a:cxnLst>
                  <a:cxn ang="0">
                    <a:pos x="25" y="589"/>
                  </a:cxn>
                  <a:cxn ang="0">
                    <a:pos x="51" y="372"/>
                  </a:cxn>
                  <a:cxn ang="0">
                    <a:pos x="78" y="28"/>
                  </a:cxn>
                  <a:cxn ang="0">
                    <a:pos x="104" y="134"/>
                  </a:cxn>
                  <a:cxn ang="0">
                    <a:pos x="131" y="502"/>
                  </a:cxn>
                  <a:cxn ang="0">
                    <a:pos x="158" y="578"/>
                  </a:cxn>
                  <a:cxn ang="0">
                    <a:pos x="185" y="526"/>
                  </a:cxn>
                  <a:cxn ang="0">
                    <a:pos x="211" y="590"/>
                  </a:cxn>
                  <a:cxn ang="0">
                    <a:pos x="238" y="424"/>
                  </a:cxn>
                  <a:cxn ang="0">
                    <a:pos x="265" y="58"/>
                  </a:cxn>
                  <a:cxn ang="0">
                    <a:pos x="291" y="89"/>
                  </a:cxn>
                  <a:cxn ang="0">
                    <a:pos x="318" y="462"/>
                  </a:cxn>
                  <a:cxn ang="0">
                    <a:pos x="344" y="586"/>
                  </a:cxn>
                  <a:cxn ang="0">
                    <a:pos x="371" y="524"/>
                  </a:cxn>
                  <a:cxn ang="0">
                    <a:pos x="398" y="585"/>
                  </a:cxn>
                  <a:cxn ang="0">
                    <a:pos x="425" y="470"/>
                  </a:cxn>
                  <a:cxn ang="0">
                    <a:pos x="452" y="97"/>
                  </a:cxn>
                  <a:cxn ang="0">
                    <a:pos x="478" y="51"/>
                  </a:cxn>
                  <a:cxn ang="0">
                    <a:pos x="505" y="414"/>
                  </a:cxn>
                  <a:cxn ang="0">
                    <a:pos x="531" y="590"/>
                  </a:cxn>
                  <a:cxn ang="0">
                    <a:pos x="558" y="527"/>
                  </a:cxn>
                  <a:cxn ang="0">
                    <a:pos x="585" y="576"/>
                  </a:cxn>
                  <a:cxn ang="0">
                    <a:pos x="611" y="510"/>
                  </a:cxn>
                  <a:cxn ang="0">
                    <a:pos x="638" y="144"/>
                  </a:cxn>
                  <a:cxn ang="0">
                    <a:pos x="665" y="23"/>
                  </a:cxn>
                  <a:cxn ang="0">
                    <a:pos x="692" y="362"/>
                  </a:cxn>
                  <a:cxn ang="0">
                    <a:pos x="718" y="588"/>
                  </a:cxn>
                  <a:cxn ang="0">
                    <a:pos x="745" y="533"/>
                  </a:cxn>
                  <a:cxn ang="0">
                    <a:pos x="771" y="564"/>
                  </a:cxn>
                  <a:cxn ang="0">
                    <a:pos x="798" y="541"/>
                  </a:cxn>
                  <a:cxn ang="0">
                    <a:pos x="825" y="197"/>
                  </a:cxn>
                  <a:cxn ang="0">
                    <a:pos x="852" y="5"/>
                  </a:cxn>
                  <a:cxn ang="0">
                    <a:pos x="879" y="306"/>
                  </a:cxn>
                  <a:cxn ang="0">
                    <a:pos x="905" y="580"/>
                  </a:cxn>
                  <a:cxn ang="0">
                    <a:pos x="932" y="542"/>
                  </a:cxn>
                  <a:cxn ang="0">
                    <a:pos x="958" y="552"/>
                  </a:cxn>
                  <a:cxn ang="0">
                    <a:pos x="985" y="565"/>
                  </a:cxn>
                  <a:cxn ang="0">
                    <a:pos x="1012" y="252"/>
                  </a:cxn>
                  <a:cxn ang="0">
                    <a:pos x="1038" y="0"/>
                  </a:cxn>
                  <a:cxn ang="0">
                    <a:pos x="1065" y="249"/>
                  </a:cxn>
                  <a:cxn ang="0">
                    <a:pos x="1092" y="564"/>
                  </a:cxn>
                  <a:cxn ang="0">
                    <a:pos x="1119" y="553"/>
                  </a:cxn>
                  <a:cxn ang="0">
                    <a:pos x="1145" y="542"/>
                  </a:cxn>
                  <a:cxn ang="0">
                    <a:pos x="1172" y="581"/>
                  </a:cxn>
                  <a:cxn ang="0">
                    <a:pos x="1198" y="309"/>
                  </a:cxn>
                  <a:cxn ang="0">
                    <a:pos x="1225" y="6"/>
                  </a:cxn>
                  <a:cxn ang="0">
                    <a:pos x="1252" y="194"/>
                  </a:cxn>
                  <a:cxn ang="0">
                    <a:pos x="1279" y="540"/>
                  </a:cxn>
                  <a:cxn ang="0">
                    <a:pos x="1305" y="565"/>
                  </a:cxn>
                  <a:cxn ang="0">
                    <a:pos x="1332" y="533"/>
                  </a:cxn>
                  <a:cxn ang="0">
                    <a:pos x="1359" y="589"/>
                  </a:cxn>
                  <a:cxn ang="0">
                    <a:pos x="1385" y="365"/>
                  </a:cxn>
                  <a:cxn ang="0">
                    <a:pos x="1412" y="24"/>
                  </a:cxn>
                  <a:cxn ang="0">
                    <a:pos x="1439" y="142"/>
                  </a:cxn>
                  <a:cxn ang="0">
                    <a:pos x="1465" y="508"/>
                  </a:cxn>
                  <a:cxn ang="0">
                    <a:pos x="1492" y="576"/>
                  </a:cxn>
                  <a:cxn ang="0">
                    <a:pos x="1519" y="527"/>
                  </a:cxn>
                  <a:cxn ang="0">
                    <a:pos x="1546" y="590"/>
                  </a:cxn>
                  <a:cxn ang="0">
                    <a:pos x="1572" y="417"/>
                  </a:cxn>
                  <a:cxn ang="0">
                    <a:pos x="1599" y="53"/>
                  </a:cxn>
                  <a:cxn ang="0">
                    <a:pos x="1625" y="95"/>
                  </a:cxn>
                  <a:cxn ang="0">
                    <a:pos x="1652" y="468"/>
                  </a:cxn>
                  <a:cxn ang="0">
                    <a:pos x="1679" y="585"/>
                  </a:cxn>
                </a:cxnLst>
                <a:pathLst>
                  <a:path w="5088" h="3541">
                    <a:moveTo>
                      <a:pt x="0" y="3221"/>
                    </a:moveTo>
                    <a:lnTo>
                      <a:pt x="7" y="3259"/>
                    </a:lnTo>
                    <a:lnTo>
                      <a:pt x="14" y="3302"/>
                    </a:lnTo>
                    <a:lnTo>
                      <a:pt x="23" y="3348"/>
                    </a:lnTo>
                    <a:lnTo>
                      <a:pt x="30" y="3394"/>
                    </a:lnTo>
                    <a:lnTo>
                      <a:pt x="37" y="3439"/>
                    </a:lnTo>
                    <a:lnTo>
                      <a:pt x="44" y="3478"/>
                    </a:lnTo>
                    <a:lnTo>
                      <a:pt x="51" y="3510"/>
                    </a:lnTo>
                    <a:lnTo>
                      <a:pt x="58" y="3532"/>
                    </a:lnTo>
                    <a:lnTo>
                      <a:pt x="67" y="3541"/>
                    </a:lnTo>
                    <a:lnTo>
                      <a:pt x="74" y="3535"/>
                    </a:lnTo>
                    <a:lnTo>
                      <a:pt x="81" y="3513"/>
                    </a:lnTo>
                    <a:lnTo>
                      <a:pt x="88" y="3473"/>
                    </a:lnTo>
                    <a:lnTo>
                      <a:pt x="95" y="3413"/>
                    </a:lnTo>
                    <a:lnTo>
                      <a:pt x="102" y="3333"/>
                    </a:lnTo>
                    <a:lnTo>
                      <a:pt x="109" y="3231"/>
                    </a:lnTo>
                    <a:lnTo>
                      <a:pt x="117" y="3109"/>
                    </a:lnTo>
                    <a:lnTo>
                      <a:pt x="124" y="2968"/>
                    </a:lnTo>
                    <a:lnTo>
                      <a:pt x="131" y="2808"/>
                    </a:lnTo>
                    <a:lnTo>
                      <a:pt x="138" y="2630"/>
                    </a:lnTo>
                    <a:lnTo>
                      <a:pt x="145" y="2439"/>
                    </a:lnTo>
                    <a:lnTo>
                      <a:pt x="152" y="2234"/>
                    </a:lnTo>
                    <a:lnTo>
                      <a:pt x="161" y="2021"/>
                    </a:lnTo>
                    <a:lnTo>
                      <a:pt x="168" y="1803"/>
                    </a:lnTo>
                    <a:lnTo>
                      <a:pt x="175" y="1581"/>
                    </a:lnTo>
                    <a:lnTo>
                      <a:pt x="182" y="1361"/>
                    </a:lnTo>
                    <a:lnTo>
                      <a:pt x="189" y="1147"/>
                    </a:lnTo>
                    <a:lnTo>
                      <a:pt x="196" y="941"/>
                    </a:lnTo>
                    <a:lnTo>
                      <a:pt x="205" y="747"/>
                    </a:lnTo>
                    <a:lnTo>
                      <a:pt x="212" y="570"/>
                    </a:lnTo>
                    <a:lnTo>
                      <a:pt x="219" y="411"/>
                    </a:lnTo>
                    <a:lnTo>
                      <a:pt x="226" y="276"/>
                    </a:lnTo>
                    <a:lnTo>
                      <a:pt x="233" y="166"/>
                    </a:lnTo>
                    <a:lnTo>
                      <a:pt x="240" y="82"/>
                    </a:lnTo>
                    <a:lnTo>
                      <a:pt x="248" y="26"/>
                    </a:lnTo>
                    <a:lnTo>
                      <a:pt x="255" y="1"/>
                    </a:lnTo>
                    <a:lnTo>
                      <a:pt x="262" y="7"/>
                    </a:lnTo>
                    <a:lnTo>
                      <a:pt x="269" y="41"/>
                    </a:lnTo>
                    <a:lnTo>
                      <a:pt x="276" y="106"/>
                    </a:lnTo>
                    <a:lnTo>
                      <a:pt x="284" y="198"/>
                    </a:lnTo>
                    <a:lnTo>
                      <a:pt x="292" y="317"/>
                    </a:lnTo>
                    <a:lnTo>
                      <a:pt x="299" y="459"/>
                    </a:lnTo>
                    <a:lnTo>
                      <a:pt x="306" y="624"/>
                    </a:lnTo>
                    <a:lnTo>
                      <a:pt x="313" y="807"/>
                    </a:lnTo>
                    <a:lnTo>
                      <a:pt x="320" y="1005"/>
                    </a:lnTo>
                    <a:lnTo>
                      <a:pt x="327" y="1213"/>
                    </a:lnTo>
                    <a:lnTo>
                      <a:pt x="336" y="1431"/>
                    </a:lnTo>
                    <a:lnTo>
                      <a:pt x="343" y="1652"/>
                    </a:lnTo>
                    <a:lnTo>
                      <a:pt x="350" y="1873"/>
                    </a:lnTo>
                    <a:lnTo>
                      <a:pt x="357" y="2091"/>
                    </a:lnTo>
                    <a:lnTo>
                      <a:pt x="364" y="2301"/>
                    </a:lnTo>
                    <a:lnTo>
                      <a:pt x="371" y="2502"/>
                    </a:lnTo>
                    <a:lnTo>
                      <a:pt x="379" y="2689"/>
                    </a:lnTo>
                    <a:lnTo>
                      <a:pt x="386" y="2861"/>
                    </a:lnTo>
                    <a:lnTo>
                      <a:pt x="393" y="3015"/>
                    </a:lnTo>
                    <a:lnTo>
                      <a:pt x="401" y="3151"/>
                    </a:lnTo>
                    <a:lnTo>
                      <a:pt x="408" y="3266"/>
                    </a:lnTo>
                    <a:lnTo>
                      <a:pt x="415" y="3360"/>
                    </a:lnTo>
                    <a:lnTo>
                      <a:pt x="423" y="3434"/>
                    </a:lnTo>
                    <a:lnTo>
                      <a:pt x="430" y="3488"/>
                    </a:lnTo>
                    <a:lnTo>
                      <a:pt x="437" y="3523"/>
                    </a:lnTo>
                    <a:lnTo>
                      <a:pt x="444" y="3539"/>
                    </a:lnTo>
                    <a:lnTo>
                      <a:pt x="451" y="3540"/>
                    </a:lnTo>
                    <a:lnTo>
                      <a:pt x="458" y="3526"/>
                    </a:lnTo>
                    <a:lnTo>
                      <a:pt x="467" y="3501"/>
                    </a:lnTo>
                    <a:lnTo>
                      <a:pt x="474" y="3466"/>
                    </a:lnTo>
                    <a:lnTo>
                      <a:pt x="481" y="3425"/>
                    </a:lnTo>
                    <a:lnTo>
                      <a:pt x="488" y="3380"/>
                    </a:lnTo>
                    <a:lnTo>
                      <a:pt x="495" y="3333"/>
                    </a:lnTo>
                    <a:lnTo>
                      <a:pt x="502" y="3288"/>
                    </a:lnTo>
                    <a:lnTo>
                      <a:pt x="510" y="3246"/>
                    </a:lnTo>
                    <a:lnTo>
                      <a:pt x="517" y="3210"/>
                    </a:lnTo>
                    <a:lnTo>
                      <a:pt x="525" y="3181"/>
                    </a:lnTo>
                    <a:lnTo>
                      <a:pt x="532" y="3160"/>
                    </a:lnTo>
                    <a:lnTo>
                      <a:pt x="539" y="3150"/>
                    </a:lnTo>
                    <a:lnTo>
                      <a:pt x="546" y="3149"/>
                    </a:lnTo>
                    <a:lnTo>
                      <a:pt x="554" y="3158"/>
                    </a:lnTo>
                    <a:lnTo>
                      <a:pt x="561" y="3176"/>
                    </a:lnTo>
                    <a:lnTo>
                      <a:pt x="568" y="3203"/>
                    </a:lnTo>
                    <a:lnTo>
                      <a:pt x="575" y="3238"/>
                    </a:lnTo>
                    <a:lnTo>
                      <a:pt x="582" y="3279"/>
                    </a:lnTo>
                    <a:lnTo>
                      <a:pt x="589" y="3324"/>
                    </a:lnTo>
                    <a:lnTo>
                      <a:pt x="598" y="3370"/>
                    </a:lnTo>
                    <a:lnTo>
                      <a:pt x="605" y="3414"/>
                    </a:lnTo>
                    <a:lnTo>
                      <a:pt x="612" y="3457"/>
                    </a:lnTo>
                    <a:lnTo>
                      <a:pt x="619" y="3494"/>
                    </a:lnTo>
                    <a:lnTo>
                      <a:pt x="626" y="3522"/>
                    </a:lnTo>
                    <a:lnTo>
                      <a:pt x="633" y="3538"/>
                    </a:lnTo>
                    <a:lnTo>
                      <a:pt x="640" y="3540"/>
                    </a:lnTo>
                    <a:lnTo>
                      <a:pt x="649" y="3527"/>
                    </a:lnTo>
                    <a:lnTo>
                      <a:pt x="656" y="3497"/>
                    </a:lnTo>
                    <a:lnTo>
                      <a:pt x="663" y="3448"/>
                    </a:lnTo>
                    <a:lnTo>
                      <a:pt x="670" y="3379"/>
                    </a:lnTo>
                    <a:lnTo>
                      <a:pt x="677" y="3289"/>
                    </a:lnTo>
                    <a:lnTo>
                      <a:pt x="684" y="3178"/>
                    </a:lnTo>
                    <a:lnTo>
                      <a:pt x="692" y="3047"/>
                    </a:lnTo>
                    <a:lnTo>
                      <a:pt x="699" y="2896"/>
                    </a:lnTo>
                    <a:lnTo>
                      <a:pt x="706" y="2728"/>
                    </a:lnTo>
                    <a:lnTo>
                      <a:pt x="713" y="2544"/>
                    </a:lnTo>
                    <a:lnTo>
                      <a:pt x="720" y="2346"/>
                    </a:lnTo>
                    <a:lnTo>
                      <a:pt x="727" y="2138"/>
                    </a:lnTo>
                    <a:lnTo>
                      <a:pt x="736" y="1921"/>
                    </a:lnTo>
                    <a:lnTo>
                      <a:pt x="743" y="1700"/>
                    </a:lnTo>
                    <a:lnTo>
                      <a:pt x="750" y="1479"/>
                    </a:lnTo>
                    <a:lnTo>
                      <a:pt x="757" y="1262"/>
                    </a:lnTo>
                    <a:lnTo>
                      <a:pt x="764" y="1050"/>
                    </a:lnTo>
                    <a:lnTo>
                      <a:pt x="771" y="850"/>
                    </a:lnTo>
                    <a:lnTo>
                      <a:pt x="780" y="663"/>
                    </a:lnTo>
                    <a:lnTo>
                      <a:pt x="787" y="494"/>
                    </a:lnTo>
                    <a:lnTo>
                      <a:pt x="794" y="346"/>
                    </a:lnTo>
                    <a:lnTo>
                      <a:pt x="801" y="222"/>
                    </a:lnTo>
                    <a:lnTo>
                      <a:pt x="808" y="123"/>
                    </a:lnTo>
                    <a:lnTo>
                      <a:pt x="815" y="53"/>
                    </a:lnTo>
                    <a:lnTo>
                      <a:pt x="823" y="11"/>
                    </a:lnTo>
                    <a:lnTo>
                      <a:pt x="830" y="0"/>
                    </a:lnTo>
                    <a:lnTo>
                      <a:pt x="837" y="18"/>
                    </a:lnTo>
                    <a:lnTo>
                      <a:pt x="844" y="67"/>
                    </a:lnTo>
                    <a:lnTo>
                      <a:pt x="851" y="145"/>
                    </a:lnTo>
                    <a:lnTo>
                      <a:pt x="859" y="250"/>
                    </a:lnTo>
                    <a:lnTo>
                      <a:pt x="867" y="380"/>
                    </a:lnTo>
                    <a:lnTo>
                      <a:pt x="874" y="533"/>
                    </a:lnTo>
                    <a:lnTo>
                      <a:pt x="881" y="706"/>
                    </a:lnTo>
                    <a:lnTo>
                      <a:pt x="888" y="896"/>
                    </a:lnTo>
                    <a:lnTo>
                      <a:pt x="895" y="1099"/>
                    </a:lnTo>
                    <a:lnTo>
                      <a:pt x="902" y="1312"/>
                    </a:lnTo>
                    <a:lnTo>
                      <a:pt x="911" y="1532"/>
                    </a:lnTo>
                    <a:lnTo>
                      <a:pt x="918" y="1753"/>
                    </a:lnTo>
                    <a:lnTo>
                      <a:pt x="925" y="1973"/>
                    </a:lnTo>
                    <a:lnTo>
                      <a:pt x="932" y="2188"/>
                    </a:lnTo>
                    <a:lnTo>
                      <a:pt x="939" y="2394"/>
                    </a:lnTo>
                    <a:lnTo>
                      <a:pt x="946" y="2589"/>
                    </a:lnTo>
                    <a:lnTo>
                      <a:pt x="954" y="2770"/>
                    </a:lnTo>
                    <a:lnTo>
                      <a:pt x="961" y="2934"/>
                    </a:lnTo>
                    <a:lnTo>
                      <a:pt x="968" y="3081"/>
                    </a:lnTo>
                    <a:lnTo>
                      <a:pt x="976" y="3206"/>
                    </a:lnTo>
                    <a:lnTo>
                      <a:pt x="983" y="3312"/>
                    </a:lnTo>
                    <a:lnTo>
                      <a:pt x="990" y="3397"/>
                    </a:lnTo>
                    <a:lnTo>
                      <a:pt x="998" y="3462"/>
                    </a:lnTo>
                    <a:lnTo>
                      <a:pt x="1005" y="3507"/>
                    </a:lnTo>
                    <a:lnTo>
                      <a:pt x="1012" y="3532"/>
                    </a:lnTo>
                    <a:lnTo>
                      <a:pt x="1019" y="3541"/>
                    </a:lnTo>
                    <a:lnTo>
                      <a:pt x="1026" y="3534"/>
                    </a:lnTo>
                    <a:lnTo>
                      <a:pt x="1033" y="3516"/>
                    </a:lnTo>
                    <a:lnTo>
                      <a:pt x="1042" y="3486"/>
                    </a:lnTo>
                    <a:lnTo>
                      <a:pt x="1049" y="3448"/>
                    </a:lnTo>
                    <a:lnTo>
                      <a:pt x="1056" y="3404"/>
                    </a:lnTo>
                    <a:lnTo>
                      <a:pt x="1063" y="3358"/>
                    </a:lnTo>
                    <a:lnTo>
                      <a:pt x="1070" y="3312"/>
                    </a:lnTo>
                    <a:lnTo>
                      <a:pt x="1077" y="3268"/>
                    </a:lnTo>
                    <a:lnTo>
                      <a:pt x="1085" y="3229"/>
                    </a:lnTo>
                    <a:lnTo>
                      <a:pt x="1092" y="3196"/>
                    </a:lnTo>
                    <a:lnTo>
                      <a:pt x="1100" y="3170"/>
                    </a:lnTo>
                    <a:lnTo>
                      <a:pt x="1107" y="3154"/>
                    </a:lnTo>
                    <a:lnTo>
                      <a:pt x="1114" y="3147"/>
                    </a:lnTo>
                    <a:lnTo>
                      <a:pt x="1121" y="3151"/>
                    </a:lnTo>
                    <a:lnTo>
                      <a:pt x="1129" y="3165"/>
                    </a:lnTo>
                    <a:lnTo>
                      <a:pt x="1136" y="3188"/>
                    </a:lnTo>
                    <a:lnTo>
                      <a:pt x="1143" y="3218"/>
                    </a:lnTo>
                    <a:lnTo>
                      <a:pt x="1150" y="3256"/>
                    </a:lnTo>
                    <a:lnTo>
                      <a:pt x="1157" y="3298"/>
                    </a:lnTo>
                    <a:lnTo>
                      <a:pt x="1164" y="3344"/>
                    </a:lnTo>
                    <a:lnTo>
                      <a:pt x="1173" y="3390"/>
                    </a:lnTo>
                    <a:lnTo>
                      <a:pt x="1180" y="3435"/>
                    </a:lnTo>
                    <a:lnTo>
                      <a:pt x="1187" y="3474"/>
                    </a:lnTo>
                    <a:lnTo>
                      <a:pt x="1194" y="3508"/>
                    </a:lnTo>
                    <a:lnTo>
                      <a:pt x="1201" y="3531"/>
                    </a:lnTo>
                    <a:lnTo>
                      <a:pt x="1208" y="3541"/>
                    </a:lnTo>
                    <a:lnTo>
                      <a:pt x="1215" y="3536"/>
                    </a:lnTo>
                    <a:lnTo>
                      <a:pt x="1224" y="3516"/>
                    </a:lnTo>
                    <a:lnTo>
                      <a:pt x="1231" y="3477"/>
                    </a:lnTo>
                    <a:lnTo>
                      <a:pt x="1238" y="3419"/>
                    </a:lnTo>
                    <a:lnTo>
                      <a:pt x="1245" y="3340"/>
                    </a:lnTo>
                    <a:lnTo>
                      <a:pt x="1252" y="3241"/>
                    </a:lnTo>
                    <a:lnTo>
                      <a:pt x="1259" y="3120"/>
                    </a:lnTo>
                    <a:lnTo>
                      <a:pt x="1267" y="2980"/>
                    </a:lnTo>
                    <a:lnTo>
                      <a:pt x="1274" y="2822"/>
                    </a:lnTo>
                    <a:lnTo>
                      <a:pt x="1281" y="2645"/>
                    </a:lnTo>
                    <a:lnTo>
                      <a:pt x="1288" y="2454"/>
                    </a:lnTo>
                    <a:lnTo>
                      <a:pt x="1295" y="2252"/>
                    </a:lnTo>
                    <a:lnTo>
                      <a:pt x="1302" y="2039"/>
                    </a:lnTo>
                    <a:lnTo>
                      <a:pt x="1311" y="1820"/>
                    </a:lnTo>
                    <a:lnTo>
                      <a:pt x="1318" y="1599"/>
                    </a:lnTo>
                    <a:lnTo>
                      <a:pt x="1325" y="1378"/>
                    </a:lnTo>
                    <a:lnTo>
                      <a:pt x="1332" y="1163"/>
                    </a:lnTo>
                    <a:lnTo>
                      <a:pt x="1339" y="957"/>
                    </a:lnTo>
                    <a:lnTo>
                      <a:pt x="1346" y="762"/>
                    </a:lnTo>
                    <a:lnTo>
                      <a:pt x="1355" y="582"/>
                    </a:lnTo>
                    <a:lnTo>
                      <a:pt x="1362" y="424"/>
                    </a:lnTo>
                    <a:lnTo>
                      <a:pt x="1369" y="285"/>
                    </a:lnTo>
                    <a:lnTo>
                      <a:pt x="1376" y="174"/>
                    </a:lnTo>
                    <a:lnTo>
                      <a:pt x="1383" y="87"/>
                    </a:lnTo>
                    <a:lnTo>
                      <a:pt x="1390" y="30"/>
                    </a:lnTo>
                    <a:lnTo>
                      <a:pt x="1398" y="2"/>
                    </a:lnTo>
                    <a:lnTo>
                      <a:pt x="1405" y="5"/>
                    </a:lnTo>
                    <a:lnTo>
                      <a:pt x="1412" y="37"/>
                    </a:lnTo>
                    <a:lnTo>
                      <a:pt x="1419" y="99"/>
                    </a:lnTo>
                    <a:lnTo>
                      <a:pt x="1426" y="190"/>
                    </a:lnTo>
                    <a:lnTo>
                      <a:pt x="1434" y="306"/>
                    </a:lnTo>
                    <a:lnTo>
                      <a:pt x="1442" y="448"/>
                    </a:lnTo>
                    <a:lnTo>
                      <a:pt x="1449" y="610"/>
                    </a:lnTo>
                    <a:lnTo>
                      <a:pt x="1456" y="792"/>
                    </a:lnTo>
                    <a:lnTo>
                      <a:pt x="1463" y="988"/>
                    </a:lnTo>
                    <a:lnTo>
                      <a:pt x="1470" y="1197"/>
                    </a:lnTo>
                    <a:lnTo>
                      <a:pt x="1477" y="1414"/>
                    </a:lnTo>
                    <a:lnTo>
                      <a:pt x="1486" y="1634"/>
                    </a:lnTo>
                    <a:lnTo>
                      <a:pt x="1493" y="1856"/>
                    </a:lnTo>
                    <a:lnTo>
                      <a:pt x="1500" y="2073"/>
                    </a:lnTo>
                    <a:lnTo>
                      <a:pt x="1507" y="2285"/>
                    </a:lnTo>
                    <a:lnTo>
                      <a:pt x="1514" y="2485"/>
                    </a:lnTo>
                    <a:lnTo>
                      <a:pt x="1521" y="2674"/>
                    </a:lnTo>
                    <a:lnTo>
                      <a:pt x="1529" y="2848"/>
                    </a:lnTo>
                    <a:lnTo>
                      <a:pt x="1536" y="3003"/>
                    </a:lnTo>
                    <a:lnTo>
                      <a:pt x="1543" y="3140"/>
                    </a:lnTo>
                    <a:lnTo>
                      <a:pt x="1550" y="3258"/>
                    </a:lnTo>
                    <a:lnTo>
                      <a:pt x="1558" y="3353"/>
                    </a:lnTo>
                    <a:lnTo>
                      <a:pt x="1565" y="3429"/>
                    </a:lnTo>
                    <a:lnTo>
                      <a:pt x="1573" y="3485"/>
                    </a:lnTo>
                    <a:lnTo>
                      <a:pt x="1580" y="3520"/>
                    </a:lnTo>
                    <a:lnTo>
                      <a:pt x="1587" y="3539"/>
                    </a:lnTo>
                    <a:lnTo>
                      <a:pt x="1594" y="3540"/>
                    </a:lnTo>
                    <a:lnTo>
                      <a:pt x="1601" y="3527"/>
                    </a:lnTo>
                    <a:lnTo>
                      <a:pt x="1608" y="3503"/>
                    </a:lnTo>
                    <a:lnTo>
                      <a:pt x="1617" y="3469"/>
                    </a:lnTo>
                    <a:lnTo>
                      <a:pt x="1624" y="3428"/>
                    </a:lnTo>
                    <a:lnTo>
                      <a:pt x="1631" y="3383"/>
                    </a:lnTo>
                    <a:lnTo>
                      <a:pt x="1638" y="3337"/>
                    </a:lnTo>
                    <a:lnTo>
                      <a:pt x="1645" y="3291"/>
                    </a:lnTo>
                    <a:lnTo>
                      <a:pt x="1652" y="3250"/>
                    </a:lnTo>
                    <a:lnTo>
                      <a:pt x="1660" y="3213"/>
                    </a:lnTo>
                    <a:lnTo>
                      <a:pt x="1667" y="3183"/>
                    </a:lnTo>
                    <a:lnTo>
                      <a:pt x="1675" y="3162"/>
                    </a:lnTo>
                    <a:lnTo>
                      <a:pt x="1682" y="3150"/>
                    </a:lnTo>
                    <a:lnTo>
                      <a:pt x="1689" y="3149"/>
                    </a:lnTo>
                    <a:lnTo>
                      <a:pt x="1696" y="3157"/>
                    </a:lnTo>
                    <a:lnTo>
                      <a:pt x="1704" y="3174"/>
                    </a:lnTo>
                    <a:lnTo>
                      <a:pt x="1711" y="3200"/>
                    </a:lnTo>
                    <a:lnTo>
                      <a:pt x="1718" y="3235"/>
                    </a:lnTo>
                    <a:lnTo>
                      <a:pt x="1725" y="3275"/>
                    </a:lnTo>
                    <a:lnTo>
                      <a:pt x="1732" y="3319"/>
                    </a:lnTo>
                    <a:lnTo>
                      <a:pt x="1739" y="3366"/>
                    </a:lnTo>
                    <a:lnTo>
                      <a:pt x="1746" y="3411"/>
                    </a:lnTo>
                    <a:lnTo>
                      <a:pt x="1755" y="3454"/>
                    </a:lnTo>
                    <a:lnTo>
                      <a:pt x="1762" y="3490"/>
                    </a:lnTo>
                    <a:lnTo>
                      <a:pt x="1769" y="3519"/>
                    </a:lnTo>
                    <a:lnTo>
                      <a:pt x="1776" y="3536"/>
                    </a:lnTo>
                    <a:lnTo>
                      <a:pt x="1783" y="3541"/>
                    </a:lnTo>
                    <a:lnTo>
                      <a:pt x="1790" y="3530"/>
                    </a:lnTo>
                    <a:lnTo>
                      <a:pt x="1799" y="3501"/>
                    </a:lnTo>
                    <a:lnTo>
                      <a:pt x="1806" y="3452"/>
                    </a:lnTo>
                    <a:lnTo>
                      <a:pt x="1813" y="3385"/>
                    </a:lnTo>
                    <a:lnTo>
                      <a:pt x="1820" y="3297"/>
                    </a:lnTo>
                    <a:lnTo>
                      <a:pt x="1827" y="3188"/>
                    </a:lnTo>
                    <a:lnTo>
                      <a:pt x="1834" y="3058"/>
                    </a:lnTo>
                    <a:lnTo>
                      <a:pt x="1842" y="2909"/>
                    </a:lnTo>
                    <a:lnTo>
                      <a:pt x="1849" y="2742"/>
                    </a:lnTo>
                    <a:lnTo>
                      <a:pt x="1856" y="2559"/>
                    </a:lnTo>
                    <a:lnTo>
                      <a:pt x="1863" y="2362"/>
                    </a:lnTo>
                    <a:lnTo>
                      <a:pt x="1870" y="2155"/>
                    </a:lnTo>
                    <a:lnTo>
                      <a:pt x="1877" y="1939"/>
                    </a:lnTo>
                    <a:lnTo>
                      <a:pt x="1886" y="1719"/>
                    </a:lnTo>
                    <a:lnTo>
                      <a:pt x="1893" y="1497"/>
                    </a:lnTo>
                    <a:lnTo>
                      <a:pt x="1900" y="1279"/>
                    </a:lnTo>
                    <a:lnTo>
                      <a:pt x="1907" y="1066"/>
                    </a:lnTo>
                    <a:lnTo>
                      <a:pt x="1914" y="865"/>
                    </a:lnTo>
                    <a:lnTo>
                      <a:pt x="1921" y="677"/>
                    </a:lnTo>
                    <a:lnTo>
                      <a:pt x="1930" y="507"/>
                    </a:lnTo>
                    <a:lnTo>
                      <a:pt x="1937" y="357"/>
                    </a:lnTo>
                    <a:lnTo>
                      <a:pt x="1944" y="231"/>
                    </a:lnTo>
                    <a:lnTo>
                      <a:pt x="1951" y="130"/>
                    </a:lnTo>
                    <a:lnTo>
                      <a:pt x="1958" y="58"/>
                    </a:lnTo>
                    <a:lnTo>
                      <a:pt x="1965" y="14"/>
                    </a:lnTo>
                    <a:lnTo>
                      <a:pt x="1973" y="0"/>
                    </a:lnTo>
                    <a:lnTo>
                      <a:pt x="1980" y="16"/>
                    </a:lnTo>
                    <a:lnTo>
                      <a:pt x="1987" y="62"/>
                    </a:lnTo>
                    <a:lnTo>
                      <a:pt x="1994" y="137"/>
                    </a:lnTo>
                    <a:lnTo>
                      <a:pt x="2001" y="239"/>
                    </a:lnTo>
                    <a:lnTo>
                      <a:pt x="2009" y="368"/>
                    </a:lnTo>
                    <a:lnTo>
                      <a:pt x="2017" y="519"/>
                    </a:lnTo>
                    <a:lnTo>
                      <a:pt x="2024" y="692"/>
                    </a:lnTo>
                    <a:lnTo>
                      <a:pt x="2031" y="881"/>
                    </a:lnTo>
                    <a:lnTo>
                      <a:pt x="2038" y="1083"/>
                    </a:lnTo>
                    <a:lnTo>
                      <a:pt x="2045" y="1296"/>
                    </a:lnTo>
                    <a:lnTo>
                      <a:pt x="2052" y="1515"/>
                    </a:lnTo>
                    <a:lnTo>
                      <a:pt x="2061" y="1736"/>
                    </a:lnTo>
                    <a:lnTo>
                      <a:pt x="2068" y="1956"/>
                    </a:lnTo>
                    <a:lnTo>
                      <a:pt x="2075" y="2171"/>
                    </a:lnTo>
                    <a:lnTo>
                      <a:pt x="2082" y="2378"/>
                    </a:lnTo>
                    <a:lnTo>
                      <a:pt x="2089" y="2574"/>
                    </a:lnTo>
                    <a:lnTo>
                      <a:pt x="2096" y="2756"/>
                    </a:lnTo>
                    <a:lnTo>
                      <a:pt x="2104" y="2922"/>
                    </a:lnTo>
                    <a:lnTo>
                      <a:pt x="2111" y="3069"/>
                    </a:lnTo>
                    <a:lnTo>
                      <a:pt x="2118" y="3197"/>
                    </a:lnTo>
                    <a:lnTo>
                      <a:pt x="2125" y="3304"/>
                    </a:lnTo>
                    <a:lnTo>
                      <a:pt x="2133" y="3391"/>
                    </a:lnTo>
                    <a:lnTo>
                      <a:pt x="2140" y="3457"/>
                    </a:lnTo>
                    <a:lnTo>
                      <a:pt x="2148" y="3503"/>
                    </a:lnTo>
                    <a:lnTo>
                      <a:pt x="2155" y="3531"/>
                    </a:lnTo>
                    <a:lnTo>
                      <a:pt x="2162" y="3541"/>
                    </a:lnTo>
                    <a:lnTo>
                      <a:pt x="2169" y="3535"/>
                    </a:lnTo>
                    <a:lnTo>
                      <a:pt x="2176" y="3517"/>
                    </a:lnTo>
                    <a:lnTo>
                      <a:pt x="2183" y="3488"/>
                    </a:lnTo>
                    <a:lnTo>
                      <a:pt x="2192" y="3451"/>
                    </a:lnTo>
                    <a:lnTo>
                      <a:pt x="2199" y="3408"/>
                    </a:lnTo>
                    <a:lnTo>
                      <a:pt x="2206" y="3361"/>
                    </a:lnTo>
                    <a:lnTo>
                      <a:pt x="2213" y="3315"/>
                    </a:lnTo>
                    <a:lnTo>
                      <a:pt x="2220" y="3272"/>
                    </a:lnTo>
                    <a:lnTo>
                      <a:pt x="2227" y="3231"/>
                    </a:lnTo>
                    <a:lnTo>
                      <a:pt x="2235" y="3198"/>
                    </a:lnTo>
                    <a:lnTo>
                      <a:pt x="2242" y="3173"/>
                    </a:lnTo>
                    <a:lnTo>
                      <a:pt x="2250" y="3155"/>
                    </a:lnTo>
                    <a:lnTo>
                      <a:pt x="2257" y="3147"/>
                    </a:lnTo>
                    <a:lnTo>
                      <a:pt x="2264" y="3151"/>
                    </a:lnTo>
                    <a:lnTo>
                      <a:pt x="2271" y="3163"/>
                    </a:lnTo>
                    <a:lnTo>
                      <a:pt x="2278" y="3185"/>
                    </a:lnTo>
                    <a:lnTo>
                      <a:pt x="2286" y="3215"/>
                    </a:lnTo>
                    <a:lnTo>
                      <a:pt x="2293" y="3252"/>
                    </a:lnTo>
                    <a:lnTo>
                      <a:pt x="2300" y="3295"/>
                    </a:lnTo>
                    <a:lnTo>
                      <a:pt x="2307" y="3341"/>
                    </a:lnTo>
                    <a:lnTo>
                      <a:pt x="2314" y="3387"/>
                    </a:lnTo>
                    <a:lnTo>
                      <a:pt x="2321" y="3432"/>
                    </a:lnTo>
                    <a:lnTo>
                      <a:pt x="2330" y="3472"/>
                    </a:lnTo>
                    <a:lnTo>
                      <a:pt x="2337" y="3505"/>
                    </a:lnTo>
                    <a:lnTo>
                      <a:pt x="2344" y="3528"/>
                    </a:lnTo>
                    <a:lnTo>
                      <a:pt x="2351" y="3540"/>
                    </a:lnTo>
                    <a:lnTo>
                      <a:pt x="2358" y="3538"/>
                    </a:lnTo>
                    <a:lnTo>
                      <a:pt x="2365" y="3518"/>
                    </a:lnTo>
                    <a:lnTo>
                      <a:pt x="2374" y="3481"/>
                    </a:lnTo>
                    <a:lnTo>
                      <a:pt x="2381" y="3424"/>
                    </a:lnTo>
                    <a:lnTo>
                      <a:pt x="2388" y="3347"/>
                    </a:lnTo>
                    <a:lnTo>
                      <a:pt x="2395" y="3249"/>
                    </a:lnTo>
                    <a:lnTo>
                      <a:pt x="2402" y="3130"/>
                    </a:lnTo>
                    <a:lnTo>
                      <a:pt x="2409" y="2992"/>
                    </a:lnTo>
                    <a:lnTo>
                      <a:pt x="2417" y="2834"/>
                    </a:lnTo>
                    <a:lnTo>
                      <a:pt x="2424" y="2660"/>
                    </a:lnTo>
                    <a:lnTo>
                      <a:pt x="2431" y="2470"/>
                    </a:lnTo>
                    <a:lnTo>
                      <a:pt x="2438" y="2268"/>
                    </a:lnTo>
                    <a:lnTo>
                      <a:pt x="2445" y="2056"/>
                    </a:lnTo>
                    <a:lnTo>
                      <a:pt x="2452" y="1837"/>
                    </a:lnTo>
                    <a:lnTo>
                      <a:pt x="2461" y="1616"/>
                    </a:lnTo>
                    <a:lnTo>
                      <a:pt x="2468" y="1396"/>
                    </a:lnTo>
                    <a:lnTo>
                      <a:pt x="2475" y="1180"/>
                    </a:lnTo>
                    <a:lnTo>
                      <a:pt x="2482" y="972"/>
                    </a:lnTo>
                    <a:lnTo>
                      <a:pt x="2489" y="776"/>
                    </a:lnTo>
                    <a:lnTo>
                      <a:pt x="2496" y="596"/>
                    </a:lnTo>
                    <a:lnTo>
                      <a:pt x="2505" y="435"/>
                    </a:lnTo>
                    <a:lnTo>
                      <a:pt x="2512" y="296"/>
                    </a:lnTo>
                    <a:lnTo>
                      <a:pt x="2519" y="181"/>
                    </a:lnTo>
                    <a:lnTo>
                      <a:pt x="2526" y="93"/>
                    </a:lnTo>
                    <a:lnTo>
                      <a:pt x="2533" y="33"/>
                    </a:lnTo>
                    <a:lnTo>
                      <a:pt x="2540" y="3"/>
                    </a:lnTo>
                    <a:lnTo>
                      <a:pt x="2548" y="3"/>
                    </a:lnTo>
                    <a:lnTo>
                      <a:pt x="2555" y="33"/>
                    </a:lnTo>
                    <a:lnTo>
                      <a:pt x="2562" y="93"/>
                    </a:lnTo>
                    <a:lnTo>
                      <a:pt x="2569" y="181"/>
                    </a:lnTo>
                    <a:lnTo>
                      <a:pt x="2576" y="296"/>
                    </a:lnTo>
                    <a:lnTo>
                      <a:pt x="2584" y="435"/>
                    </a:lnTo>
                    <a:lnTo>
                      <a:pt x="2592" y="596"/>
                    </a:lnTo>
                    <a:lnTo>
                      <a:pt x="2599" y="776"/>
                    </a:lnTo>
                    <a:lnTo>
                      <a:pt x="2606" y="972"/>
                    </a:lnTo>
                    <a:lnTo>
                      <a:pt x="2613" y="1180"/>
                    </a:lnTo>
                    <a:lnTo>
                      <a:pt x="2620" y="1396"/>
                    </a:lnTo>
                    <a:lnTo>
                      <a:pt x="2627" y="1616"/>
                    </a:lnTo>
                    <a:lnTo>
                      <a:pt x="2636" y="1837"/>
                    </a:lnTo>
                    <a:lnTo>
                      <a:pt x="2643" y="2056"/>
                    </a:lnTo>
                    <a:lnTo>
                      <a:pt x="2650" y="2268"/>
                    </a:lnTo>
                    <a:lnTo>
                      <a:pt x="2657" y="2470"/>
                    </a:lnTo>
                    <a:lnTo>
                      <a:pt x="2664" y="2660"/>
                    </a:lnTo>
                    <a:lnTo>
                      <a:pt x="2671" y="2834"/>
                    </a:lnTo>
                    <a:lnTo>
                      <a:pt x="2679" y="2992"/>
                    </a:lnTo>
                    <a:lnTo>
                      <a:pt x="2686" y="3130"/>
                    </a:lnTo>
                    <a:lnTo>
                      <a:pt x="2693" y="3249"/>
                    </a:lnTo>
                    <a:lnTo>
                      <a:pt x="2700" y="3347"/>
                    </a:lnTo>
                    <a:lnTo>
                      <a:pt x="2708" y="3424"/>
                    </a:lnTo>
                    <a:lnTo>
                      <a:pt x="2715" y="3481"/>
                    </a:lnTo>
                    <a:lnTo>
                      <a:pt x="2723" y="3518"/>
                    </a:lnTo>
                    <a:lnTo>
                      <a:pt x="2730" y="3538"/>
                    </a:lnTo>
                    <a:lnTo>
                      <a:pt x="2737" y="3540"/>
                    </a:lnTo>
                    <a:lnTo>
                      <a:pt x="2744" y="3528"/>
                    </a:lnTo>
                    <a:lnTo>
                      <a:pt x="2751" y="3505"/>
                    </a:lnTo>
                    <a:lnTo>
                      <a:pt x="2758" y="3472"/>
                    </a:lnTo>
                    <a:lnTo>
                      <a:pt x="2767" y="3432"/>
                    </a:lnTo>
                    <a:lnTo>
                      <a:pt x="2774" y="3387"/>
                    </a:lnTo>
                    <a:lnTo>
                      <a:pt x="2781" y="3341"/>
                    </a:lnTo>
                    <a:lnTo>
                      <a:pt x="2788" y="3295"/>
                    </a:lnTo>
                    <a:lnTo>
                      <a:pt x="2795" y="3252"/>
                    </a:lnTo>
                    <a:lnTo>
                      <a:pt x="2802" y="3215"/>
                    </a:lnTo>
                    <a:lnTo>
                      <a:pt x="2810" y="3185"/>
                    </a:lnTo>
                    <a:lnTo>
                      <a:pt x="2817" y="3163"/>
                    </a:lnTo>
                    <a:lnTo>
                      <a:pt x="2825" y="3151"/>
                    </a:lnTo>
                    <a:lnTo>
                      <a:pt x="2832" y="3147"/>
                    </a:lnTo>
                    <a:lnTo>
                      <a:pt x="2839" y="3155"/>
                    </a:lnTo>
                    <a:lnTo>
                      <a:pt x="2846" y="3173"/>
                    </a:lnTo>
                    <a:lnTo>
                      <a:pt x="2853" y="3198"/>
                    </a:lnTo>
                    <a:lnTo>
                      <a:pt x="2861" y="3231"/>
                    </a:lnTo>
                    <a:lnTo>
                      <a:pt x="2868" y="3272"/>
                    </a:lnTo>
                    <a:lnTo>
                      <a:pt x="2875" y="3315"/>
                    </a:lnTo>
                    <a:lnTo>
                      <a:pt x="2882" y="3361"/>
                    </a:lnTo>
                    <a:lnTo>
                      <a:pt x="2889" y="3408"/>
                    </a:lnTo>
                    <a:lnTo>
                      <a:pt x="2896" y="3451"/>
                    </a:lnTo>
                    <a:lnTo>
                      <a:pt x="2905" y="3488"/>
                    </a:lnTo>
                    <a:lnTo>
                      <a:pt x="2912" y="3517"/>
                    </a:lnTo>
                    <a:lnTo>
                      <a:pt x="2919" y="3535"/>
                    </a:lnTo>
                    <a:lnTo>
                      <a:pt x="2926" y="3541"/>
                    </a:lnTo>
                    <a:lnTo>
                      <a:pt x="2933" y="3531"/>
                    </a:lnTo>
                    <a:lnTo>
                      <a:pt x="2940" y="3503"/>
                    </a:lnTo>
                    <a:lnTo>
                      <a:pt x="2949" y="3457"/>
                    </a:lnTo>
                    <a:lnTo>
                      <a:pt x="2956" y="3391"/>
                    </a:lnTo>
                    <a:lnTo>
                      <a:pt x="2963" y="3304"/>
                    </a:lnTo>
                    <a:lnTo>
                      <a:pt x="2970" y="3197"/>
                    </a:lnTo>
                    <a:lnTo>
                      <a:pt x="2977" y="3069"/>
                    </a:lnTo>
                    <a:lnTo>
                      <a:pt x="2984" y="2922"/>
                    </a:lnTo>
                    <a:lnTo>
                      <a:pt x="2992" y="2756"/>
                    </a:lnTo>
                    <a:lnTo>
                      <a:pt x="2999" y="2574"/>
                    </a:lnTo>
                    <a:lnTo>
                      <a:pt x="3006" y="2378"/>
                    </a:lnTo>
                    <a:lnTo>
                      <a:pt x="3013" y="2171"/>
                    </a:lnTo>
                    <a:lnTo>
                      <a:pt x="3020" y="1956"/>
                    </a:lnTo>
                    <a:lnTo>
                      <a:pt x="3027" y="1736"/>
                    </a:lnTo>
                    <a:lnTo>
                      <a:pt x="3036" y="1515"/>
                    </a:lnTo>
                    <a:lnTo>
                      <a:pt x="3043" y="1296"/>
                    </a:lnTo>
                    <a:lnTo>
                      <a:pt x="3050" y="1083"/>
                    </a:lnTo>
                    <a:lnTo>
                      <a:pt x="3057" y="881"/>
                    </a:lnTo>
                    <a:lnTo>
                      <a:pt x="3064" y="692"/>
                    </a:lnTo>
                    <a:lnTo>
                      <a:pt x="3071" y="519"/>
                    </a:lnTo>
                    <a:lnTo>
                      <a:pt x="3080" y="368"/>
                    </a:lnTo>
                    <a:lnTo>
                      <a:pt x="3087" y="239"/>
                    </a:lnTo>
                    <a:lnTo>
                      <a:pt x="3094" y="137"/>
                    </a:lnTo>
                    <a:lnTo>
                      <a:pt x="3101" y="62"/>
                    </a:lnTo>
                    <a:lnTo>
                      <a:pt x="3108" y="16"/>
                    </a:lnTo>
                    <a:lnTo>
                      <a:pt x="3115" y="0"/>
                    </a:lnTo>
                    <a:lnTo>
                      <a:pt x="3123" y="14"/>
                    </a:lnTo>
                    <a:lnTo>
                      <a:pt x="3130" y="58"/>
                    </a:lnTo>
                    <a:lnTo>
                      <a:pt x="3137" y="130"/>
                    </a:lnTo>
                    <a:lnTo>
                      <a:pt x="3144" y="231"/>
                    </a:lnTo>
                    <a:lnTo>
                      <a:pt x="3151" y="357"/>
                    </a:lnTo>
                    <a:lnTo>
                      <a:pt x="3159" y="507"/>
                    </a:lnTo>
                    <a:lnTo>
                      <a:pt x="3167" y="677"/>
                    </a:lnTo>
                    <a:lnTo>
                      <a:pt x="3174" y="865"/>
                    </a:lnTo>
                    <a:lnTo>
                      <a:pt x="3181" y="1066"/>
                    </a:lnTo>
                    <a:lnTo>
                      <a:pt x="3188" y="1279"/>
                    </a:lnTo>
                    <a:lnTo>
                      <a:pt x="3195" y="1497"/>
                    </a:lnTo>
                    <a:lnTo>
                      <a:pt x="3202" y="1719"/>
                    </a:lnTo>
                    <a:lnTo>
                      <a:pt x="3211" y="1939"/>
                    </a:lnTo>
                    <a:lnTo>
                      <a:pt x="3218" y="2155"/>
                    </a:lnTo>
                    <a:lnTo>
                      <a:pt x="3225" y="2362"/>
                    </a:lnTo>
                    <a:lnTo>
                      <a:pt x="3232" y="2559"/>
                    </a:lnTo>
                    <a:lnTo>
                      <a:pt x="3239" y="2742"/>
                    </a:lnTo>
                    <a:lnTo>
                      <a:pt x="3246" y="2909"/>
                    </a:lnTo>
                    <a:lnTo>
                      <a:pt x="3254" y="3058"/>
                    </a:lnTo>
                    <a:lnTo>
                      <a:pt x="3261" y="3188"/>
                    </a:lnTo>
                    <a:lnTo>
                      <a:pt x="3268" y="3297"/>
                    </a:lnTo>
                    <a:lnTo>
                      <a:pt x="3275" y="3385"/>
                    </a:lnTo>
                    <a:lnTo>
                      <a:pt x="3283" y="3452"/>
                    </a:lnTo>
                    <a:lnTo>
                      <a:pt x="3290" y="3501"/>
                    </a:lnTo>
                    <a:lnTo>
                      <a:pt x="3298" y="3530"/>
                    </a:lnTo>
                    <a:lnTo>
                      <a:pt x="3305" y="3541"/>
                    </a:lnTo>
                    <a:lnTo>
                      <a:pt x="3312" y="3536"/>
                    </a:lnTo>
                    <a:lnTo>
                      <a:pt x="3319" y="3519"/>
                    </a:lnTo>
                    <a:lnTo>
                      <a:pt x="3326" y="3490"/>
                    </a:lnTo>
                    <a:lnTo>
                      <a:pt x="3333" y="3454"/>
                    </a:lnTo>
                    <a:lnTo>
                      <a:pt x="3342" y="3411"/>
                    </a:lnTo>
                    <a:lnTo>
                      <a:pt x="3349" y="3366"/>
                    </a:lnTo>
                    <a:lnTo>
                      <a:pt x="3356" y="3319"/>
                    </a:lnTo>
                    <a:lnTo>
                      <a:pt x="3363" y="3275"/>
                    </a:lnTo>
                    <a:lnTo>
                      <a:pt x="3370" y="3235"/>
                    </a:lnTo>
                    <a:lnTo>
                      <a:pt x="3377" y="3200"/>
                    </a:lnTo>
                    <a:lnTo>
                      <a:pt x="3384" y="3174"/>
                    </a:lnTo>
                    <a:lnTo>
                      <a:pt x="3392" y="3157"/>
                    </a:lnTo>
                    <a:lnTo>
                      <a:pt x="3399" y="3149"/>
                    </a:lnTo>
                    <a:lnTo>
                      <a:pt x="3407" y="3150"/>
                    </a:lnTo>
                    <a:lnTo>
                      <a:pt x="3414" y="3162"/>
                    </a:lnTo>
                    <a:lnTo>
                      <a:pt x="3421" y="3183"/>
                    </a:lnTo>
                    <a:lnTo>
                      <a:pt x="3428" y="3213"/>
                    </a:lnTo>
                    <a:lnTo>
                      <a:pt x="3436" y="3250"/>
                    </a:lnTo>
                    <a:lnTo>
                      <a:pt x="3443" y="3291"/>
                    </a:lnTo>
                    <a:lnTo>
                      <a:pt x="3450" y="3337"/>
                    </a:lnTo>
                    <a:lnTo>
                      <a:pt x="3457" y="3383"/>
                    </a:lnTo>
                    <a:lnTo>
                      <a:pt x="3464" y="3428"/>
                    </a:lnTo>
                    <a:lnTo>
                      <a:pt x="3471" y="3469"/>
                    </a:lnTo>
                    <a:lnTo>
                      <a:pt x="3480" y="3503"/>
                    </a:lnTo>
                    <a:lnTo>
                      <a:pt x="3487" y="3527"/>
                    </a:lnTo>
                    <a:lnTo>
                      <a:pt x="3494" y="3540"/>
                    </a:lnTo>
                    <a:lnTo>
                      <a:pt x="3501" y="3539"/>
                    </a:lnTo>
                    <a:lnTo>
                      <a:pt x="3508" y="3520"/>
                    </a:lnTo>
                    <a:lnTo>
                      <a:pt x="3515" y="3485"/>
                    </a:lnTo>
                    <a:lnTo>
                      <a:pt x="3524" y="3429"/>
                    </a:lnTo>
                    <a:lnTo>
                      <a:pt x="3531" y="3353"/>
                    </a:lnTo>
                    <a:lnTo>
                      <a:pt x="3538" y="3258"/>
                    </a:lnTo>
                    <a:lnTo>
                      <a:pt x="3545" y="3140"/>
                    </a:lnTo>
                    <a:lnTo>
                      <a:pt x="3552" y="3003"/>
                    </a:lnTo>
                    <a:lnTo>
                      <a:pt x="3559" y="2848"/>
                    </a:lnTo>
                    <a:lnTo>
                      <a:pt x="3567" y="2674"/>
                    </a:lnTo>
                    <a:lnTo>
                      <a:pt x="3574" y="2485"/>
                    </a:lnTo>
                    <a:lnTo>
                      <a:pt x="3581" y="2285"/>
                    </a:lnTo>
                    <a:lnTo>
                      <a:pt x="3588" y="2073"/>
                    </a:lnTo>
                    <a:lnTo>
                      <a:pt x="3595" y="1856"/>
                    </a:lnTo>
                    <a:lnTo>
                      <a:pt x="3602" y="1634"/>
                    </a:lnTo>
                    <a:lnTo>
                      <a:pt x="3611" y="1414"/>
                    </a:lnTo>
                    <a:lnTo>
                      <a:pt x="3618" y="1197"/>
                    </a:lnTo>
                    <a:lnTo>
                      <a:pt x="3625" y="988"/>
                    </a:lnTo>
                    <a:lnTo>
                      <a:pt x="3632" y="792"/>
                    </a:lnTo>
                    <a:lnTo>
                      <a:pt x="3639" y="610"/>
                    </a:lnTo>
                    <a:lnTo>
                      <a:pt x="3646" y="448"/>
                    </a:lnTo>
                    <a:lnTo>
                      <a:pt x="3655" y="306"/>
                    </a:lnTo>
                    <a:lnTo>
                      <a:pt x="3662" y="190"/>
                    </a:lnTo>
                    <a:lnTo>
                      <a:pt x="3669" y="99"/>
                    </a:lnTo>
                    <a:lnTo>
                      <a:pt x="3676" y="37"/>
                    </a:lnTo>
                    <a:lnTo>
                      <a:pt x="3683" y="5"/>
                    </a:lnTo>
                    <a:lnTo>
                      <a:pt x="3690" y="2"/>
                    </a:lnTo>
                    <a:lnTo>
                      <a:pt x="3698" y="30"/>
                    </a:lnTo>
                    <a:lnTo>
                      <a:pt x="3705" y="87"/>
                    </a:lnTo>
                    <a:lnTo>
                      <a:pt x="3712" y="174"/>
                    </a:lnTo>
                    <a:lnTo>
                      <a:pt x="3719" y="285"/>
                    </a:lnTo>
                    <a:lnTo>
                      <a:pt x="3726" y="424"/>
                    </a:lnTo>
                    <a:lnTo>
                      <a:pt x="3733" y="582"/>
                    </a:lnTo>
                    <a:lnTo>
                      <a:pt x="3742" y="762"/>
                    </a:lnTo>
                    <a:lnTo>
                      <a:pt x="3749" y="957"/>
                    </a:lnTo>
                    <a:lnTo>
                      <a:pt x="3756" y="1163"/>
                    </a:lnTo>
                    <a:lnTo>
                      <a:pt x="3763" y="1378"/>
                    </a:lnTo>
                    <a:lnTo>
                      <a:pt x="3770" y="1599"/>
                    </a:lnTo>
                    <a:lnTo>
                      <a:pt x="3777" y="1820"/>
                    </a:lnTo>
                    <a:lnTo>
                      <a:pt x="3786" y="2039"/>
                    </a:lnTo>
                    <a:lnTo>
                      <a:pt x="3793" y="2252"/>
                    </a:lnTo>
                    <a:lnTo>
                      <a:pt x="3800" y="2454"/>
                    </a:lnTo>
                    <a:lnTo>
                      <a:pt x="3807" y="2645"/>
                    </a:lnTo>
                    <a:lnTo>
                      <a:pt x="3814" y="2822"/>
                    </a:lnTo>
                    <a:lnTo>
                      <a:pt x="3821" y="2980"/>
                    </a:lnTo>
                    <a:lnTo>
                      <a:pt x="3829" y="3120"/>
                    </a:lnTo>
                    <a:lnTo>
                      <a:pt x="3836" y="3241"/>
                    </a:lnTo>
                    <a:lnTo>
                      <a:pt x="3843" y="3340"/>
                    </a:lnTo>
                    <a:lnTo>
                      <a:pt x="3850" y="3419"/>
                    </a:lnTo>
                    <a:lnTo>
                      <a:pt x="3858" y="3477"/>
                    </a:lnTo>
                    <a:lnTo>
                      <a:pt x="3865" y="3516"/>
                    </a:lnTo>
                    <a:lnTo>
                      <a:pt x="3873" y="3536"/>
                    </a:lnTo>
                    <a:lnTo>
                      <a:pt x="3880" y="3541"/>
                    </a:lnTo>
                    <a:lnTo>
                      <a:pt x="3887" y="3531"/>
                    </a:lnTo>
                    <a:lnTo>
                      <a:pt x="3894" y="3508"/>
                    </a:lnTo>
                    <a:lnTo>
                      <a:pt x="3901" y="3474"/>
                    </a:lnTo>
                    <a:lnTo>
                      <a:pt x="3908" y="3435"/>
                    </a:lnTo>
                    <a:lnTo>
                      <a:pt x="3915" y="3390"/>
                    </a:lnTo>
                    <a:lnTo>
                      <a:pt x="3924" y="3344"/>
                    </a:lnTo>
                    <a:lnTo>
                      <a:pt x="3931" y="3298"/>
                    </a:lnTo>
                    <a:lnTo>
                      <a:pt x="3938" y="3256"/>
                    </a:lnTo>
                    <a:lnTo>
                      <a:pt x="3945" y="3218"/>
                    </a:lnTo>
                    <a:lnTo>
                      <a:pt x="3952" y="3188"/>
                    </a:lnTo>
                    <a:lnTo>
                      <a:pt x="3959" y="3165"/>
                    </a:lnTo>
                    <a:lnTo>
                      <a:pt x="3967" y="3151"/>
                    </a:lnTo>
                    <a:lnTo>
                      <a:pt x="3974" y="3147"/>
                    </a:lnTo>
                    <a:lnTo>
                      <a:pt x="3982" y="3154"/>
                    </a:lnTo>
                    <a:lnTo>
                      <a:pt x="3989" y="3170"/>
                    </a:lnTo>
                    <a:lnTo>
                      <a:pt x="3996" y="3196"/>
                    </a:lnTo>
                    <a:lnTo>
                      <a:pt x="4003" y="3229"/>
                    </a:lnTo>
                    <a:lnTo>
                      <a:pt x="4011" y="3268"/>
                    </a:lnTo>
                    <a:lnTo>
                      <a:pt x="4018" y="3312"/>
                    </a:lnTo>
                    <a:lnTo>
                      <a:pt x="4025" y="3358"/>
                    </a:lnTo>
                    <a:lnTo>
                      <a:pt x="4032" y="3404"/>
                    </a:lnTo>
                    <a:lnTo>
                      <a:pt x="4039" y="3448"/>
                    </a:lnTo>
                    <a:lnTo>
                      <a:pt x="4046" y="3486"/>
                    </a:lnTo>
                    <a:lnTo>
                      <a:pt x="4055" y="3516"/>
                    </a:lnTo>
                    <a:lnTo>
                      <a:pt x="4062" y="3534"/>
                    </a:lnTo>
                    <a:lnTo>
                      <a:pt x="4069" y="3541"/>
                    </a:lnTo>
                    <a:lnTo>
                      <a:pt x="4076" y="3532"/>
                    </a:lnTo>
                    <a:lnTo>
                      <a:pt x="4083" y="3507"/>
                    </a:lnTo>
                    <a:lnTo>
                      <a:pt x="4090" y="3462"/>
                    </a:lnTo>
                    <a:lnTo>
                      <a:pt x="4099" y="3397"/>
                    </a:lnTo>
                    <a:lnTo>
                      <a:pt x="4106" y="3312"/>
                    </a:lnTo>
                    <a:lnTo>
                      <a:pt x="4113" y="3206"/>
                    </a:lnTo>
                    <a:lnTo>
                      <a:pt x="4120" y="3081"/>
                    </a:lnTo>
                    <a:lnTo>
                      <a:pt x="4127" y="2934"/>
                    </a:lnTo>
                    <a:lnTo>
                      <a:pt x="4134" y="2770"/>
                    </a:lnTo>
                    <a:lnTo>
                      <a:pt x="4142" y="2589"/>
                    </a:lnTo>
                    <a:lnTo>
                      <a:pt x="4149" y="2394"/>
                    </a:lnTo>
                    <a:lnTo>
                      <a:pt x="4156" y="2188"/>
                    </a:lnTo>
                    <a:lnTo>
                      <a:pt x="4163" y="1973"/>
                    </a:lnTo>
                    <a:lnTo>
                      <a:pt x="4170" y="1753"/>
                    </a:lnTo>
                    <a:lnTo>
                      <a:pt x="4177" y="1532"/>
                    </a:lnTo>
                    <a:lnTo>
                      <a:pt x="4186" y="1312"/>
                    </a:lnTo>
                    <a:lnTo>
                      <a:pt x="4193" y="1099"/>
                    </a:lnTo>
                    <a:lnTo>
                      <a:pt x="4200" y="896"/>
                    </a:lnTo>
                    <a:lnTo>
                      <a:pt x="4207" y="706"/>
                    </a:lnTo>
                    <a:lnTo>
                      <a:pt x="4214" y="533"/>
                    </a:lnTo>
                    <a:lnTo>
                      <a:pt x="4221" y="380"/>
                    </a:lnTo>
                    <a:lnTo>
                      <a:pt x="4230" y="250"/>
                    </a:lnTo>
                    <a:lnTo>
                      <a:pt x="4237" y="145"/>
                    </a:lnTo>
                    <a:lnTo>
                      <a:pt x="4244" y="67"/>
                    </a:lnTo>
                    <a:lnTo>
                      <a:pt x="4251" y="18"/>
                    </a:lnTo>
                    <a:lnTo>
                      <a:pt x="4258" y="0"/>
                    </a:lnTo>
                    <a:lnTo>
                      <a:pt x="4265" y="11"/>
                    </a:lnTo>
                    <a:lnTo>
                      <a:pt x="4273" y="53"/>
                    </a:lnTo>
                    <a:lnTo>
                      <a:pt x="4280" y="123"/>
                    </a:lnTo>
                    <a:lnTo>
                      <a:pt x="4287" y="222"/>
                    </a:lnTo>
                    <a:lnTo>
                      <a:pt x="4294" y="346"/>
                    </a:lnTo>
                    <a:lnTo>
                      <a:pt x="4301" y="494"/>
                    </a:lnTo>
                    <a:lnTo>
                      <a:pt x="4308" y="663"/>
                    </a:lnTo>
                    <a:lnTo>
                      <a:pt x="4317" y="850"/>
                    </a:lnTo>
                    <a:lnTo>
                      <a:pt x="4324" y="1050"/>
                    </a:lnTo>
                    <a:lnTo>
                      <a:pt x="4331" y="1262"/>
                    </a:lnTo>
                    <a:lnTo>
                      <a:pt x="4338" y="1479"/>
                    </a:lnTo>
                    <a:lnTo>
                      <a:pt x="4345" y="1700"/>
                    </a:lnTo>
                    <a:lnTo>
                      <a:pt x="4352" y="1921"/>
                    </a:lnTo>
                    <a:lnTo>
                      <a:pt x="4361" y="2138"/>
                    </a:lnTo>
                    <a:lnTo>
                      <a:pt x="4368" y="2346"/>
                    </a:lnTo>
                    <a:lnTo>
                      <a:pt x="4375" y="2544"/>
                    </a:lnTo>
                    <a:lnTo>
                      <a:pt x="4382" y="2728"/>
                    </a:lnTo>
                    <a:lnTo>
                      <a:pt x="4389" y="2896"/>
                    </a:lnTo>
                    <a:lnTo>
                      <a:pt x="4396" y="3047"/>
                    </a:lnTo>
                    <a:lnTo>
                      <a:pt x="4404" y="3178"/>
                    </a:lnTo>
                    <a:lnTo>
                      <a:pt x="4411" y="3289"/>
                    </a:lnTo>
                    <a:lnTo>
                      <a:pt x="4418" y="3379"/>
                    </a:lnTo>
                    <a:lnTo>
                      <a:pt x="4425" y="3448"/>
                    </a:lnTo>
                    <a:lnTo>
                      <a:pt x="4433" y="3497"/>
                    </a:lnTo>
                    <a:lnTo>
                      <a:pt x="4440" y="3527"/>
                    </a:lnTo>
                    <a:lnTo>
                      <a:pt x="4448" y="3540"/>
                    </a:lnTo>
                    <a:lnTo>
                      <a:pt x="4455" y="3538"/>
                    </a:lnTo>
                    <a:lnTo>
                      <a:pt x="4462" y="3522"/>
                    </a:lnTo>
                    <a:lnTo>
                      <a:pt x="4469" y="3494"/>
                    </a:lnTo>
                    <a:lnTo>
                      <a:pt x="4476" y="3457"/>
                    </a:lnTo>
                    <a:lnTo>
                      <a:pt x="4483" y="3414"/>
                    </a:lnTo>
                    <a:lnTo>
                      <a:pt x="4490" y="3370"/>
                    </a:lnTo>
                    <a:lnTo>
                      <a:pt x="4499" y="3324"/>
                    </a:lnTo>
                    <a:lnTo>
                      <a:pt x="4506" y="3279"/>
                    </a:lnTo>
                    <a:lnTo>
                      <a:pt x="4513" y="3238"/>
                    </a:lnTo>
                    <a:lnTo>
                      <a:pt x="4520" y="3203"/>
                    </a:lnTo>
                    <a:lnTo>
                      <a:pt x="4527" y="3176"/>
                    </a:lnTo>
                    <a:lnTo>
                      <a:pt x="4534" y="3158"/>
                    </a:lnTo>
                    <a:lnTo>
                      <a:pt x="4542" y="3149"/>
                    </a:lnTo>
                    <a:lnTo>
                      <a:pt x="4549" y="3150"/>
                    </a:lnTo>
                    <a:lnTo>
                      <a:pt x="4557" y="3160"/>
                    </a:lnTo>
                    <a:lnTo>
                      <a:pt x="4564" y="3181"/>
                    </a:lnTo>
                    <a:lnTo>
                      <a:pt x="4571" y="3210"/>
                    </a:lnTo>
                    <a:lnTo>
                      <a:pt x="4578" y="3246"/>
                    </a:lnTo>
                    <a:lnTo>
                      <a:pt x="4586" y="3288"/>
                    </a:lnTo>
                    <a:lnTo>
                      <a:pt x="4593" y="3333"/>
                    </a:lnTo>
                    <a:lnTo>
                      <a:pt x="4600" y="3380"/>
                    </a:lnTo>
                    <a:lnTo>
                      <a:pt x="4607" y="3425"/>
                    </a:lnTo>
                    <a:lnTo>
                      <a:pt x="4614" y="3466"/>
                    </a:lnTo>
                    <a:lnTo>
                      <a:pt x="4621" y="3501"/>
                    </a:lnTo>
                    <a:lnTo>
                      <a:pt x="4630" y="3526"/>
                    </a:lnTo>
                    <a:lnTo>
                      <a:pt x="4637" y="3540"/>
                    </a:lnTo>
                    <a:lnTo>
                      <a:pt x="4644" y="3539"/>
                    </a:lnTo>
                    <a:lnTo>
                      <a:pt x="4651" y="3523"/>
                    </a:lnTo>
                    <a:lnTo>
                      <a:pt x="4658" y="3488"/>
                    </a:lnTo>
                    <a:lnTo>
                      <a:pt x="4665" y="3434"/>
                    </a:lnTo>
                    <a:lnTo>
                      <a:pt x="4674" y="3360"/>
                    </a:lnTo>
                    <a:lnTo>
                      <a:pt x="4681" y="3266"/>
                    </a:lnTo>
                    <a:lnTo>
                      <a:pt x="4688" y="3151"/>
                    </a:lnTo>
                    <a:lnTo>
                      <a:pt x="4695" y="3015"/>
                    </a:lnTo>
                    <a:lnTo>
                      <a:pt x="4702" y="2861"/>
                    </a:lnTo>
                    <a:lnTo>
                      <a:pt x="4709" y="2689"/>
                    </a:lnTo>
                    <a:lnTo>
                      <a:pt x="4717" y="2502"/>
                    </a:lnTo>
                    <a:lnTo>
                      <a:pt x="4724" y="2301"/>
                    </a:lnTo>
                    <a:lnTo>
                      <a:pt x="4731" y="2091"/>
                    </a:lnTo>
                    <a:lnTo>
                      <a:pt x="4738" y="1873"/>
                    </a:lnTo>
                    <a:lnTo>
                      <a:pt x="4745" y="1652"/>
                    </a:lnTo>
                    <a:lnTo>
                      <a:pt x="4752" y="1431"/>
                    </a:lnTo>
                    <a:lnTo>
                      <a:pt x="4761" y="1213"/>
                    </a:lnTo>
                    <a:lnTo>
                      <a:pt x="4768" y="1005"/>
                    </a:lnTo>
                    <a:lnTo>
                      <a:pt x="4775" y="807"/>
                    </a:lnTo>
                    <a:lnTo>
                      <a:pt x="4782" y="624"/>
                    </a:lnTo>
                    <a:lnTo>
                      <a:pt x="4789" y="459"/>
                    </a:lnTo>
                    <a:lnTo>
                      <a:pt x="4796" y="317"/>
                    </a:lnTo>
                    <a:lnTo>
                      <a:pt x="4805" y="198"/>
                    </a:lnTo>
                    <a:lnTo>
                      <a:pt x="4812" y="106"/>
                    </a:lnTo>
                    <a:lnTo>
                      <a:pt x="4819" y="41"/>
                    </a:lnTo>
                    <a:lnTo>
                      <a:pt x="4826" y="7"/>
                    </a:lnTo>
                    <a:lnTo>
                      <a:pt x="4833" y="1"/>
                    </a:lnTo>
                    <a:lnTo>
                      <a:pt x="4840" y="26"/>
                    </a:lnTo>
                    <a:lnTo>
                      <a:pt x="4848" y="82"/>
                    </a:lnTo>
                    <a:lnTo>
                      <a:pt x="4855" y="166"/>
                    </a:lnTo>
                    <a:lnTo>
                      <a:pt x="4862" y="276"/>
                    </a:lnTo>
                    <a:lnTo>
                      <a:pt x="4869" y="411"/>
                    </a:lnTo>
                    <a:lnTo>
                      <a:pt x="4876" y="570"/>
                    </a:lnTo>
                    <a:lnTo>
                      <a:pt x="4883" y="747"/>
                    </a:lnTo>
                    <a:lnTo>
                      <a:pt x="4892" y="941"/>
                    </a:lnTo>
                    <a:lnTo>
                      <a:pt x="4899" y="1147"/>
                    </a:lnTo>
                    <a:lnTo>
                      <a:pt x="4906" y="1361"/>
                    </a:lnTo>
                    <a:lnTo>
                      <a:pt x="4913" y="1581"/>
                    </a:lnTo>
                    <a:lnTo>
                      <a:pt x="4920" y="1803"/>
                    </a:lnTo>
                    <a:lnTo>
                      <a:pt x="4927" y="2021"/>
                    </a:lnTo>
                    <a:lnTo>
                      <a:pt x="4936" y="2234"/>
                    </a:lnTo>
                    <a:lnTo>
                      <a:pt x="4943" y="2439"/>
                    </a:lnTo>
                    <a:lnTo>
                      <a:pt x="4950" y="2630"/>
                    </a:lnTo>
                    <a:lnTo>
                      <a:pt x="4957" y="2808"/>
                    </a:lnTo>
                    <a:lnTo>
                      <a:pt x="4964" y="2968"/>
                    </a:lnTo>
                    <a:lnTo>
                      <a:pt x="4971" y="3109"/>
                    </a:lnTo>
                    <a:lnTo>
                      <a:pt x="4979" y="3231"/>
                    </a:lnTo>
                    <a:lnTo>
                      <a:pt x="4986" y="3333"/>
                    </a:lnTo>
                    <a:lnTo>
                      <a:pt x="4993" y="3413"/>
                    </a:lnTo>
                    <a:lnTo>
                      <a:pt x="5000" y="3473"/>
                    </a:lnTo>
                    <a:lnTo>
                      <a:pt x="5008" y="3513"/>
                    </a:lnTo>
                    <a:lnTo>
                      <a:pt x="5015" y="3535"/>
                    </a:lnTo>
                    <a:lnTo>
                      <a:pt x="5022" y="3541"/>
                    </a:lnTo>
                    <a:lnTo>
                      <a:pt x="5030" y="3532"/>
                    </a:lnTo>
                    <a:lnTo>
                      <a:pt x="5037" y="3510"/>
                    </a:lnTo>
                    <a:lnTo>
                      <a:pt x="5044" y="3478"/>
                    </a:lnTo>
                    <a:lnTo>
                      <a:pt x="5051" y="3439"/>
                    </a:lnTo>
                    <a:lnTo>
                      <a:pt x="5058" y="3394"/>
                    </a:lnTo>
                    <a:lnTo>
                      <a:pt x="5065" y="3348"/>
                    </a:lnTo>
                    <a:lnTo>
                      <a:pt x="5074" y="3302"/>
                    </a:lnTo>
                    <a:lnTo>
                      <a:pt x="5081" y="3259"/>
                    </a:lnTo>
                    <a:lnTo>
                      <a:pt x="5088" y="3221"/>
                    </a:lnTo>
                  </a:path>
                </a:pathLst>
              </a:custGeom>
              <a:noFill/>
              <a:ln w="25400" cap="flat" cmpd="sng">
                <a:solidFill>
                  <a:srgbClr val="FF0000">
                    <a:alpha val="100000"/>
                  </a:srgbClr>
                </a:solidFill>
                <a:prstDash val="solid"/>
                <a:round/>
                <a:headEnd type="none" w="med" len="med"/>
                <a:tailEnd type="none" w="med" len="med"/>
              </a:ln>
            </p:spPr>
            <p:txBody>
              <a:bodyPr/>
              <a:p>
                <a:endParaRPr lang="zh-CN" altLang="en-US"/>
              </a:p>
            </p:txBody>
          </p:sp>
          <p:sp>
            <p:nvSpPr>
              <p:cNvPr id="100214" name="Rectangle 267"/>
              <p:cNvSpPr/>
              <p:nvPr/>
            </p:nvSpPr>
            <p:spPr>
              <a:xfrm rot="-5400000">
                <a:off x="2658" y="2999"/>
                <a:ext cx="12" cy="32"/>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100215" name="Rectangle 268"/>
              <p:cNvSpPr/>
              <p:nvPr/>
            </p:nvSpPr>
            <p:spPr>
              <a:xfrm>
                <a:off x="1437" y="2611"/>
                <a:ext cx="7" cy="51"/>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100149" name="Text Box 582"/>
            <p:cNvSpPr txBox="1"/>
            <p:nvPr/>
          </p:nvSpPr>
          <p:spPr>
            <a:xfrm>
              <a:off x="86" y="1593"/>
              <a:ext cx="372" cy="232"/>
            </a:xfrm>
            <a:prstGeom prst="rect">
              <a:avLst/>
            </a:prstGeom>
            <a:noFill/>
            <a:ln w="9525">
              <a:noFill/>
            </a:ln>
          </p:spPr>
          <p:txBody>
            <a:bodyPr wrap="none">
              <a:spAutoFit/>
            </a:bodyPr>
            <a:p>
              <a:r>
                <a:rPr lang="en-US" altLang="zh-CN" dirty="0">
                  <a:latin typeface="Times New Roman" panose="02020603050405020304" pitchFamily="18" charset="0"/>
                </a:rPr>
                <a:t>N=3</a:t>
              </a:r>
              <a:endParaRPr lang="en-US" altLang="zh-CN" dirty="0">
                <a:latin typeface="Times New Roman" panose="02020603050405020304" pitchFamily="18" charset="0"/>
              </a:endParaRPr>
            </a:p>
          </p:txBody>
        </p:sp>
      </p:grpSp>
      <p:grpSp>
        <p:nvGrpSpPr>
          <p:cNvPr id="93769" name="Group 585"/>
          <p:cNvGrpSpPr/>
          <p:nvPr/>
        </p:nvGrpSpPr>
        <p:grpSpPr>
          <a:xfrm>
            <a:off x="1660525" y="3305175"/>
            <a:ext cx="4560888" cy="796925"/>
            <a:chOff x="86" y="2082"/>
            <a:chExt cx="2873" cy="502"/>
          </a:xfrm>
        </p:grpSpPr>
        <p:grpSp>
          <p:nvGrpSpPr>
            <p:cNvPr id="100064" name="Group 353"/>
            <p:cNvGrpSpPr/>
            <p:nvPr/>
          </p:nvGrpSpPr>
          <p:grpSpPr>
            <a:xfrm>
              <a:off x="127" y="2082"/>
              <a:ext cx="2832" cy="502"/>
              <a:chOff x="343" y="2755"/>
              <a:chExt cx="2832" cy="721"/>
            </a:xfrm>
          </p:grpSpPr>
          <p:sp>
            <p:nvSpPr>
              <p:cNvPr id="100066" name="Line 271"/>
              <p:cNvSpPr/>
              <p:nvPr/>
            </p:nvSpPr>
            <p:spPr>
              <a:xfrm>
                <a:off x="343" y="3475"/>
                <a:ext cx="1" cy="1"/>
              </a:xfrm>
              <a:prstGeom prst="line">
                <a:avLst/>
              </a:prstGeom>
              <a:ln w="11113" cap="flat" cmpd="sng">
                <a:solidFill>
                  <a:srgbClr val="000000"/>
                </a:solidFill>
                <a:prstDash val="solid"/>
                <a:headEnd type="none" w="med" len="med"/>
                <a:tailEnd type="none" w="med" len="med"/>
              </a:ln>
            </p:spPr>
          </p:sp>
          <p:sp>
            <p:nvSpPr>
              <p:cNvPr id="100067" name="Line 272"/>
              <p:cNvSpPr/>
              <p:nvPr/>
            </p:nvSpPr>
            <p:spPr>
              <a:xfrm>
                <a:off x="490" y="3475"/>
                <a:ext cx="1" cy="1"/>
              </a:xfrm>
              <a:prstGeom prst="line">
                <a:avLst/>
              </a:prstGeom>
              <a:ln w="11113" cap="flat" cmpd="sng">
                <a:solidFill>
                  <a:srgbClr val="000000"/>
                </a:solidFill>
                <a:prstDash val="solid"/>
                <a:headEnd type="none" w="med" len="med"/>
                <a:tailEnd type="none" w="med" len="med"/>
              </a:ln>
            </p:spPr>
          </p:sp>
          <p:sp>
            <p:nvSpPr>
              <p:cNvPr id="100068" name="Line 273"/>
              <p:cNvSpPr/>
              <p:nvPr/>
            </p:nvSpPr>
            <p:spPr>
              <a:xfrm>
                <a:off x="637" y="3475"/>
                <a:ext cx="1" cy="1"/>
              </a:xfrm>
              <a:prstGeom prst="line">
                <a:avLst/>
              </a:prstGeom>
              <a:ln w="11113" cap="flat" cmpd="sng">
                <a:solidFill>
                  <a:srgbClr val="000000"/>
                </a:solidFill>
                <a:prstDash val="solid"/>
                <a:headEnd type="none" w="med" len="med"/>
                <a:tailEnd type="none" w="med" len="med"/>
              </a:ln>
            </p:spPr>
          </p:sp>
          <p:sp>
            <p:nvSpPr>
              <p:cNvPr id="100069" name="Line 274"/>
              <p:cNvSpPr/>
              <p:nvPr/>
            </p:nvSpPr>
            <p:spPr>
              <a:xfrm>
                <a:off x="785" y="3475"/>
                <a:ext cx="1" cy="1"/>
              </a:xfrm>
              <a:prstGeom prst="line">
                <a:avLst/>
              </a:prstGeom>
              <a:ln w="11113" cap="flat" cmpd="sng">
                <a:solidFill>
                  <a:srgbClr val="000000"/>
                </a:solidFill>
                <a:prstDash val="solid"/>
                <a:headEnd type="none" w="med" len="med"/>
                <a:tailEnd type="none" w="med" len="med"/>
              </a:ln>
            </p:spPr>
          </p:sp>
          <p:sp>
            <p:nvSpPr>
              <p:cNvPr id="100070" name="Line 275"/>
              <p:cNvSpPr/>
              <p:nvPr/>
            </p:nvSpPr>
            <p:spPr>
              <a:xfrm>
                <a:off x="932" y="3475"/>
                <a:ext cx="1" cy="1"/>
              </a:xfrm>
              <a:prstGeom prst="line">
                <a:avLst/>
              </a:prstGeom>
              <a:ln w="11113" cap="flat" cmpd="sng">
                <a:solidFill>
                  <a:srgbClr val="000000"/>
                </a:solidFill>
                <a:prstDash val="solid"/>
                <a:headEnd type="none" w="med" len="med"/>
                <a:tailEnd type="none" w="med" len="med"/>
              </a:ln>
            </p:spPr>
          </p:sp>
          <p:sp>
            <p:nvSpPr>
              <p:cNvPr id="100071" name="Line 276"/>
              <p:cNvSpPr/>
              <p:nvPr/>
            </p:nvSpPr>
            <p:spPr>
              <a:xfrm>
                <a:off x="1080" y="3475"/>
                <a:ext cx="1" cy="1"/>
              </a:xfrm>
              <a:prstGeom prst="line">
                <a:avLst/>
              </a:prstGeom>
              <a:ln w="11113" cap="flat" cmpd="sng">
                <a:solidFill>
                  <a:srgbClr val="000000"/>
                </a:solidFill>
                <a:prstDash val="solid"/>
                <a:headEnd type="none" w="med" len="med"/>
                <a:tailEnd type="none" w="med" len="med"/>
              </a:ln>
            </p:spPr>
          </p:sp>
          <p:sp>
            <p:nvSpPr>
              <p:cNvPr id="100072" name="Line 277"/>
              <p:cNvSpPr/>
              <p:nvPr/>
            </p:nvSpPr>
            <p:spPr>
              <a:xfrm>
                <a:off x="1227" y="3475"/>
                <a:ext cx="1" cy="1"/>
              </a:xfrm>
              <a:prstGeom prst="line">
                <a:avLst/>
              </a:prstGeom>
              <a:ln w="11113" cap="flat" cmpd="sng">
                <a:solidFill>
                  <a:srgbClr val="000000"/>
                </a:solidFill>
                <a:prstDash val="solid"/>
                <a:headEnd type="none" w="med" len="med"/>
                <a:tailEnd type="none" w="med" len="med"/>
              </a:ln>
            </p:spPr>
          </p:sp>
          <p:sp>
            <p:nvSpPr>
              <p:cNvPr id="100073" name="Line 278"/>
              <p:cNvSpPr/>
              <p:nvPr/>
            </p:nvSpPr>
            <p:spPr>
              <a:xfrm>
                <a:off x="1374" y="3475"/>
                <a:ext cx="1" cy="1"/>
              </a:xfrm>
              <a:prstGeom prst="line">
                <a:avLst/>
              </a:prstGeom>
              <a:ln w="11113" cap="flat" cmpd="sng">
                <a:solidFill>
                  <a:srgbClr val="000000"/>
                </a:solidFill>
                <a:prstDash val="solid"/>
                <a:headEnd type="none" w="med" len="med"/>
                <a:tailEnd type="none" w="med" len="med"/>
              </a:ln>
            </p:spPr>
          </p:sp>
          <p:sp>
            <p:nvSpPr>
              <p:cNvPr id="100074" name="Line 279"/>
              <p:cNvSpPr/>
              <p:nvPr/>
            </p:nvSpPr>
            <p:spPr>
              <a:xfrm>
                <a:off x="1522" y="3475"/>
                <a:ext cx="1" cy="1"/>
              </a:xfrm>
              <a:prstGeom prst="line">
                <a:avLst/>
              </a:prstGeom>
              <a:ln w="11113" cap="flat" cmpd="sng">
                <a:solidFill>
                  <a:srgbClr val="000000"/>
                </a:solidFill>
                <a:prstDash val="solid"/>
                <a:headEnd type="none" w="med" len="med"/>
                <a:tailEnd type="none" w="med" len="med"/>
              </a:ln>
            </p:spPr>
          </p:sp>
          <p:sp>
            <p:nvSpPr>
              <p:cNvPr id="100075" name="Line 280"/>
              <p:cNvSpPr/>
              <p:nvPr/>
            </p:nvSpPr>
            <p:spPr>
              <a:xfrm>
                <a:off x="1669" y="3475"/>
                <a:ext cx="1" cy="1"/>
              </a:xfrm>
              <a:prstGeom prst="line">
                <a:avLst/>
              </a:prstGeom>
              <a:ln w="11113" cap="flat" cmpd="sng">
                <a:solidFill>
                  <a:srgbClr val="000000"/>
                </a:solidFill>
                <a:prstDash val="solid"/>
                <a:headEnd type="none" w="med" len="med"/>
                <a:tailEnd type="none" w="med" len="med"/>
              </a:ln>
            </p:spPr>
          </p:sp>
          <p:sp>
            <p:nvSpPr>
              <p:cNvPr id="100076" name="Line 281"/>
              <p:cNvSpPr/>
              <p:nvPr/>
            </p:nvSpPr>
            <p:spPr>
              <a:xfrm>
                <a:off x="1816" y="3475"/>
                <a:ext cx="1" cy="1"/>
              </a:xfrm>
              <a:prstGeom prst="line">
                <a:avLst/>
              </a:prstGeom>
              <a:ln w="11113" cap="flat" cmpd="sng">
                <a:solidFill>
                  <a:srgbClr val="000000"/>
                </a:solidFill>
                <a:prstDash val="solid"/>
                <a:headEnd type="none" w="med" len="med"/>
                <a:tailEnd type="none" w="med" len="med"/>
              </a:ln>
            </p:spPr>
          </p:sp>
          <p:sp>
            <p:nvSpPr>
              <p:cNvPr id="100077" name="Line 282"/>
              <p:cNvSpPr/>
              <p:nvPr/>
            </p:nvSpPr>
            <p:spPr>
              <a:xfrm>
                <a:off x="1963" y="3475"/>
                <a:ext cx="1" cy="1"/>
              </a:xfrm>
              <a:prstGeom prst="line">
                <a:avLst/>
              </a:prstGeom>
              <a:ln w="11113" cap="flat" cmpd="sng">
                <a:solidFill>
                  <a:srgbClr val="000000"/>
                </a:solidFill>
                <a:prstDash val="solid"/>
                <a:headEnd type="none" w="med" len="med"/>
                <a:tailEnd type="none" w="med" len="med"/>
              </a:ln>
            </p:spPr>
          </p:sp>
          <p:sp>
            <p:nvSpPr>
              <p:cNvPr id="100078" name="Line 283"/>
              <p:cNvSpPr/>
              <p:nvPr/>
            </p:nvSpPr>
            <p:spPr>
              <a:xfrm>
                <a:off x="2111" y="3475"/>
                <a:ext cx="1" cy="1"/>
              </a:xfrm>
              <a:prstGeom prst="line">
                <a:avLst/>
              </a:prstGeom>
              <a:ln w="11113" cap="flat" cmpd="sng">
                <a:solidFill>
                  <a:srgbClr val="000000"/>
                </a:solidFill>
                <a:prstDash val="solid"/>
                <a:headEnd type="none" w="med" len="med"/>
                <a:tailEnd type="none" w="med" len="med"/>
              </a:ln>
            </p:spPr>
          </p:sp>
          <p:sp>
            <p:nvSpPr>
              <p:cNvPr id="100079" name="Line 284"/>
              <p:cNvSpPr/>
              <p:nvPr/>
            </p:nvSpPr>
            <p:spPr>
              <a:xfrm>
                <a:off x="2258" y="3475"/>
                <a:ext cx="1" cy="1"/>
              </a:xfrm>
              <a:prstGeom prst="line">
                <a:avLst/>
              </a:prstGeom>
              <a:ln w="11113" cap="flat" cmpd="sng">
                <a:solidFill>
                  <a:srgbClr val="000000"/>
                </a:solidFill>
                <a:prstDash val="solid"/>
                <a:headEnd type="none" w="med" len="med"/>
                <a:tailEnd type="none" w="med" len="med"/>
              </a:ln>
            </p:spPr>
          </p:sp>
          <p:sp>
            <p:nvSpPr>
              <p:cNvPr id="100080" name="Line 285"/>
              <p:cNvSpPr/>
              <p:nvPr/>
            </p:nvSpPr>
            <p:spPr>
              <a:xfrm>
                <a:off x="2405" y="3475"/>
                <a:ext cx="1" cy="1"/>
              </a:xfrm>
              <a:prstGeom prst="line">
                <a:avLst/>
              </a:prstGeom>
              <a:ln w="11113" cap="flat" cmpd="sng">
                <a:solidFill>
                  <a:srgbClr val="000000"/>
                </a:solidFill>
                <a:prstDash val="solid"/>
                <a:headEnd type="none" w="med" len="med"/>
                <a:tailEnd type="none" w="med" len="med"/>
              </a:ln>
            </p:spPr>
          </p:sp>
          <p:sp>
            <p:nvSpPr>
              <p:cNvPr id="100081" name="Line 286"/>
              <p:cNvSpPr/>
              <p:nvPr/>
            </p:nvSpPr>
            <p:spPr>
              <a:xfrm>
                <a:off x="2552" y="3475"/>
                <a:ext cx="1" cy="1"/>
              </a:xfrm>
              <a:prstGeom prst="line">
                <a:avLst/>
              </a:prstGeom>
              <a:ln w="11113" cap="flat" cmpd="sng">
                <a:solidFill>
                  <a:srgbClr val="000000"/>
                </a:solidFill>
                <a:prstDash val="solid"/>
                <a:headEnd type="none" w="med" len="med"/>
                <a:tailEnd type="none" w="med" len="med"/>
              </a:ln>
            </p:spPr>
          </p:sp>
          <p:sp>
            <p:nvSpPr>
              <p:cNvPr id="100082" name="Line 287"/>
              <p:cNvSpPr/>
              <p:nvPr/>
            </p:nvSpPr>
            <p:spPr>
              <a:xfrm>
                <a:off x="2700" y="3475"/>
                <a:ext cx="1" cy="1"/>
              </a:xfrm>
              <a:prstGeom prst="line">
                <a:avLst/>
              </a:prstGeom>
              <a:ln w="11113" cap="flat" cmpd="sng">
                <a:solidFill>
                  <a:srgbClr val="000000"/>
                </a:solidFill>
                <a:prstDash val="solid"/>
                <a:headEnd type="none" w="med" len="med"/>
                <a:tailEnd type="none" w="med" len="med"/>
              </a:ln>
            </p:spPr>
          </p:sp>
          <p:sp>
            <p:nvSpPr>
              <p:cNvPr id="100083" name="Line 288"/>
              <p:cNvSpPr/>
              <p:nvPr/>
            </p:nvSpPr>
            <p:spPr>
              <a:xfrm>
                <a:off x="2847" y="3475"/>
                <a:ext cx="1" cy="1"/>
              </a:xfrm>
              <a:prstGeom prst="line">
                <a:avLst/>
              </a:prstGeom>
              <a:ln w="11113" cap="flat" cmpd="sng">
                <a:solidFill>
                  <a:srgbClr val="000000"/>
                </a:solidFill>
                <a:prstDash val="solid"/>
                <a:headEnd type="none" w="med" len="med"/>
                <a:tailEnd type="none" w="med" len="med"/>
              </a:ln>
            </p:spPr>
          </p:sp>
          <p:sp>
            <p:nvSpPr>
              <p:cNvPr id="100084" name="Line 289"/>
              <p:cNvSpPr/>
              <p:nvPr/>
            </p:nvSpPr>
            <p:spPr>
              <a:xfrm>
                <a:off x="2994" y="3475"/>
                <a:ext cx="1" cy="1"/>
              </a:xfrm>
              <a:prstGeom prst="line">
                <a:avLst/>
              </a:prstGeom>
              <a:ln w="11113" cap="flat" cmpd="sng">
                <a:solidFill>
                  <a:srgbClr val="000000"/>
                </a:solidFill>
                <a:prstDash val="solid"/>
                <a:headEnd type="none" w="med" len="med"/>
                <a:tailEnd type="none" w="med" len="med"/>
              </a:ln>
            </p:spPr>
          </p:sp>
          <p:sp>
            <p:nvSpPr>
              <p:cNvPr id="100085" name="Line 290"/>
              <p:cNvSpPr/>
              <p:nvPr/>
            </p:nvSpPr>
            <p:spPr>
              <a:xfrm>
                <a:off x="343" y="3475"/>
                <a:ext cx="2651" cy="1"/>
              </a:xfrm>
              <a:prstGeom prst="line">
                <a:avLst/>
              </a:prstGeom>
              <a:ln w="11113" cap="flat" cmpd="sng">
                <a:solidFill>
                  <a:srgbClr val="000000"/>
                </a:solidFill>
                <a:prstDash val="solid"/>
                <a:headEnd type="none" w="med" len="med"/>
                <a:tailEnd type="none" w="med" len="med"/>
              </a:ln>
            </p:spPr>
          </p:sp>
          <p:sp>
            <p:nvSpPr>
              <p:cNvPr id="100086" name="Line 291"/>
              <p:cNvSpPr/>
              <p:nvPr/>
            </p:nvSpPr>
            <p:spPr>
              <a:xfrm>
                <a:off x="343" y="3475"/>
                <a:ext cx="1" cy="1"/>
              </a:xfrm>
              <a:prstGeom prst="line">
                <a:avLst/>
              </a:prstGeom>
              <a:ln w="11113" cap="flat" cmpd="sng">
                <a:solidFill>
                  <a:srgbClr val="000000"/>
                </a:solidFill>
                <a:prstDash val="solid"/>
                <a:headEnd type="none" w="med" len="med"/>
                <a:tailEnd type="none" w="med" len="med"/>
              </a:ln>
            </p:spPr>
          </p:sp>
          <p:sp>
            <p:nvSpPr>
              <p:cNvPr id="100087" name="Line 292"/>
              <p:cNvSpPr/>
              <p:nvPr/>
            </p:nvSpPr>
            <p:spPr>
              <a:xfrm>
                <a:off x="343" y="3438"/>
                <a:ext cx="1" cy="1"/>
              </a:xfrm>
              <a:prstGeom prst="line">
                <a:avLst/>
              </a:prstGeom>
              <a:ln w="11113" cap="flat" cmpd="sng">
                <a:solidFill>
                  <a:srgbClr val="000000"/>
                </a:solidFill>
                <a:prstDash val="solid"/>
                <a:headEnd type="none" w="med" len="med"/>
                <a:tailEnd type="none" w="med" len="med"/>
              </a:ln>
            </p:spPr>
          </p:sp>
          <p:sp>
            <p:nvSpPr>
              <p:cNvPr id="100088" name="Line 293"/>
              <p:cNvSpPr/>
              <p:nvPr/>
            </p:nvSpPr>
            <p:spPr>
              <a:xfrm>
                <a:off x="343" y="3402"/>
                <a:ext cx="1" cy="1"/>
              </a:xfrm>
              <a:prstGeom prst="line">
                <a:avLst/>
              </a:prstGeom>
              <a:ln w="11113" cap="flat" cmpd="sng">
                <a:solidFill>
                  <a:srgbClr val="000000"/>
                </a:solidFill>
                <a:prstDash val="solid"/>
                <a:headEnd type="none" w="med" len="med"/>
                <a:tailEnd type="none" w="med" len="med"/>
              </a:ln>
            </p:spPr>
          </p:sp>
          <p:sp>
            <p:nvSpPr>
              <p:cNvPr id="100089" name="Line 294"/>
              <p:cNvSpPr/>
              <p:nvPr/>
            </p:nvSpPr>
            <p:spPr>
              <a:xfrm>
                <a:off x="343" y="3365"/>
                <a:ext cx="1" cy="1"/>
              </a:xfrm>
              <a:prstGeom prst="line">
                <a:avLst/>
              </a:prstGeom>
              <a:ln w="11113" cap="flat" cmpd="sng">
                <a:solidFill>
                  <a:srgbClr val="000000"/>
                </a:solidFill>
                <a:prstDash val="solid"/>
                <a:headEnd type="none" w="med" len="med"/>
                <a:tailEnd type="none" w="med" len="med"/>
              </a:ln>
            </p:spPr>
          </p:sp>
          <p:sp>
            <p:nvSpPr>
              <p:cNvPr id="100090" name="Line 295"/>
              <p:cNvSpPr/>
              <p:nvPr/>
            </p:nvSpPr>
            <p:spPr>
              <a:xfrm>
                <a:off x="343" y="3329"/>
                <a:ext cx="1" cy="1"/>
              </a:xfrm>
              <a:prstGeom prst="line">
                <a:avLst/>
              </a:prstGeom>
              <a:ln w="11113" cap="flat" cmpd="sng">
                <a:solidFill>
                  <a:srgbClr val="000000"/>
                </a:solidFill>
                <a:prstDash val="solid"/>
                <a:headEnd type="none" w="med" len="med"/>
                <a:tailEnd type="none" w="med" len="med"/>
              </a:ln>
            </p:spPr>
          </p:sp>
          <p:sp>
            <p:nvSpPr>
              <p:cNvPr id="100091" name="Line 296"/>
              <p:cNvSpPr/>
              <p:nvPr/>
            </p:nvSpPr>
            <p:spPr>
              <a:xfrm>
                <a:off x="343" y="3293"/>
                <a:ext cx="1" cy="1"/>
              </a:xfrm>
              <a:prstGeom prst="line">
                <a:avLst/>
              </a:prstGeom>
              <a:ln w="11113" cap="flat" cmpd="sng">
                <a:solidFill>
                  <a:srgbClr val="000000"/>
                </a:solidFill>
                <a:prstDash val="solid"/>
                <a:headEnd type="none" w="med" len="med"/>
                <a:tailEnd type="none" w="med" len="med"/>
              </a:ln>
            </p:spPr>
          </p:sp>
          <p:sp>
            <p:nvSpPr>
              <p:cNvPr id="100092" name="Line 297"/>
              <p:cNvSpPr/>
              <p:nvPr/>
            </p:nvSpPr>
            <p:spPr>
              <a:xfrm>
                <a:off x="343" y="3256"/>
                <a:ext cx="1" cy="1"/>
              </a:xfrm>
              <a:prstGeom prst="line">
                <a:avLst/>
              </a:prstGeom>
              <a:ln w="11113" cap="flat" cmpd="sng">
                <a:solidFill>
                  <a:srgbClr val="000000"/>
                </a:solidFill>
                <a:prstDash val="solid"/>
                <a:headEnd type="none" w="med" len="med"/>
                <a:tailEnd type="none" w="med" len="med"/>
              </a:ln>
            </p:spPr>
          </p:sp>
          <p:sp>
            <p:nvSpPr>
              <p:cNvPr id="100093" name="Line 298"/>
              <p:cNvSpPr/>
              <p:nvPr/>
            </p:nvSpPr>
            <p:spPr>
              <a:xfrm>
                <a:off x="343" y="3220"/>
                <a:ext cx="1" cy="1"/>
              </a:xfrm>
              <a:prstGeom prst="line">
                <a:avLst/>
              </a:prstGeom>
              <a:ln w="11113" cap="flat" cmpd="sng">
                <a:solidFill>
                  <a:srgbClr val="000000"/>
                </a:solidFill>
                <a:prstDash val="solid"/>
                <a:headEnd type="none" w="med" len="med"/>
                <a:tailEnd type="none" w="med" len="med"/>
              </a:ln>
            </p:spPr>
          </p:sp>
          <p:sp>
            <p:nvSpPr>
              <p:cNvPr id="100094" name="Line 299"/>
              <p:cNvSpPr/>
              <p:nvPr/>
            </p:nvSpPr>
            <p:spPr>
              <a:xfrm>
                <a:off x="343" y="3183"/>
                <a:ext cx="1" cy="1"/>
              </a:xfrm>
              <a:prstGeom prst="line">
                <a:avLst/>
              </a:prstGeom>
              <a:ln w="11113" cap="flat" cmpd="sng">
                <a:solidFill>
                  <a:srgbClr val="000000"/>
                </a:solidFill>
                <a:prstDash val="solid"/>
                <a:headEnd type="none" w="med" len="med"/>
                <a:tailEnd type="none" w="med" len="med"/>
              </a:ln>
            </p:spPr>
          </p:sp>
          <p:sp>
            <p:nvSpPr>
              <p:cNvPr id="100095" name="Line 300"/>
              <p:cNvSpPr/>
              <p:nvPr/>
            </p:nvSpPr>
            <p:spPr>
              <a:xfrm>
                <a:off x="343" y="3147"/>
                <a:ext cx="1" cy="1"/>
              </a:xfrm>
              <a:prstGeom prst="line">
                <a:avLst/>
              </a:prstGeom>
              <a:ln w="11113" cap="flat" cmpd="sng">
                <a:solidFill>
                  <a:srgbClr val="000000"/>
                </a:solidFill>
                <a:prstDash val="solid"/>
                <a:headEnd type="none" w="med" len="med"/>
                <a:tailEnd type="none" w="med" len="med"/>
              </a:ln>
            </p:spPr>
          </p:sp>
          <p:sp>
            <p:nvSpPr>
              <p:cNvPr id="100096" name="Line 301"/>
              <p:cNvSpPr/>
              <p:nvPr/>
            </p:nvSpPr>
            <p:spPr>
              <a:xfrm>
                <a:off x="343" y="3110"/>
                <a:ext cx="1" cy="1"/>
              </a:xfrm>
              <a:prstGeom prst="line">
                <a:avLst/>
              </a:prstGeom>
              <a:ln w="11113" cap="flat" cmpd="sng">
                <a:solidFill>
                  <a:srgbClr val="000000"/>
                </a:solidFill>
                <a:prstDash val="solid"/>
                <a:headEnd type="none" w="med" len="med"/>
                <a:tailEnd type="none" w="med" len="med"/>
              </a:ln>
            </p:spPr>
          </p:sp>
          <p:sp>
            <p:nvSpPr>
              <p:cNvPr id="100097" name="Line 302"/>
              <p:cNvSpPr/>
              <p:nvPr/>
            </p:nvSpPr>
            <p:spPr>
              <a:xfrm>
                <a:off x="343" y="3074"/>
                <a:ext cx="1" cy="1"/>
              </a:xfrm>
              <a:prstGeom prst="line">
                <a:avLst/>
              </a:prstGeom>
              <a:ln w="11113" cap="flat" cmpd="sng">
                <a:solidFill>
                  <a:srgbClr val="000000"/>
                </a:solidFill>
                <a:prstDash val="solid"/>
                <a:headEnd type="none" w="med" len="med"/>
                <a:tailEnd type="none" w="med" len="med"/>
              </a:ln>
            </p:spPr>
          </p:sp>
          <p:sp>
            <p:nvSpPr>
              <p:cNvPr id="100098" name="Line 303"/>
              <p:cNvSpPr/>
              <p:nvPr/>
            </p:nvSpPr>
            <p:spPr>
              <a:xfrm>
                <a:off x="343" y="3038"/>
                <a:ext cx="1" cy="1"/>
              </a:xfrm>
              <a:prstGeom prst="line">
                <a:avLst/>
              </a:prstGeom>
              <a:ln w="11113" cap="flat" cmpd="sng">
                <a:solidFill>
                  <a:srgbClr val="000000"/>
                </a:solidFill>
                <a:prstDash val="solid"/>
                <a:headEnd type="none" w="med" len="med"/>
                <a:tailEnd type="none" w="med" len="med"/>
              </a:ln>
            </p:spPr>
          </p:sp>
          <p:sp>
            <p:nvSpPr>
              <p:cNvPr id="100099" name="Line 304"/>
              <p:cNvSpPr/>
              <p:nvPr/>
            </p:nvSpPr>
            <p:spPr>
              <a:xfrm>
                <a:off x="343" y="3001"/>
                <a:ext cx="1" cy="1"/>
              </a:xfrm>
              <a:prstGeom prst="line">
                <a:avLst/>
              </a:prstGeom>
              <a:ln w="11113" cap="flat" cmpd="sng">
                <a:solidFill>
                  <a:srgbClr val="000000"/>
                </a:solidFill>
                <a:prstDash val="solid"/>
                <a:headEnd type="none" w="med" len="med"/>
                <a:tailEnd type="none" w="med" len="med"/>
              </a:ln>
            </p:spPr>
          </p:sp>
          <p:sp>
            <p:nvSpPr>
              <p:cNvPr id="100100" name="Line 305"/>
              <p:cNvSpPr/>
              <p:nvPr/>
            </p:nvSpPr>
            <p:spPr>
              <a:xfrm>
                <a:off x="343" y="2965"/>
                <a:ext cx="1" cy="1"/>
              </a:xfrm>
              <a:prstGeom prst="line">
                <a:avLst/>
              </a:prstGeom>
              <a:ln w="11113" cap="flat" cmpd="sng">
                <a:solidFill>
                  <a:srgbClr val="000000"/>
                </a:solidFill>
                <a:prstDash val="solid"/>
                <a:headEnd type="none" w="med" len="med"/>
                <a:tailEnd type="none" w="med" len="med"/>
              </a:ln>
            </p:spPr>
          </p:sp>
          <p:sp>
            <p:nvSpPr>
              <p:cNvPr id="100101" name="Line 306"/>
              <p:cNvSpPr/>
              <p:nvPr/>
            </p:nvSpPr>
            <p:spPr>
              <a:xfrm>
                <a:off x="343" y="2928"/>
                <a:ext cx="1" cy="1"/>
              </a:xfrm>
              <a:prstGeom prst="line">
                <a:avLst/>
              </a:prstGeom>
              <a:ln w="11113" cap="flat" cmpd="sng">
                <a:solidFill>
                  <a:srgbClr val="000000"/>
                </a:solidFill>
                <a:prstDash val="solid"/>
                <a:headEnd type="none" w="med" len="med"/>
                <a:tailEnd type="none" w="med" len="med"/>
              </a:ln>
            </p:spPr>
          </p:sp>
          <p:sp>
            <p:nvSpPr>
              <p:cNvPr id="100102" name="Line 307"/>
              <p:cNvSpPr/>
              <p:nvPr/>
            </p:nvSpPr>
            <p:spPr>
              <a:xfrm>
                <a:off x="343" y="2892"/>
                <a:ext cx="1" cy="1"/>
              </a:xfrm>
              <a:prstGeom prst="line">
                <a:avLst/>
              </a:prstGeom>
              <a:ln w="11113" cap="flat" cmpd="sng">
                <a:solidFill>
                  <a:srgbClr val="000000"/>
                </a:solidFill>
                <a:prstDash val="solid"/>
                <a:headEnd type="none" w="med" len="med"/>
                <a:tailEnd type="none" w="med" len="med"/>
              </a:ln>
            </p:spPr>
          </p:sp>
          <p:sp>
            <p:nvSpPr>
              <p:cNvPr id="100103" name="Line 308"/>
              <p:cNvSpPr/>
              <p:nvPr/>
            </p:nvSpPr>
            <p:spPr>
              <a:xfrm>
                <a:off x="343" y="2855"/>
                <a:ext cx="1" cy="1"/>
              </a:xfrm>
              <a:prstGeom prst="line">
                <a:avLst/>
              </a:prstGeom>
              <a:ln w="11113" cap="flat" cmpd="sng">
                <a:solidFill>
                  <a:srgbClr val="000000"/>
                </a:solidFill>
                <a:prstDash val="solid"/>
                <a:headEnd type="none" w="med" len="med"/>
                <a:tailEnd type="none" w="med" len="med"/>
              </a:ln>
            </p:spPr>
          </p:sp>
          <p:sp>
            <p:nvSpPr>
              <p:cNvPr id="100104" name="Line 309"/>
              <p:cNvSpPr/>
              <p:nvPr/>
            </p:nvSpPr>
            <p:spPr>
              <a:xfrm>
                <a:off x="343" y="2819"/>
                <a:ext cx="1" cy="1"/>
              </a:xfrm>
              <a:prstGeom prst="line">
                <a:avLst/>
              </a:prstGeom>
              <a:ln w="11113" cap="flat" cmpd="sng">
                <a:solidFill>
                  <a:srgbClr val="000000"/>
                </a:solidFill>
                <a:prstDash val="solid"/>
                <a:headEnd type="none" w="med" len="med"/>
                <a:tailEnd type="none" w="med" len="med"/>
              </a:ln>
            </p:spPr>
          </p:sp>
          <p:sp>
            <p:nvSpPr>
              <p:cNvPr id="100105" name="Freeform 310"/>
              <p:cNvSpPr/>
              <p:nvPr/>
            </p:nvSpPr>
            <p:spPr>
              <a:xfrm>
                <a:off x="343" y="2819"/>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11113" cap="flat" cmpd="sng">
                <a:solidFill>
                  <a:srgbClr val="000000">
                    <a:alpha val="100000"/>
                  </a:srgbClr>
                </a:solidFill>
                <a:prstDash val="solid"/>
                <a:round/>
                <a:headEnd type="none" w="med" len="med"/>
                <a:tailEnd type="none" w="med" len="med"/>
              </a:ln>
            </p:spPr>
            <p:txBody>
              <a:bodyPr/>
              <a:p>
                <a:endParaRPr lang="zh-CN" altLang="en-US"/>
              </a:p>
            </p:txBody>
          </p:sp>
          <p:sp>
            <p:nvSpPr>
              <p:cNvPr id="100106" name="Line 311"/>
              <p:cNvSpPr/>
              <p:nvPr/>
            </p:nvSpPr>
            <p:spPr>
              <a:xfrm>
                <a:off x="490" y="2819"/>
                <a:ext cx="1" cy="1"/>
              </a:xfrm>
              <a:prstGeom prst="line">
                <a:avLst/>
              </a:prstGeom>
              <a:ln w="11113" cap="flat" cmpd="sng">
                <a:solidFill>
                  <a:srgbClr val="000000"/>
                </a:solidFill>
                <a:prstDash val="solid"/>
                <a:headEnd type="none" w="med" len="med"/>
                <a:tailEnd type="none" w="med" len="med"/>
              </a:ln>
            </p:spPr>
          </p:sp>
          <p:sp>
            <p:nvSpPr>
              <p:cNvPr id="100107" name="Line 312"/>
              <p:cNvSpPr/>
              <p:nvPr/>
            </p:nvSpPr>
            <p:spPr>
              <a:xfrm>
                <a:off x="637" y="2819"/>
                <a:ext cx="1" cy="1"/>
              </a:xfrm>
              <a:prstGeom prst="line">
                <a:avLst/>
              </a:prstGeom>
              <a:ln w="11113" cap="flat" cmpd="sng">
                <a:solidFill>
                  <a:srgbClr val="000000"/>
                </a:solidFill>
                <a:prstDash val="solid"/>
                <a:headEnd type="none" w="med" len="med"/>
                <a:tailEnd type="none" w="med" len="med"/>
              </a:ln>
            </p:spPr>
          </p:sp>
          <p:sp>
            <p:nvSpPr>
              <p:cNvPr id="100108" name="Line 313"/>
              <p:cNvSpPr/>
              <p:nvPr/>
            </p:nvSpPr>
            <p:spPr>
              <a:xfrm>
                <a:off x="785" y="2819"/>
                <a:ext cx="1" cy="1"/>
              </a:xfrm>
              <a:prstGeom prst="line">
                <a:avLst/>
              </a:prstGeom>
              <a:ln w="11113" cap="flat" cmpd="sng">
                <a:solidFill>
                  <a:srgbClr val="000000"/>
                </a:solidFill>
                <a:prstDash val="solid"/>
                <a:headEnd type="none" w="med" len="med"/>
                <a:tailEnd type="none" w="med" len="med"/>
              </a:ln>
            </p:spPr>
          </p:sp>
          <p:sp>
            <p:nvSpPr>
              <p:cNvPr id="100109" name="Line 314"/>
              <p:cNvSpPr/>
              <p:nvPr/>
            </p:nvSpPr>
            <p:spPr>
              <a:xfrm>
                <a:off x="932" y="2819"/>
                <a:ext cx="1" cy="1"/>
              </a:xfrm>
              <a:prstGeom prst="line">
                <a:avLst/>
              </a:prstGeom>
              <a:ln w="11113" cap="flat" cmpd="sng">
                <a:solidFill>
                  <a:srgbClr val="000000"/>
                </a:solidFill>
                <a:prstDash val="solid"/>
                <a:headEnd type="none" w="med" len="med"/>
                <a:tailEnd type="none" w="med" len="med"/>
              </a:ln>
            </p:spPr>
          </p:sp>
          <p:sp>
            <p:nvSpPr>
              <p:cNvPr id="100110" name="Line 315"/>
              <p:cNvSpPr/>
              <p:nvPr/>
            </p:nvSpPr>
            <p:spPr>
              <a:xfrm>
                <a:off x="1080" y="2819"/>
                <a:ext cx="1" cy="1"/>
              </a:xfrm>
              <a:prstGeom prst="line">
                <a:avLst/>
              </a:prstGeom>
              <a:ln w="11113" cap="flat" cmpd="sng">
                <a:solidFill>
                  <a:srgbClr val="000000"/>
                </a:solidFill>
                <a:prstDash val="solid"/>
                <a:headEnd type="none" w="med" len="med"/>
                <a:tailEnd type="none" w="med" len="med"/>
              </a:ln>
            </p:spPr>
          </p:sp>
          <p:sp>
            <p:nvSpPr>
              <p:cNvPr id="100111" name="Line 316"/>
              <p:cNvSpPr/>
              <p:nvPr/>
            </p:nvSpPr>
            <p:spPr>
              <a:xfrm>
                <a:off x="1227" y="2819"/>
                <a:ext cx="1" cy="1"/>
              </a:xfrm>
              <a:prstGeom prst="line">
                <a:avLst/>
              </a:prstGeom>
              <a:ln w="11113" cap="flat" cmpd="sng">
                <a:solidFill>
                  <a:srgbClr val="000000"/>
                </a:solidFill>
                <a:prstDash val="solid"/>
                <a:headEnd type="none" w="med" len="med"/>
                <a:tailEnd type="none" w="med" len="med"/>
              </a:ln>
            </p:spPr>
          </p:sp>
          <p:sp>
            <p:nvSpPr>
              <p:cNvPr id="100112" name="Line 317"/>
              <p:cNvSpPr/>
              <p:nvPr/>
            </p:nvSpPr>
            <p:spPr>
              <a:xfrm>
                <a:off x="1374" y="2819"/>
                <a:ext cx="1" cy="1"/>
              </a:xfrm>
              <a:prstGeom prst="line">
                <a:avLst/>
              </a:prstGeom>
              <a:ln w="11113" cap="flat" cmpd="sng">
                <a:solidFill>
                  <a:srgbClr val="000000"/>
                </a:solidFill>
                <a:prstDash val="solid"/>
                <a:headEnd type="none" w="med" len="med"/>
                <a:tailEnd type="none" w="med" len="med"/>
              </a:ln>
            </p:spPr>
          </p:sp>
          <p:sp>
            <p:nvSpPr>
              <p:cNvPr id="100113" name="Line 318"/>
              <p:cNvSpPr/>
              <p:nvPr/>
            </p:nvSpPr>
            <p:spPr>
              <a:xfrm>
                <a:off x="1522" y="2819"/>
                <a:ext cx="1" cy="1"/>
              </a:xfrm>
              <a:prstGeom prst="line">
                <a:avLst/>
              </a:prstGeom>
              <a:ln w="11113" cap="flat" cmpd="sng">
                <a:solidFill>
                  <a:srgbClr val="000000"/>
                </a:solidFill>
                <a:prstDash val="solid"/>
                <a:headEnd type="none" w="med" len="med"/>
                <a:tailEnd type="none" w="med" len="med"/>
              </a:ln>
            </p:spPr>
          </p:sp>
          <p:sp>
            <p:nvSpPr>
              <p:cNvPr id="100114" name="Line 319"/>
              <p:cNvSpPr/>
              <p:nvPr/>
            </p:nvSpPr>
            <p:spPr>
              <a:xfrm>
                <a:off x="1669" y="2819"/>
                <a:ext cx="1" cy="1"/>
              </a:xfrm>
              <a:prstGeom prst="line">
                <a:avLst/>
              </a:prstGeom>
              <a:ln w="11113" cap="flat" cmpd="sng">
                <a:solidFill>
                  <a:srgbClr val="000000"/>
                </a:solidFill>
                <a:prstDash val="solid"/>
                <a:headEnd type="none" w="med" len="med"/>
                <a:tailEnd type="none" w="med" len="med"/>
              </a:ln>
            </p:spPr>
          </p:sp>
          <p:sp>
            <p:nvSpPr>
              <p:cNvPr id="100115" name="Line 320"/>
              <p:cNvSpPr/>
              <p:nvPr/>
            </p:nvSpPr>
            <p:spPr>
              <a:xfrm>
                <a:off x="1816" y="2819"/>
                <a:ext cx="1" cy="1"/>
              </a:xfrm>
              <a:prstGeom prst="line">
                <a:avLst/>
              </a:prstGeom>
              <a:ln w="11113" cap="flat" cmpd="sng">
                <a:solidFill>
                  <a:srgbClr val="000000"/>
                </a:solidFill>
                <a:prstDash val="solid"/>
                <a:headEnd type="none" w="med" len="med"/>
                <a:tailEnd type="none" w="med" len="med"/>
              </a:ln>
            </p:spPr>
          </p:sp>
          <p:sp>
            <p:nvSpPr>
              <p:cNvPr id="100116" name="Line 321"/>
              <p:cNvSpPr/>
              <p:nvPr/>
            </p:nvSpPr>
            <p:spPr>
              <a:xfrm>
                <a:off x="1963" y="2819"/>
                <a:ext cx="1" cy="1"/>
              </a:xfrm>
              <a:prstGeom prst="line">
                <a:avLst/>
              </a:prstGeom>
              <a:ln w="11113" cap="flat" cmpd="sng">
                <a:solidFill>
                  <a:srgbClr val="000000"/>
                </a:solidFill>
                <a:prstDash val="solid"/>
                <a:headEnd type="none" w="med" len="med"/>
                <a:tailEnd type="none" w="med" len="med"/>
              </a:ln>
            </p:spPr>
          </p:sp>
          <p:sp>
            <p:nvSpPr>
              <p:cNvPr id="100117" name="Line 322"/>
              <p:cNvSpPr/>
              <p:nvPr/>
            </p:nvSpPr>
            <p:spPr>
              <a:xfrm>
                <a:off x="2111" y="2819"/>
                <a:ext cx="1" cy="1"/>
              </a:xfrm>
              <a:prstGeom prst="line">
                <a:avLst/>
              </a:prstGeom>
              <a:ln w="11113" cap="flat" cmpd="sng">
                <a:solidFill>
                  <a:srgbClr val="000000"/>
                </a:solidFill>
                <a:prstDash val="solid"/>
                <a:headEnd type="none" w="med" len="med"/>
                <a:tailEnd type="none" w="med" len="med"/>
              </a:ln>
            </p:spPr>
          </p:sp>
          <p:sp>
            <p:nvSpPr>
              <p:cNvPr id="100118" name="Line 323"/>
              <p:cNvSpPr/>
              <p:nvPr/>
            </p:nvSpPr>
            <p:spPr>
              <a:xfrm>
                <a:off x="2258" y="2819"/>
                <a:ext cx="1" cy="1"/>
              </a:xfrm>
              <a:prstGeom prst="line">
                <a:avLst/>
              </a:prstGeom>
              <a:ln w="11113" cap="flat" cmpd="sng">
                <a:solidFill>
                  <a:srgbClr val="000000"/>
                </a:solidFill>
                <a:prstDash val="solid"/>
                <a:headEnd type="none" w="med" len="med"/>
                <a:tailEnd type="none" w="med" len="med"/>
              </a:ln>
            </p:spPr>
          </p:sp>
          <p:sp>
            <p:nvSpPr>
              <p:cNvPr id="100119" name="Line 324"/>
              <p:cNvSpPr/>
              <p:nvPr/>
            </p:nvSpPr>
            <p:spPr>
              <a:xfrm>
                <a:off x="2405" y="2819"/>
                <a:ext cx="1" cy="1"/>
              </a:xfrm>
              <a:prstGeom prst="line">
                <a:avLst/>
              </a:prstGeom>
              <a:ln w="11113" cap="flat" cmpd="sng">
                <a:solidFill>
                  <a:srgbClr val="000000"/>
                </a:solidFill>
                <a:prstDash val="solid"/>
                <a:headEnd type="none" w="med" len="med"/>
                <a:tailEnd type="none" w="med" len="med"/>
              </a:ln>
            </p:spPr>
          </p:sp>
          <p:sp>
            <p:nvSpPr>
              <p:cNvPr id="100120" name="Line 325"/>
              <p:cNvSpPr/>
              <p:nvPr/>
            </p:nvSpPr>
            <p:spPr>
              <a:xfrm>
                <a:off x="2552" y="2819"/>
                <a:ext cx="1" cy="1"/>
              </a:xfrm>
              <a:prstGeom prst="line">
                <a:avLst/>
              </a:prstGeom>
              <a:ln w="11113" cap="flat" cmpd="sng">
                <a:solidFill>
                  <a:srgbClr val="000000"/>
                </a:solidFill>
                <a:prstDash val="solid"/>
                <a:headEnd type="none" w="med" len="med"/>
                <a:tailEnd type="none" w="med" len="med"/>
              </a:ln>
            </p:spPr>
          </p:sp>
          <p:sp>
            <p:nvSpPr>
              <p:cNvPr id="100121" name="Line 326"/>
              <p:cNvSpPr/>
              <p:nvPr/>
            </p:nvSpPr>
            <p:spPr>
              <a:xfrm>
                <a:off x="2700" y="2819"/>
                <a:ext cx="1" cy="1"/>
              </a:xfrm>
              <a:prstGeom prst="line">
                <a:avLst/>
              </a:prstGeom>
              <a:ln w="11113" cap="flat" cmpd="sng">
                <a:solidFill>
                  <a:srgbClr val="000000"/>
                </a:solidFill>
                <a:prstDash val="solid"/>
                <a:headEnd type="none" w="med" len="med"/>
                <a:tailEnd type="none" w="med" len="med"/>
              </a:ln>
            </p:spPr>
          </p:sp>
          <p:sp>
            <p:nvSpPr>
              <p:cNvPr id="100122" name="Line 327"/>
              <p:cNvSpPr/>
              <p:nvPr/>
            </p:nvSpPr>
            <p:spPr>
              <a:xfrm>
                <a:off x="2847" y="2819"/>
                <a:ext cx="1" cy="1"/>
              </a:xfrm>
              <a:prstGeom prst="line">
                <a:avLst/>
              </a:prstGeom>
              <a:ln w="11113" cap="flat" cmpd="sng">
                <a:solidFill>
                  <a:srgbClr val="000000"/>
                </a:solidFill>
                <a:prstDash val="solid"/>
                <a:headEnd type="none" w="med" len="med"/>
                <a:tailEnd type="none" w="med" len="med"/>
              </a:ln>
            </p:spPr>
          </p:sp>
          <p:sp>
            <p:nvSpPr>
              <p:cNvPr id="100123" name="Line 328"/>
              <p:cNvSpPr/>
              <p:nvPr/>
            </p:nvSpPr>
            <p:spPr>
              <a:xfrm>
                <a:off x="2994" y="2819"/>
                <a:ext cx="1" cy="1"/>
              </a:xfrm>
              <a:prstGeom prst="line">
                <a:avLst/>
              </a:prstGeom>
              <a:ln w="11113" cap="flat" cmpd="sng">
                <a:solidFill>
                  <a:srgbClr val="000000"/>
                </a:solidFill>
                <a:prstDash val="solid"/>
                <a:headEnd type="none" w="med" len="med"/>
                <a:tailEnd type="none" w="med" len="med"/>
              </a:ln>
            </p:spPr>
          </p:sp>
          <p:sp>
            <p:nvSpPr>
              <p:cNvPr id="100124" name="Line 329"/>
              <p:cNvSpPr/>
              <p:nvPr/>
            </p:nvSpPr>
            <p:spPr>
              <a:xfrm>
                <a:off x="343" y="2819"/>
                <a:ext cx="2651" cy="1"/>
              </a:xfrm>
              <a:prstGeom prst="line">
                <a:avLst/>
              </a:prstGeom>
              <a:ln w="11113" cap="flat" cmpd="sng">
                <a:solidFill>
                  <a:srgbClr val="000000"/>
                </a:solidFill>
                <a:prstDash val="solid"/>
                <a:headEnd type="none" w="med" len="med"/>
                <a:tailEnd type="none" w="med" len="med"/>
              </a:ln>
            </p:spPr>
          </p:sp>
          <p:sp>
            <p:nvSpPr>
              <p:cNvPr id="100125" name="Line 330"/>
              <p:cNvSpPr/>
              <p:nvPr/>
            </p:nvSpPr>
            <p:spPr>
              <a:xfrm>
                <a:off x="2994" y="3475"/>
                <a:ext cx="1" cy="1"/>
              </a:xfrm>
              <a:prstGeom prst="line">
                <a:avLst/>
              </a:prstGeom>
              <a:ln w="11113" cap="flat" cmpd="sng">
                <a:solidFill>
                  <a:srgbClr val="000000"/>
                </a:solidFill>
                <a:prstDash val="solid"/>
                <a:headEnd type="none" w="med" len="med"/>
                <a:tailEnd type="none" w="med" len="med"/>
              </a:ln>
            </p:spPr>
          </p:sp>
          <p:sp>
            <p:nvSpPr>
              <p:cNvPr id="100126" name="Line 331"/>
              <p:cNvSpPr/>
              <p:nvPr/>
            </p:nvSpPr>
            <p:spPr>
              <a:xfrm>
                <a:off x="2994" y="3438"/>
                <a:ext cx="1" cy="1"/>
              </a:xfrm>
              <a:prstGeom prst="line">
                <a:avLst/>
              </a:prstGeom>
              <a:ln w="11113" cap="flat" cmpd="sng">
                <a:solidFill>
                  <a:srgbClr val="000000"/>
                </a:solidFill>
                <a:prstDash val="solid"/>
                <a:headEnd type="none" w="med" len="med"/>
                <a:tailEnd type="none" w="med" len="med"/>
              </a:ln>
            </p:spPr>
          </p:sp>
          <p:sp>
            <p:nvSpPr>
              <p:cNvPr id="100127" name="Line 332"/>
              <p:cNvSpPr/>
              <p:nvPr/>
            </p:nvSpPr>
            <p:spPr>
              <a:xfrm>
                <a:off x="2994" y="3402"/>
                <a:ext cx="1" cy="1"/>
              </a:xfrm>
              <a:prstGeom prst="line">
                <a:avLst/>
              </a:prstGeom>
              <a:ln w="11113" cap="flat" cmpd="sng">
                <a:solidFill>
                  <a:srgbClr val="000000"/>
                </a:solidFill>
                <a:prstDash val="solid"/>
                <a:headEnd type="none" w="med" len="med"/>
                <a:tailEnd type="none" w="med" len="med"/>
              </a:ln>
            </p:spPr>
          </p:sp>
          <p:sp>
            <p:nvSpPr>
              <p:cNvPr id="100128" name="Line 333"/>
              <p:cNvSpPr/>
              <p:nvPr/>
            </p:nvSpPr>
            <p:spPr>
              <a:xfrm>
                <a:off x="2994" y="3365"/>
                <a:ext cx="1" cy="1"/>
              </a:xfrm>
              <a:prstGeom prst="line">
                <a:avLst/>
              </a:prstGeom>
              <a:ln w="11113" cap="flat" cmpd="sng">
                <a:solidFill>
                  <a:srgbClr val="000000"/>
                </a:solidFill>
                <a:prstDash val="solid"/>
                <a:headEnd type="none" w="med" len="med"/>
                <a:tailEnd type="none" w="med" len="med"/>
              </a:ln>
            </p:spPr>
          </p:sp>
          <p:sp>
            <p:nvSpPr>
              <p:cNvPr id="100129" name="Line 334"/>
              <p:cNvSpPr/>
              <p:nvPr/>
            </p:nvSpPr>
            <p:spPr>
              <a:xfrm>
                <a:off x="2994" y="3329"/>
                <a:ext cx="1" cy="1"/>
              </a:xfrm>
              <a:prstGeom prst="line">
                <a:avLst/>
              </a:prstGeom>
              <a:ln w="11113" cap="flat" cmpd="sng">
                <a:solidFill>
                  <a:srgbClr val="000000"/>
                </a:solidFill>
                <a:prstDash val="solid"/>
                <a:headEnd type="none" w="med" len="med"/>
                <a:tailEnd type="none" w="med" len="med"/>
              </a:ln>
            </p:spPr>
          </p:sp>
          <p:sp>
            <p:nvSpPr>
              <p:cNvPr id="100130" name="Line 335"/>
              <p:cNvSpPr/>
              <p:nvPr/>
            </p:nvSpPr>
            <p:spPr>
              <a:xfrm>
                <a:off x="2994" y="3293"/>
                <a:ext cx="1" cy="1"/>
              </a:xfrm>
              <a:prstGeom prst="line">
                <a:avLst/>
              </a:prstGeom>
              <a:ln w="11113" cap="flat" cmpd="sng">
                <a:solidFill>
                  <a:srgbClr val="000000"/>
                </a:solidFill>
                <a:prstDash val="solid"/>
                <a:headEnd type="none" w="med" len="med"/>
                <a:tailEnd type="none" w="med" len="med"/>
              </a:ln>
            </p:spPr>
          </p:sp>
          <p:sp>
            <p:nvSpPr>
              <p:cNvPr id="100131" name="Line 336"/>
              <p:cNvSpPr/>
              <p:nvPr/>
            </p:nvSpPr>
            <p:spPr>
              <a:xfrm>
                <a:off x="2994" y="3256"/>
                <a:ext cx="1" cy="1"/>
              </a:xfrm>
              <a:prstGeom prst="line">
                <a:avLst/>
              </a:prstGeom>
              <a:ln w="11113" cap="flat" cmpd="sng">
                <a:solidFill>
                  <a:srgbClr val="000000"/>
                </a:solidFill>
                <a:prstDash val="solid"/>
                <a:headEnd type="none" w="med" len="med"/>
                <a:tailEnd type="none" w="med" len="med"/>
              </a:ln>
            </p:spPr>
          </p:sp>
          <p:sp>
            <p:nvSpPr>
              <p:cNvPr id="100132" name="Line 337"/>
              <p:cNvSpPr/>
              <p:nvPr/>
            </p:nvSpPr>
            <p:spPr>
              <a:xfrm>
                <a:off x="2994" y="3220"/>
                <a:ext cx="1" cy="1"/>
              </a:xfrm>
              <a:prstGeom prst="line">
                <a:avLst/>
              </a:prstGeom>
              <a:ln w="11113" cap="flat" cmpd="sng">
                <a:solidFill>
                  <a:srgbClr val="000000"/>
                </a:solidFill>
                <a:prstDash val="solid"/>
                <a:headEnd type="none" w="med" len="med"/>
                <a:tailEnd type="none" w="med" len="med"/>
              </a:ln>
            </p:spPr>
          </p:sp>
          <p:sp>
            <p:nvSpPr>
              <p:cNvPr id="100133" name="Line 338"/>
              <p:cNvSpPr/>
              <p:nvPr/>
            </p:nvSpPr>
            <p:spPr>
              <a:xfrm>
                <a:off x="2994" y="3183"/>
                <a:ext cx="1" cy="1"/>
              </a:xfrm>
              <a:prstGeom prst="line">
                <a:avLst/>
              </a:prstGeom>
              <a:ln w="11113" cap="flat" cmpd="sng">
                <a:solidFill>
                  <a:srgbClr val="000000"/>
                </a:solidFill>
                <a:prstDash val="solid"/>
                <a:headEnd type="none" w="med" len="med"/>
                <a:tailEnd type="none" w="med" len="med"/>
              </a:ln>
            </p:spPr>
          </p:sp>
          <p:sp>
            <p:nvSpPr>
              <p:cNvPr id="100134" name="Line 339"/>
              <p:cNvSpPr/>
              <p:nvPr/>
            </p:nvSpPr>
            <p:spPr>
              <a:xfrm>
                <a:off x="2994" y="3147"/>
                <a:ext cx="1" cy="1"/>
              </a:xfrm>
              <a:prstGeom prst="line">
                <a:avLst/>
              </a:prstGeom>
              <a:ln w="11113" cap="flat" cmpd="sng">
                <a:solidFill>
                  <a:srgbClr val="000000"/>
                </a:solidFill>
                <a:prstDash val="solid"/>
                <a:headEnd type="none" w="med" len="med"/>
                <a:tailEnd type="none" w="med" len="med"/>
              </a:ln>
            </p:spPr>
          </p:sp>
          <p:sp>
            <p:nvSpPr>
              <p:cNvPr id="100135" name="Line 340"/>
              <p:cNvSpPr/>
              <p:nvPr/>
            </p:nvSpPr>
            <p:spPr>
              <a:xfrm>
                <a:off x="2994" y="3110"/>
                <a:ext cx="1" cy="1"/>
              </a:xfrm>
              <a:prstGeom prst="line">
                <a:avLst/>
              </a:prstGeom>
              <a:ln w="11113" cap="flat" cmpd="sng">
                <a:solidFill>
                  <a:srgbClr val="000000"/>
                </a:solidFill>
                <a:prstDash val="solid"/>
                <a:headEnd type="none" w="med" len="med"/>
                <a:tailEnd type="none" w="med" len="med"/>
              </a:ln>
            </p:spPr>
          </p:sp>
          <p:sp>
            <p:nvSpPr>
              <p:cNvPr id="100136" name="Line 341"/>
              <p:cNvSpPr/>
              <p:nvPr/>
            </p:nvSpPr>
            <p:spPr>
              <a:xfrm>
                <a:off x="2994" y="3074"/>
                <a:ext cx="1" cy="1"/>
              </a:xfrm>
              <a:prstGeom prst="line">
                <a:avLst/>
              </a:prstGeom>
              <a:ln w="11113" cap="flat" cmpd="sng">
                <a:solidFill>
                  <a:srgbClr val="000000"/>
                </a:solidFill>
                <a:prstDash val="solid"/>
                <a:headEnd type="none" w="med" len="med"/>
                <a:tailEnd type="none" w="med" len="med"/>
              </a:ln>
            </p:spPr>
          </p:sp>
          <p:sp>
            <p:nvSpPr>
              <p:cNvPr id="100137" name="Line 342"/>
              <p:cNvSpPr/>
              <p:nvPr/>
            </p:nvSpPr>
            <p:spPr>
              <a:xfrm>
                <a:off x="2994" y="3038"/>
                <a:ext cx="1" cy="1"/>
              </a:xfrm>
              <a:prstGeom prst="line">
                <a:avLst/>
              </a:prstGeom>
              <a:ln w="11113" cap="flat" cmpd="sng">
                <a:solidFill>
                  <a:srgbClr val="000000"/>
                </a:solidFill>
                <a:prstDash val="solid"/>
                <a:headEnd type="none" w="med" len="med"/>
                <a:tailEnd type="none" w="med" len="med"/>
              </a:ln>
            </p:spPr>
          </p:sp>
          <p:sp>
            <p:nvSpPr>
              <p:cNvPr id="100138" name="Line 343"/>
              <p:cNvSpPr/>
              <p:nvPr/>
            </p:nvSpPr>
            <p:spPr>
              <a:xfrm>
                <a:off x="2994" y="3001"/>
                <a:ext cx="1" cy="1"/>
              </a:xfrm>
              <a:prstGeom prst="line">
                <a:avLst/>
              </a:prstGeom>
              <a:ln w="11113" cap="flat" cmpd="sng">
                <a:solidFill>
                  <a:srgbClr val="000000"/>
                </a:solidFill>
                <a:prstDash val="solid"/>
                <a:headEnd type="none" w="med" len="med"/>
                <a:tailEnd type="none" w="med" len="med"/>
              </a:ln>
            </p:spPr>
          </p:sp>
          <p:sp>
            <p:nvSpPr>
              <p:cNvPr id="100139" name="Line 344"/>
              <p:cNvSpPr/>
              <p:nvPr/>
            </p:nvSpPr>
            <p:spPr>
              <a:xfrm>
                <a:off x="2994" y="2965"/>
                <a:ext cx="1" cy="1"/>
              </a:xfrm>
              <a:prstGeom prst="line">
                <a:avLst/>
              </a:prstGeom>
              <a:ln w="11113" cap="flat" cmpd="sng">
                <a:solidFill>
                  <a:srgbClr val="000000"/>
                </a:solidFill>
                <a:prstDash val="solid"/>
                <a:headEnd type="none" w="med" len="med"/>
                <a:tailEnd type="none" w="med" len="med"/>
              </a:ln>
            </p:spPr>
          </p:sp>
          <p:sp>
            <p:nvSpPr>
              <p:cNvPr id="100140" name="Line 345"/>
              <p:cNvSpPr/>
              <p:nvPr/>
            </p:nvSpPr>
            <p:spPr>
              <a:xfrm>
                <a:off x="2994" y="2928"/>
                <a:ext cx="1" cy="1"/>
              </a:xfrm>
              <a:prstGeom prst="line">
                <a:avLst/>
              </a:prstGeom>
              <a:ln w="11113" cap="flat" cmpd="sng">
                <a:solidFill>
                  <a:srgbClr val="000000"/>
                </a:solidFill>
                <a:prstDash val="solid"/>
                <a:headEnd type="none" w="med" len="med"/>
                <a:tailEnd type="none" w="med" len="med"/>
              </a:ln>
            </p:spPr>
          </p:sp>
          <p:sp>
            <p:nvSpPr>
              <p:cNvPr id="100141" name="Line 346"/>
              <p:cNvSpPr/>
              <p:nvPr/>
            </p:nvSpPr>
            <p:spPr>
              <a:xfrm>
                <a:off x="2994" y="2892"/>
                <a:ext cx="1" cy="1"/>
              </a:xfrm>
              <a:prstGeom prst="line">
                <a:avLst/>
              </a:prstGeom>
              <a:ln w="11113" cap="flat" cmpd="sng">
                <a:solidFill>
                  <a:srgbClr val="000000"/>
                </a:solidFill>
                <a:prstDash val="solid"/>
                <a:headEnd type="none" w="med" len="med"/>
                <a:tailEnd type="none" w="med" len="med"/>
              </a:ln>
            </p:spPr>
          </p:sp>
          <p:sp>
            <p:nvSpPr>
              <p:cNvPr id="100142" name="Line 347"/>
              <p:cNvSpPr/>
              <p:nvPr/>
            </p:nvSpPr>
            <p:spPr>
              <a:xfrm>
                <a:off x="2994" y="2855"/>
                <a:ext cx="1" cy="1"/>
              </a:xfrm>
              <a:prstGeom prst="line">
                <a:avLst/>
              </a:prstGeom>
              <a:ln w="11113" cap="flat" cmpd="sng">
                <a:solidFill>
                  <a:srgbClr val="000000"/>
                </a:solidFill>
                <a:prstDash val="solid"/>
                <a:headEnd type="none" w="med" len="med"/>
                <a:tailEnd type="none" w="med" len="med"/>
              </a:ln>
            </p:spPr>
          </p:sp>
          <p:sp>
            <p:nvSpPr>
              <p:cNvPr id="100143" name="Line 348"/>
              <p:cNvSpPr/>
              <p:nvPr/>
            </p:nvSpPr>
            <p:spPr>
              <a:xfrm>
                <a:off x="2994" y="2819"/>
                <a:ext cx="1" cy="1"/>
              </a:xfrm>
              <a:prstGeom prst="line">
                <a:avLst/>
              </a:prstGeom>
              <a:ln w="11113" cap="flat" cmpd="sng">
                <a:solidFill>
                  <a:srgbClr val="000000"/>
                </a:solidFill>
                <a:prstDash val="solid"/>
                <a:headEnd type="none" w="med" len="med"/>
                <a:tailEnd type="none" w="med" len="med"/>
              </a:ln>
            </p:spPr>
          </p:sp>
          <p:sp>
            <p:nvSpPr>
              <p:cNvPr id="100144" name="Line 349"/>
              <p:cNvSpPr/>
              <p:nvPr/>
            </p:nvSpPr>
            <p:spPr>
              <a:xfrm flipV="1">
                <a:off x="2994" y="2819"/>
                <a:ext cx="1" cy="656"/>
              </a:xfrm>
              <a:prstGeom prst="line">
                <a:avLst/>
              </a:prstGeom>
              <a:ln w="11113" cap="flat" cmpd="sng">
                <a:solidFill>
                  <a:srgbClr val="000000"/>
                </a:solidFill>
                <a:prstDash val="solid"/>
                <a:headEnd type="none" w="med" len="med"/>
                <a:tailEnd type="none" w="med" len="med"/>
              </a:ln>
            </p:spPr>
          </p:sp>
          <p:sp>
            <p:nvSpPr>
              <p:cNvPr id="100145" name="Freeform 350"/>
              <p:cNvSpPr/>
              <p:nvPr/>
            </p:nvSpPr>
            <p:spPr>
              <a:xfrm>
                <a:off x="639" y="2892"/>
                <a:ext cx="2059" cy="583"/>
              </a:xfrm>
              <a:custGeom>
                <a:avLst/>
                <a:gdLst/>
                <a:ahLst/>
                <a:cxnLst>
                  <a:cxn ang="0">
                    <a:pos x="30" y="551"/>
                  </a:cxn>
                  <a:cxn ang="0">
                    <a:pos x="61" y="513"/>
                  </a:cxn>
                  <a:cxn ang="0">
                    <a:pos x="94" y="50"/>
                  </a:cxn>
                  <a:cxn ang="0">
                    <a:pos x="127" y="228"/>
                  </a:cxn>
                  <a:cxn ang="0">
                    <a:pos x="159" y="581"/>
                  </a:cxn>
                  <a:cxn ang="0">
                    <a:pos x="192" y="541"/>
                  </a:cxn>
                  <a:cxn ang="0">
                    <a:pos x="224" y="581"/>
                  </a:cxn>
                  <a:cxn ang="0">
                    <a:pos x="256" y="543"/>
                  </a:cxn>
                  <a:cxn ang="0">
                    <a:pos x="289" y="550"/>
                  </a:cxn>
                  <a:cxn ang="0">
                    <a:pos x="321" y="103"/>
                  </a:cxn>
                  <a:cxn ang="0">
                    <a:pos x="354" y="156"/>
                  </a:cxn>
                  <a:cxn ang="0">
                    <a:pos x="386" y="569"/>
                  </a:cxn>
                  <a:cxn ang="0">
                    <a:pos x="418" y="540"/>
                  </a:cxn>
                  <a:cxn ang="0">
                    <a:pos x="451" y="583"/>
                  </a:cxn>
                  <a:cxn ang="0">
                    <a:pos x="483" y="540"/>
                  </a:cxn>
                  <a:cxn ang="0">
                    <a:pos x="516" y="572"/>
                  </a:cxn>
                  <a:cxn ang="0">
                    <a:pos x="548" y="169"/>
                  </a:cxn>
                  <a:cxn ang="0">
                    <a:pos x="580" y="92"/>
                  </a:cxn>
                  <a:cxn ang="0">
                    <a:pos x="613" y="544"/>
                  </a:cxn>
                  <a:cxn ang="0">
                    <a:pos x="645" y="545"/>
                  </a:cxn>
                  <a:cxn ang="0">
                    <a:pos x="678" y="580"/>
                  </a:cxn>
                  <a:cxn ang="0">
                    <a:pos x="710" y="541"/>
                  </a:cxn>
                  <a:cxn ang="0">
                    <a:pos x="742" y="582"/>
                  </a:cxn>
                  <a:cxn ang="0">
                    <a:pos x="775" y="243"/>
                  </a:cxn>
                  <a:cxn ang="0">
                    <a:pos x="807" y="42"/>
                  </a:cxn>
                  <a:cxn ang="0">
                    <a:pos x="840" y="505"/>
                  </a:cxn>
                  <a:cxn ang="0">
                    <a:pos x="872" y="553"/>
                  </a:cxn>
                  <a:cxn ang="0">
                    <a:pos x="905" y="574"/>
                  </a:cxn>
                  <a:cxn ang="0">
                    <a:pos x="937" y="547"/>
                  </a:cxn>
                  <a:cxn ang="0">
                    <a:pos x="969" y="582"/>
                  </a:cxn>
                  <a:cxn ang="0">
                    <a:pos x="1002" y="319"/>
                  </a:cxn>
                  <a:cxn ang="0">
                    <a:pos x="1034" y="10"/>
                  </a:cxn>
                  <a:cxn ang="0">
                    <a:pos x="1067" y="452"/>
                  </a:cxn>
                  <a:cxn ang="0">
                    <a:pos x="1099" y="564"/>
                  </a:cxn>
                  <a:cxn ang="0">
                    <a:pos x="1131" y="565"/>
                  </a:cxn>
                  <a:cxn ang="0">
                    <a:pos x="1164" y="555"/>
                  </a:cxn>
                  <a:cxn ang="0">
                    <a:pos x="1196" y="574"/>
                  </a:cxn>
                  <a:cxn ang="0">
                    <a:pos x="1229" y="391"/>
                  </a:cxn>
                  <a:cxn ang="0">
                    <a:pos x="1261" y="0"/>
                  </a:cxn>
                  <a:cxn ang="0">
                    <a:pos x="1293" y="387"/>
                  </a:cxn>
                  <a:cxn ang="0">
                    <a:pos x="1326" y="575"/>
                  </a:cxn>
                  <a:cxn ang="0">
                    <a:pos x="1358" y="555"/>
                  </a:cxn>
                  <a:cxn ang="0">
                    <a:pos x="1391" y="565"/>
                  </a:cxn>
                  <a:cxn ang="0">
                    <a:pos x="1423" y="564"/>
                  </a:cxn>
                  <a:cxn ang="0">
                    <a:pos x="1455" y="455"/>
                  </a:cxn>
                  <a:cxn ang="0">
                    <a:pos x="1488" y="12"/>
                  </a:cxn>
                  <a:cxn ang="0">
                    <a:pos x="1520" y="315"/>
                  </a:cxn>
                  <a:cxn ang="0">
                    <a:pos x="1553" y="582"/>
                  </a:cxn>
                  <a:cxn ang="0">
                    <a:pos x="1585" y="546"/>
                  </a:cxn>
                  <a:cxn ang="0">
                    <a:pos x="1617" y="574"/>
                  </a:cxn>
                  <a:cxn ang="0">
                    <a:pos x="1650" y="553"/>
                  </a:cxn>
                  <a:cxn ang="0">
                    <a:pos x="1682" y="507"/>
                  </a:cxn>
                  <a:cxn ang="0">
                    <a:pos x="1715" y="44"/>
                  </a:cxn>
                  <a:cxn ang="0">
                    <a:pos x="1747" y="239"/>
                  </a:cxn>
                  <a:cxn ang="0">
                    <a:pos x="1779" y="582"/>
                  </a:cxn>
                  <a:cxn ang="0">
                    <a:pos x="1812" y="541"/>
                  </a:cxn>
                  <a:cxn ang="0">
                    <a:pos x="1844" y="581"/>
                  </a:cxn>
                  <a:cxn ang="0">
                    <a:pos x="1877" y="544"/>
                  </a:cxn>
                  <a:cxn ang="0">
                    <a:pos x="1909" y="546"/>
                  </a:cxn>
                  <a:cxn ang="0">
                    <a:pos x="1941" y="95"/>
                  </a:cxn>
                  <a:cxn ang="0">
                    <a:pos x="1974" y="166"/>
                  </a:cxn>
                  <a:cxn ang="0">
                    <a:pos x="2006" y="571"/>
                  </a:cxn>
                  <a:cxn ang="0">
                    <a:pos x="2039" y="540"/>
                  </a:cxn>
                </a:cxnLst>
                <a:pathLst>
                  <a:path w="4119" h="3497">
                    <a:moveTo>
                      <a:pt x="0" y="3420"/>
                    </a:moveTo>
                    <a:lnTo>
                      <a:pt x="6" y="3383"/>
                    </a:lnTo>
                    <a:lnTo>
                      <a:pt x="12" y="3344"/>
                    </a:lnTo>
                    <a:lnTo>
                      <a:pt x="19" y="3308"/>
                    </a:lnTo>
                    <a:lnTo>
                      <a:pt x="24" y="3276"/>
                    </a:lnTo>
                    <a:lnTo>
                      <a:pt x="30" y="3253"/>
                    </a:lnTo>
                    <a:lnTo>
                      <a:pt x="36" y="3240"/>
                    </a:lnTo>
                    <a:lnTo>
                      <a:pt x="41" y="3239"/>
                    </a:lnTo>
                    <a:lnTo>
                      <a:pt x="47" y="3251"/>
                    </a:lnTo>
                    <a:lnTo>
                      <a:pt x="54" y="3274"/>
                    </a:lnTo>
                    <a:lnTo>
                      <a:pt x="60" y="3307"/>
                    </a:lnTo>
                    <a:lnTo>
                      <a:pt x="65" y="3347"/>
                    </a:lnTo>
                    <a:lnTo>
                      <a:pt x="71" y="3391"/>
                    </a:lnTo>
                    <a:lnTo>
                      <a:pt x="77" y="3434"/>
                    </a:lnTo>
                    <a:lnTo>
                      <a:pt x="82" y="3469"/>
                    </a:lnTo>
                    <a:lnTo>
                      <a:pt x="88" y="3491"/>
                    </a:lnTo>
                    <a:lnTo>
                      <a:pt x="95" y="3496"/>
                    </a:lnTo>
                    <a:lnTo>
                      <a:pt x="101" y="3476"/>
                    </a:lnTo>
                    <a:lnTo>
                      <a:pt x="106" y="3428"/>
                    </a:lnTo>
                    <a:lnTo>
                      <a:pt x="112" y="3347"/>
                    </a:lnTo>
                    <a:lnTo>
                      <a:pt x="118" y="3232"/>
                    </a:lnTo>
                    <a:lnTo>
                      <a:pt x="123" y="3080"/>
                    </a:lnTo>
                    <a:lnTo>
                      <a:pt x="130" y="2894"/>
                    </a:lnTo>
                    <a:lnTo>
                      <a:pt x="136" y="2674"/>
                    </a:lnTo>
                    <a:lnTo>
                      <a:pt x="142" y="2425"/>
                    </a:lnTo>
                    <a:lnTo>
                      <a:pt x="147" y="2154"/>
                    </a:lnTo>
                    <a:lnTo>
                      <a:pt x="153" y="1866"/>
                    </a:lnTo>
                    <a:lnTo>
                      <a:pt x="159" y="1570"/>
                    </a:lnTo>
                    <a:lnTo>
                      <a:pt x="166" y="1276"/>
                    </a:lnTo>
                    <a:lnTo>
                      <a:pt x="171" y="993"/>
                    </a:lnTo>
                    <a:lnTo>
                      <a:pt x="177" y="731"/>
                    </a:lnTo>
                    <a:lnTo>
                      <a:pt x="183" y="497"/>
                    </a:lnTo>
                    <a:lnTo>
                      <a:pt x="189" y="301"/>
                    </a:lnTo>
                    <a:lnTo>
                      <a:pt x="194" y="151"/>
                    </a:lnTo>
                    <a:lnTo>
                      <a:pt x="201" y="49"/>
                    </a:lnTo>
                    <a:lnTo>
                      <a:pt x="207" y="3"/>
                    </a:lnTo>
                    <a:lnTo>
                      <a:pt x="212" y="11"/>
                    </a:lnTo>
                    <a:lnTo>
                      <a:pt x="218" y="76"/>
                    </a:lnTo>
                    <a:lnTo>
                      <a:pt x="224" y="193"/>
                    </a:lnTo>
                    <a:lnTo>
                      <a:pt x="230" y="359"/>
                    </a:lnTo>
                    <a:lnTo>
                      <a:pt x="236" y="567"/>
                    </a:lnTo>
                    <a:lnTo>
                      <a:pt x="242" y="811"/>
                    </a:lnTo>
                    <a:lnTo>
                      <a:pt x="248" y="1082"/>
                    </a:lnTo>
                    <a:lnTo>
                      <a:pt x="254" y="1370"/>
                    </a:lnTo>
                    <a:lnTo>
                      <a:pt x="259" y="1664"/>
                    </a:lnTo>
                    <a:lnTo>
                      <a:pt x="265" y="1959"/>
                    </a:lnTo>
                    <a:lnTo>
                      <a:pt x="272" y="2242"/>
                    </a:lnTo>
                    <a:lnTo>
                      <a:pt x="277" y="2507"/>
                    </a:lnTo>
                    <a:lnTo>
                      <a:pt x="283" y="2746"/>
                    </a:lnTo>
                    <a:lnTo>
                      <a:pt x="289" y="2957"/>
                    </a:lnTo>
                    <a:lnTo>
                      <a:pt x="295" y="3132"/>
                    </a:lnTo>
                    <a:lnTo>
                      <a:pt x="300" y="3273"/>
                    </a:lnTo>
                    <a:lnTo>
                      <a:pt x="307" y="3377"/>
                    </a:lnTo>
                    <a:lnTo>
                      <a:pt x="313" y="3446"/>
                    </a:lnTo>
                    <a:lnTo>
                      <a:pt x="319" y="3486"/>
                    </a:lnTo>
                    <a:lnTo>
                      <a:pt x="324" y="3497"/>
                    </a:lnTo>
                    <a:lnTo>
                      <a:pt x="330" y="3487"/>
                    </a:lnTo>
                    <a:lnTo>
                      <a:pt x="336" y="3459"/>
                    </a:lnTo>
                    <a:lnTo>
                      <a:pt x="343" y="3421"/>
                    </a:lnTo>
                    <a:lnTo>
                      <a:pt x="348" y="3377"/>
                    </a:lnTo>
                    <a:lnTo>
                      <a:pt x="354" y="3334"/>
                    </a:lnTo>
                    <a:lnTo>
                      <a:pt x="360" y="3296"/>
                    </a:lnTo>
                    <a:lnTo>
                      <a:pt x="365" y="3266"/>
                    </a:lnTo>
                    <a:lnTo>
                      <a:pt x="371" y="3245"/>
                    </a:lnTo>
                    <a:lnTo>
                      <a:pt x="378" y="3238"/>
                    </a:lnTo>
                    <a:lnTo>
                      <a:pt x="384" y="3243"/>
                    </a:lnTo>
                    <a:lnTo>
                      <a:pt x="389" y="3260"/>
                    </a:lnTo>
                    <a:lnTo>
                      <a:pt x="395" y="3285"/>
                    </a:lnTo>
                    <a:lnTo>
                      <a:pt x="401" y="3319"/>
                    </a:lnTo>
                    <a:lnTo>
                      <a:pt x="406" y="3357"/>
                    </a:lnTo>
                    <a:lnTo>
                      <a:pt x="413" y="3395"/>
                    </a:lnTo>
                    <a:lnTo>
                      <a:pt x="419" y="3430"/>
                    </a:lnTo>
                    <a:lnTo>
                      <a:pt x="425" y="3460"/>
                    </a:lnTo>
                    <a:lnTo>
                      <a:pt x="430" y="3483"/>
                    </a:lnTo>
                    <a:lnTo>
                      <a:pt x="436" y="3495"/>
                    </a:lnTo>
                    <a:lnTo>
                      <a:pt x="442" y="3496"/>
                    </a:lnTo>
                    <a:lnTo>
                      <a:pt x="449" y="3487"/>
                    </a:lnTo>
                    <a:lnTo>
                      <a:pt x="454" y="3466"/>
                    </a:lnTo>
                    <a:lnTo>
                      <a:pt x="460" y="3437"/>
                    </a:lnTo>
                    <a:lnTo>
                      <a:pt x="466" y="3403"/>
                    </a:lnTo>
                    <a:lnTo>
                      <a:pt x="471" y="3365"/>
                    </a:lnTo>
                    <a:lnTo>
                      <a:pt x="477" y="3327"/>
                    </a:lnTo>
                    <a:lnTo>
                      <a:pt x="484" y="3292"/>
                    </a:lnTo>
                    <a:lnTo>
                      <a:pt x="490" y="3265"/>
                    </a:lnTo>
                    <a:lnTo>
                      <a:pt x="495" y="3246"/>
                    </a:lnTo>
                    <a:lnTo>
                      <a:pt x="501" y="3238"/>
                    </a:lnTo>
                    <a:lnTo>
                      <a:pt x="507" y="3243"/>
                    </a:lnTo>
                    <a:lnTo>
                      <a:pt x="513" y="3260"/>
                    </a:lnTo>
                    <a:lnTo>
                      <a:pt x="518" y="3288"/>
                    </a:lnTo>
                    <a:lnTo>
                      <a:pt x="525" y="3326"/>
                    </a:lnTo>
                    <a:lnTo>
                      <a:pt x="531" y="3368"/>
                    </a:lnTo>
                    <a:lnTo>
                      <a:pt x="536" y="3412"/>
                    </a:lnTo>
                    <a:lnTo>
                      <a:pt x="542" y="3451"/>
                    </a:lnTo>
                    <a:lnTo>
                      <a:pt x="548" y="3481"/>
                    </a:lnTo>
                    <a:lnTo>
                      <a:pt x="554" y="3496"/>
                    </a:lnTo>
                    <a:lnTo>
                      <a:pt x="560" y="3490"/>
                    </a:lnTo>
                    <a:lnTo>
                      <a:pt x="566" y="3458"/>
                    </a:lnTo>
                    <a:lnTo>
                      <a:pt x="572" y="3396"/>
                    </a:lnTo>
                    <a:lnTo>
                      <a:pt x="578" y="3299"/>
                    </a:lnTo>
                    <a:lnTo>
                      <a:pt x="583" y="3167"/>
                    </a:lnTo>
                    <a:lnTo>
                      <a:pt x="589" y="2999"/>
                    </a:lnTo>
                    <a:lnTo>
                      <a:pt x="596" y="2796"/>
                    </a:lnTo>
                    <a:lnTo>
                      <a:pt x="601" y="2562"/>
                    </a:lnTo>
                    <a:lnTo>
                      <a:pt x="607" y="2302"/>
                    </a:lnTo>
                    <a:lnTo>
                      <a:pt x="613" y="2022"/>
                    </a:lnTo>
                    <a:lnTo>
                      <a:pt x="619" y="1730"/>
                    </a:lnTo>
                    <a:lnTo>
                      <a:pt x="624" y="1434"/>
                    </a:lnTo>
                    <a:lnTo>
                      <a:pt x="631" y="1144"/>
                    </a:lnTo>
                    <a:lnTo>
                      <a:pt x="637" y="869"/>
                    </a:lnTo>
                    <a:lnTo>
                      <a:pt x="643" y="619"/>
                    </a:lnTo>
                    <a:lnTo>
                      <a:pt x="648" y="401"/>
                    </a:lnTo>
                    <a:lnTo>
                      <a:pt x="654" y="225"/>
                    </a:lnTo>
                    <a:lnTo>
                      <a:pt x="660" y="98"/>
                    </a:lnTo>
                    <a:lnTo>
                      <a:pt x="667" y="22"/>
                    </a:lnTo>
                    <a:lnTo>
                      <a:pt x="672" y="0"/>
                    </a:lnTo>
                    <a:lnTo>
                      <a:pt x="678" y="34"/>
                    </a:lnTo>
                    <a:lnTo>
                      <a:pt x="684" y="123"/>
                    </a:lnTo>
                    <a:lnTo>
                      <a:pt x="689" y="263"/>
                    </a:lnTo>
                    <a:lnTo>
                      <a:pt x="695" y="450"/>
                    </a:lnTo>
                    <a:lnTo>
                      <a:pt x="702" y="675"/>
                    </a:lnTo>
                    <a:lnTo>
                      <a:pt x="708" y="933"/>
                    </a:lnTo>
                    <a:lnTo>
                      <a:pt x="713" y="1212"/>
                    </a:lnTo>
                    <a:lnTo>
                      <a:pt x="719" y="1504"/>
                    </a:lnTo>
                    <a:lnTo>
                      <a:pt x="725" y="1800"/>
                    </a:lnTo>
                    <a:lnTo>
                      <a:pt x="730" y="2090"/>
                    </a:lnTo>
                    <a:lnTo>
                      <a:pt x="737" y="2367"/>
                    </a:lnTo>
                    <a:lnTo>
                      <a:pt x="743" y="2621"/>
                    </a:lnTo>
                    <a:lnTo>
                      <a:pt x="749" y="2848"/>
                    </a:lnTo>
                    <a:lnTo>
                      <a:pt x="754" y="3042"/>
                    </a:lnTo>
                    <a:lnTo>
                      <a:pt x="760" y="3201"/>
                    </a:lnTo>
                    <a:lnTo>
                      <a:pt x="766" y="3324"/>
                    </a:lnTo>
                    <a:lnTo>
                      <a:pt x="773" y="3413"/>
                    </a:lnTo>
                    <a:lnTo>
                      <a:pt x="778" y="3468"/>
                    </a:lnTo>
                    <a:lnTo>
                      <a:pt x="784" y="3494"/>
                    </a:lnTo>
                    <a:lnTo>
                      <a:pt x="790" y="3495"/>
                    </a:lnTo>
                    <a:lnTo>
                      <a:pt x="795" y="3475"/>
                    </a:lnTo>
                    <a:lnTo>
                      <a:pt x="801" y="3442"/>
                    </a:lnTo>
                    <a:lnTo>
                      <a:pt x="808" y="3402"/>
                    </a:lnTo>
                    <a:lnTo>
                      <a:pt x="814" y="3357"/>
                    </a:lnTo>
                    <a:lnTo>
                      <a:pt x="819" y="3315"/>
                    </a:lnTo>
                    <a:lnTo>
                      <a:pt x="825" y="3281"/>
                    </a:lnTo>
                    <a:lnTo>
                      <a:pt x="831" y="3254"/>
                    </a:lnTo>
                    <a:lnTo>
                      <a:pt x="837" y="3240"/>
                    </a:lnTo>
                    <a:lnTo>
                      <a:pt x="843" y="3239"/>
                    </a:lnTo>
                    <a:lnTo>
                      <a:pt x="849" y="3250"/>
                    </a:lnTo>
                    <a:lnTo>
                      <a:pt x="855" y="3270"/>
                    </a:lnTo>
                    <a:lnTo>
                      <a:pt x="860" y="3300"/>
                    </a:lnTo>
                    <a:lnTo>
                      <a:pt x="866" y="3336"/>
                    </a:lnTo>
                    <a:lnTo>
                      <a:pt x="872" y="3374"/>
                    </a:lnTo>
                    <a:lnTo>
                      <a:pt x="879" y="3412"/>
                    </a:lnTo>
                    <a:lnTo>
                      <a:pt x="884" y="3445"/>
                    </a:lnTo>
                    <a:lnTo>
                      <a:pt x="890" y="3472"/>
                    </a:lnTo>
                    <a:lnTo>
                      <a:pt x="896" y="3490"/>
                    </a:lnTo>
                    <a:lnTo>
                      <a:pt x="902" y="3497"/>
                    </a:lnTo>
                    <a:lnTo>
                      <a:pt x="907" y="3494"/>
                    </a:lnTo>
                    <a:lnTo>
                      <a:pt x="914" y="3479"/>
                    </a:lnTo>
                    <a:lnTo>
                      <a:pt x="920" y="3454"/>
                    </a:lnTo>
                    <a:lnTo>
                      <a:pt x="926" y="3422"/>
                    </a:lnTo>
                    <a:lnTo>
                      <a:pt x="931" y="3385"/>
                    </a:lnTo>
                    <a:lnTo>
                      <a:pt x="937" y="3347"/>
                    </a:lnTo>
                    <a:lnTo>
                      <a:pt x="943" y="3311"/>
                    </a:lnTo>
                    <a:lnTo>
                      <a:pt x="949" y="3278"/>
                    </a:lnTo>
                    <a:lnTo>
                      <a:pt x="955" y="3254"/>
                    </a:lnTo>
                    <a:lnTo>
                      <a:pt x="961" y="3240"/>
                    </a:lnTo>
                    <a:lnTo>
                      <a:pt x="967" y="3239"/>
                    </a:lnTo>
                    <a:lnTo>
                      <a:pt x="972" y="3250"/>
                    </a:lnTo>
                    <a:lnTo>
                      <a:pt x="978" y="3271"/>
                    </a:lnTo>
                    <a:lnTo>
                      <a:pt x="984" y="3304"/>
                    </a:lnTo>
                    <a:lnTo>
                      <a:pt x="991" y="3344"/>
                    </a:lnTo>
                    <a:lnTo>
                      <a:pt x="996" y="3388"/>
                    </a:lnTo>
                    <a:lnTo>
                      <a:pt x="1002" y="3430"/>
                    </a:lnTo>
                    <a:lnTo>
                      <a:pt x="1008" y="3467"/>
                    </a:lnTo>
                    <a:lnTo>
                      <a:pt x="1013" y="3490"/>
                    </a:lnTo>
                    <a:lnTo>
                      <a:pt x="1019" y="3497"/>
                    </a:lnTo>
                    <a:lnTo>
                      <a:pt x="1026" y="3479"/>
                    </a:lnTo>
                    <a:lnTo>
                      <a:pt x="1032" y="3433"/>
                    </a:lnTo>
                    <a:lnTo>
                      <a:pt x="1037" y="3355"/>
                    </a:lnTo>
                    <a:lnTo>
                      <a:pt x="1043" y="3243"/>
                    </a:lnTo>
                    <a:lnTo>
                      <a:pt x="1049" y="3094"/>
                    </a:lnTo>
                    <a:lnTo>
                      <a:pt x="1054" y="2910"/>
                    </a:lnTo>
                    <a:lnTo>
                      <a:pt x="1061" y="2692"/>
                    </a:lnTo>
                    <a:lnTo>
                      <a:pt x="1067" y="2446"/>
                    </a:lnTo>
                    <a:lnTo>
                      <a:pt x="1073" y="2175"/>
                    </a:lnTo>
                    <a:lnTo>
                      <a:pt x="1078" y="1889"/>
                    </a:lnTo>
                    <a:lnTo>
                      <a:pt x="1084" y="1594"/>
                    </a:lnTo>
                    <a:lnTo>
                      <a:pt x="1090" y="1299"/>
                    </a:lnTo>
                    <a:lnTo>
                      <a:pt x="1097" y="1015"/>
                    </a:lnTo>
                    <a:lnTo>
                      <a:pt x="1102" y="750"/>
                    </a:lnTo>
                    <a:lnTo>
                      <a:pt x="1108" y="514"/>
                    </a:lnTo>
                    <a:lnTo>
                      <a:pt x="1114" y="315"/>
                    </a:lnTo>
                    <a:lnTo>
                      <a:pt x="1119" y="161"/>
                    </a:lnTo>
                    <a:lnTo>
                      <a:pt x="1125" y="56"/>
                    </a:lnTo>
                    <a:lnTo>
                      <a:pt x="1132" y="4"/>
                    </a:lnTo>
                    <a:lnTo>
                      <a:pt x="1138" y="9"/>
                    </a:lnTo>
                    <a:lnTo>
                      <a:pt x="1143" y="69"/>
                    </a:lnTo>
                    <a:lnTo>
                      <a:pt x="1149" y="182"/>
                    </a:lnTo>
                    <a:lnTo>
                      <a:pt x="1155" y="344"/>
                    </a:lnTo>
                    <a:lnTo>
                      <a:pt x="1161" y="550"/>
                    </a:lnTo>
                    <a:lnTo>
                      <a:pt x="1167" y="791"/>
                    </a:lnTo>
                    <a:lnTo>
                      <a:pt x="1173" y="1059"/>
                    </a:lnTo>
                    <a:lnTo>
                      <a:pt x="1179" y="1345"/>
                    </a:lnTo>
                    <a:lnTo>
                      <a:pt x="1184" y="1641"/>
                    </a:lnTo>
                    <a:lnTo>
                      <a:pt x="1190" y="1936"/>
                    </a:lnTo>
                    <a:lnTo>
                      <a:pt x="1196" y="2220"/>
                    </a:lnTo>
                    <a:lnTo>
                      <a:pt x="1203" y="2486"/>
                    </a:lnTo>
                    <a:lnTo>
                      <a:pt x="1208" y="2729"/>
                    </a:lnTo>
                    <a:lnTo>
                      <a:pt x="1214" y="2941"/>
                    </a:lnTo>
                    <a:lnTo>
                      <a:pt x="1220" y="3119"/>
                    </a:lnTo>
                    <a:lnTo>
                      <a:pt x="1226" y="3262"/>
                    </a:lnTo>
                    <a:lnTo>
                      <a:pt x="1231" y="3370"/>
                    </a:lnTo>
                    <a:lnTo>
                      <a:pt x="1238" y="3443"/>
                    </a:lnTo>
                    <a:lnTo>
                      <a:pt x="1244" y="3483"/>
                    </a:lnTo>
                    <a:lnTo>
                      <a:pt x="1250" y="3497"/>
                    </a:lnTo>
                    <a:lnTo>
                      <a:pt x="1255" y="3488"/>
                    </a:lnTo>
                    <a:lnTo>
                      <a:pt x="1261" y="3461"/>
                    </a:lnTo>
                    <a:lnTo>
                      <a:pt x="1267" y="3425"/>
                    </a:lnTo>
                    <a:lnTo>
                      <a:pt x="1273" y="3381"/>
                    </a:lnTo>
                    <a:lnTo>
                      <a:pt x="1279" y="3337"/>
                    </a:lnTo>
                    <a:lnTo>
                      <a:pt x="1285" y="3298"/>
                    </a:lnTo>
                    <a:lnTo>
                      <a:pt x="1291" y="3267"/>
                    </a:lnTo>
                    <a:lnTo>
                      <a:pt x="1296" y="3246"/>
                    </a:lnTo>
                    <a:lnTo>
                      <a:pt x="1302" y="3238"/>
                    </a:lnTo>
                    <a:lnTo>
                      <a:pt x="1309" y="3243"/>
                    </a:lnTo>
                    <a:lnTo>
                      <a:pt x="1315" y="3258"/>
                    </a:lnTo>
                    <a:lnTo>
                      <a:pt x="1320" y="3283"/>
                    </a:lnTo>
                    <a:lnTo>
                      <a:pt x="1326" y="3316"/>
                    </a:lnTo>
                    <a:lnTo>
                      <a:pt x="1332" y="3353"/>
                    </a:lnTo>
                    <a:lnTo>
                      <a:pt x="1337" y="3392"/>
                    </a:lnTo>
                    <a:lnTo>
                      <a:pt x="1344" y="3428"/>
                    </a:lnTo>
                    <a:lnTo>
                      <a:pt x="1350" y="3459"/>
                    </a:lnTo>
                    <a:lnTo>
                      <a:pt x="1356" y="3481"/>
                    </a:lnTo>
                    <a:lnTo>
                      <a:pt x="1361" y="3495"/>
                    </a:lnTo>
                    <a:lnTo>
                      <a:pt x="1367" y="3497"/>
                    </a:lnTo>
                    <a:lnTo>
                      <a:pt x="1373" y="3488"/>
                    </a:lnTo>
                    <a:lnTo>
                      <a:pt x="1380" y="3468"/>
                    </a:lnTo>
                    <a:lnTo>
                      <a:pt x="1385" y="3441"/>
                    </a:lnTo>
                    <a:lnTo>
                      <a:pt x="1391" y="3406"/>
                    </a:lnTo>
                    <a:lnTo>
                      <a:pt x="1397" y="3368"/>
                    </a:lnTo>
                    <a:lnTo>
                      <a:pt x="1402" y="3330"/>
                    </a:lnTo>
                    <a:lnTo>
                      <a:pt x="1408" y="3294"/>
                    </a:lnTo>
                    <a:lnTo>
                      <a:pt x="1414" y="3267"/>
                    </a:lnTo>
                    <a:lnTo>
                      <a:pt x="1421" y="3247"/>
                    </a:lnTo>
                    <a:lnTo>
                      <a:pt x="1426" y="3238"/>
                    </a:lnTo>
                    <a:lnTo>
                      <a:pt x="1432" y="3242"/>
                    </a:lnTo>
                    <a:lnTo>
                      <a:pt x="1438" y="3258"/>
                    </a:lnTo>
                    <a:lnTo>
                      <a:pt x="1443" y="3285"/>
                    </a:lnTo>
                    <a:lnTo>
                      <a:pt x="1449" y="3322"/>
                    </a:lnTo>
                    <a:lnTo>
                      <a:pt x="1456" y="3365"/>
                    </a:lnTo>
                    <a:lnTo>
                      <a:pt x="1462" y="3408"/>
                    </a:lnTo>
                    <a:lnTo>
                      <a:pt x="1467" y="3449"/>
                    </a:lnTo>
                    <a:lnTo>
                      <a:pt x="1473" y="3480"/>
                    </a:lnTo>
                    <a:lnTo>
                      <a:pt x="1479" y="3496"/>
                    </a:lnTo>
                    <a:lnTo>
                      <a:pt x="1485" y="3491"/>
                    </a:lnTo>
                    <a:lnTo>
                      <a:pt x="1491" y="3461"/>
                    </a:lnTo>
                    <a:lnTo>
                      <a:pt x="1497" y="3402"/>
                    </a:lnTo>
                    <a:lnTo>
                      <a:pt x="1503" y="3307"/>
                    </a:lnTo>
                    <a:lnTo>
                      <a:pt x="1508" y="3178"/>
                    </a:lnTo>
                    <a:lnTo>
                      <a:pt x="1514" y="3014"/>
                    </a:lnTo>
                    <a:lnTo>
                      <a:pt x="1520" y="2813"/>
                    </a:lnTo>
                    <a:lnTo>
                      <a:pt x="1527" y="2582"/>
                    </a:lnTo>
                    <a:lnTo>
                      <a:pt x="1532" y="2324"/>
                    </a:lnTo>
                    <a:lnTo>
                      <a:pt x="1538" y="2045"/>
                    </a:lnTo>
                    <a:lnTo>
                      <a:pt x="1544" y="1754"/>
                    </a:lnTo>
                    <a:lnTo>
                      <a:pt x="1550" y="1458"/>
                    </a:lnTo>
                    <a:lnTo>
                      <a:pt x="1555" y="1167"/>
                    </a:lnTo>
                    <a:lnTo>
                      <a:pt x="1562" y="890"/>
                    </a:lnTo>
                    <a:lnTo>
                      <a:pt x="1568" y="637"/>
                    </a:lnTo>
                    <a:lnTo>
                      <a:pt x="1574" y="418"/>
                    </a:lnTo>
                    <a:lnTo>
                      <a:pt x="1579" y="238"/>
                    </a:lnTo>
                    <a:lnTo>
                      <a:pt x="1585" y="106"/>
                    </a:lnTo>
                    <a:lnTo>
                      <a:pt x="1591" y="25"/>
                    </a:lnTo>
                    <a:lnTo>
                      <a:pt x="1597" y="0"/>
                    </a:lnTo>
                    <a:lnTo>
                      <a:pt x="1603" y="30"/>
                    </a:lnTo>
                    <a:lnTo>
                      <a:pt x="1609" y="115"/>
                    </a:lnTo>
                    <a:lnTo>
                      <a:pt x="1615" y="251"/>
                    </a:lnTo>
                    <a:lnTo>
                      <a:pt x="1620" y="434"/>
                    </a:lnTo>
                    <a:lnTo>
                      <a:pt x="1626" y="657"/>
                    </a:lnTo>
                    <a:lnTo>
                      <a:pt x="1633" y="911"/>
                    </a:lnTo>
                    <a:lnTo>
                      <a:pt x="1639" y="1190"/>
                    </a:lnTo>
                    <a:lnTo>
                      <a:pt x="1644" y="1481"/>
                    </a:lnTo>
                    <a:lnTo>
                      <a:pt x="1650" y="1777"/>
                    </a:lnTo>
                    <a:lnTo>
                      <a:pt x="1656" y="2068"/>
                    </a:lnTo>
                    <a:lnTo>
                      <a:pt x="1661" y="2346"/>
                    </a:lnTo>
                    <a:lnTo>
                      <a:pt x="1668" y="2601"/>
                    </a:lnTo>
                    <a:lnTo>
                      <a:pt x="1674" y="2831"/>
                    </a:lnTo>
                    <a:lnTo>
                      <a:pt x="1680" y="3027"/>
                    </a:lnTo>
                    <a:lnTo>
                      <a:pt x="1685" y="3190"/>
                    </a:lnTo>
                    <a:lnTo>
                      <a:pt x="1691" y="3316"/>
                    </a:lnTo>
                    <a:lnTo>
                      <a:pt x="1697" y="3407"/>
                    </a:lnTo>
                    <a:lnTo>
                      <a:pt x="1704" y="3465"/>
                    </a:lnTo>
                    <a:lnTo>
                      <a:pt x="1709" y="3492"/>
                    </a:lnTo>
                    <a:lnTo>
                      <a:pt x="1715" y="3495"/>
                    </a:lnTo>
                    <a:lnTo>
                      <a:pt x="1721" y="3478"/>
                    </a:lnTo>
                    <a:lnTo>
                      <a:pt x="1726" y="3445"/>
                    </a:lnTo>
                    <a:lnTo>
                      <a:pt x="1732" y="3405"/>
                    </a:lnTo>
                    <a:lnTo>
                      <a:pt x="1739" y="3360"/>
                    </a:lnTo>
                    <a:lnTo>
                      <a:pt x="1745" y="3319"/>
                    </a:lnTo>
                    <a:lnTo>
                      <a:pt x="1750" y="3283"/>
                    </a:lnTo>
                    <a:lnTo>
                      <a:pt x="1756" y="3256"/>
                    </a:lnTo>
                    <a:lnTo>
                      <a:pt x="1762" y="3242"/>
                    </a:lnTo>
                    <a:lnTo>
                      <a:pt x="1767" y="3238"/>
                    </a:lnTo>
                    <a:lnTo>
                      <a:pt x="1774" y="3248"/>
                    </a:lnTo>
                    <a:lnTo>
                      <a:pt x="1780" y="3268"/>
                    </a:lnTo>
                    <a:lnTo>
                      <a:pt x="1786" y="3298"/>
                    </a:lnTo>
                    <a:lnTo>
                      <a:pt x="1791" y="3332"/>
                    </a:lnTo>
                    <a:lnTo>
                      <a:pt x="1797" y="3372"/>
                    </a:lnTo>
                    <a:lnTo>
                      <a:pt x="1803" y="3408"/>
                    </a:lnTo>
                    <a:lnTo>
                      <a:pt x="1810" y="3443"/>
                    </a:lnTo>
                    <a:lnTo>
                      <a:pt x="1815" y="3471"/>
                    </a:lnTo>
                    <a:lnTo>
                      <a:pt x="1821" y="3489"/>
                    </a:lnTo>
                    <a:lnTo>
                      <a:pt x="1827" y="3497"/>
                    </a:lnTo>
                    <a:lnTo>
                      <a:pt x="1832" y="3494"/>
                    </a:lnTo>
                    <a:lnTo>
                      <a:pt x="1838" y="3480"/>
                    </a:lnTo>
                    <a:lnTo>
                      <a:pt x="1844" y="3457"/>
                    </a:lnTo>
                    <a:lnTo>
                      <a:pt x="1851" y="3425"/>
                    </a:lnTo>
                    <a:lnTo>
                      <a:pt x="1856" y="3389"/>
                    </a:lnTo>
                    <a:lnTo>
                      <a:pt x="1862" y="3351"/>
                    </a:lnTo>
                    <a:lnTo>
                      <a:pt x="1868" y="3313"/>
                    </a:lnTo>
                    <a:lnTo>
                      <a:pt x="1874" y="3281"/>
                    </a:lnTo>
                    <a:lnTo>
                      <a:pt x="1879" y="3256"/>
                    </a:lnTo>
                    <a:lnTo>
                      <a:pt x="1886" y="3242"/>
                    </a:lnTo>
                    <a:lnTo>
                      <a:pt x="1892" y="3238"/>
                    </a:lnTo>
                    <a:lnTo>
                      <a:pt x="1898" y="3248"/>
                    </a:lnTo>
                    <a:lnTo>
                      <a:pt x="1903" y="3269"/>
                    </a:lnTo>
                    <a:lnTo>
                      <a:pt x="1909" y="3301"/>
                    </a:lnTo>
                    <a:lnTo>
                      <a:pt x="1915" y="3341"/>
                    </a:lnTo>
                    <a:lnTo>
                      <a:pt x="1921" y="3384"/>
                    </a:lnTo>
                    <a:lnTo>
                      <a:pt x="1927" y="3427"/>
                    </a:lnTo>
                    <a:lnTo>
                      <a:pt x="1933" y="3464"/>
                    </a:lnTo>
                    <a:lnTo>
                      <a:pt x="1939" y="3489"/>
                    </a:lnTo>
                    <a:lnTo>
                      <a:pt x="1944" y="3497"/>
                    </a:lnTo>
                    <a:lnTo>
                      <a:pt x="1950" y="3481"/>
                    </a:lnTo>
                    <a:lnTo>
                      <a:pt x="1957" y="3438"/>
                    </a:lnTo>
                    <a:lnTo>
                      <a:pt x="1963" y="3362"/>
                    </a:lnTo>
                    <a:lnTo>
                      <a:pt x="1968" y="3253"/>
                    </a:lnTo>
                    <a:lnTo>
                      <a:pt x="1974" y="3107"/>
                    </a:lnTo>
                    <a:lnTo>
                      <a:pt x="1980" y="2925"/>
                    </a:lnTo>
                    <a:lnTo>
                      <a:pt x="1985" y="2711"/>
                    </a:lnTo>
                    <a:lnTo>
                      <a:pt x="1992" y="2467"/>
                    </a:lnTo>
                    <a:lnTo>
                      <a:pt x="1998" y="2199"/>
                    </a:lnTo>
                    <a:lnTo>
                      <a:pt x="2004" y="1912"/>
                    </a:lnTo>
                    <a:lnTo>
                      <a:pt x="2009" y="1617"/>
                    </a:lnTo>
                    <a:lnTo>
                      <a:pt x="2015" y="1322"/>
                    </a:lnTo>
                    <a:lnTo>
                      <a:pt x="2021" y="1037"/>
                    </a:lnTo>
                    <a:lnTo>
                      <a:pt x="2028" y="770"/>
                    </a:lnTo>
                    <a:lnTo>
                      <a:pt x="2033" y="532"/>
                    </a:lnTo>
                    <a:lnTo>
                      <a:pt x="2039" y="329"/>
                    </a:lnTo>
                    <a:lnTo>
                      <a:pt x="2045" y="171"/>
                    </a:lnTo>
                    <a:lnTo>
                      <a:pt x="2050" y="62"/>
                    </a:lnTo>
                    <a:lnTo>
                      <a:pt x="2056" y="7"/>
                    </a:lnTo>
                    <a:lnTo>
                      <a:pt x="2063" y="7"/>
                    </a:lnTo>
                    <a:lnTo>
                      <a:pt x="2069" y="62"/>
                    </a:lnTo>
                    <a:lnTo>
                      <a:pt x="2074" y="171"/>
                    </a:lnTo>
                    <a:lnTo>
                      <a:pt x="2080" y="329"/>
                    </a:lnTo>
                    <a:lnTo>
                      <a:pt x="2086" y="532"/>
                    </a:lnTo>
                    <a:lnTo>
                      <a:pt x="2091" y="770"/>
                    </a:lnTo>
                    <a:lnTo>
                      <a:pt x="2098" y="1037"/>
                    </a:lnTo>
                    <a:lnTo>
                      <a:pt x="2104" y="1322"/>
                    </a:lnTo>
                    <a:lnTo>
                      <a:pt x="2110" y="1617"/>
                    </a:lnTo>
                    <a:lnTo>
                      <a:pt x="2115" y="1912"/>
                    </a:lnTo>
                    <a:lnTo>
                      <a:pt x="2121" y="2199"/>
                    </a:lnTo>
                    <a:lnTo>
                      <a:pt x="2127" y="2467"/>
                    </a:lnTo>
                    <a:lnTo>
                      <a:pt x="2134" y="2711"/>
                    </a:lnTo>
                    <a:lnTo>
                      <a:pt x="2139" y="2925"/>
                    </a:lnTo>
                    <a:lnTo>
                      <a:pt x="2145" y="3107"/>
                    </a:lnTo>
                    <a:lnTo>
                      <a:pt x="2151" y="3253"/>
                    </a:lnTo>
                    <a:lnTo>
                      <a:pt x="2156" y="3362"/>
                    </a:lnTo>
                    <a:lnTo>
                      <a:pt x="2162" y="3438"/>
                    </a:lnTo>
                    <a:lnTo>
                      <a:pt x="2169" y="3481"/>
                    </a:lnTo>
                    <a:lnTo>
                      <a:pt x="2175" y="3497"/>
                    </a:lnTo>
                    <a:lnTo>
                      <a:pt x="2180" y="3489"/>
                    </a:lnTo>
                    <a:lnTo>
                      <a:pt x="2186" y="3464"/>
                    </a:lnTo>
                    <a:lnTo>
                      <a:pt x="2192" y="3427"/>
                    </a:lnTo>
                    <a:lnTo>
                      <a:pt x="2198" y="3384"/>
                    </a:lnTo>
                    <a:lnTo>
                      <a:pt x="2204" y="3341"/>
                    </a:lnTo>
                    <a:lnTo>
                      <a:pt x="2210" y="3301"/>
                    </a:lnTo>
                    <a:lnTo>
                      <a:pt x="2216" y="3269"/>
                    </a:lnTo>
                    <a:lnTo>
                      <a:pt x="2222" y="3248"/>
                    </a:lnTo>
                    <a:lnTo>
                      <a:pt x="2227" y="3238"/>
                    </a:lnTo>
                    <a:lnTo>
                      <a:pt x="2233" y="3242"/>
                    </a:lnTo>
                    <a:lnTo>
                      <a:pt x="2240" y="3256"/>
                    </a:lnTo>
                    <a:lnTo>
                      <a:pt x="2245" y="3281"/>
                    </a:lnTo>
                    <a:lnTo>
                      <a:pt x="2251" y="3313"/>
                    </a:lnTo>
                    <a:lnTo>
                      <a:pt x="2257" y="3351"/>
                    </a:lnTo>
                    <a:lnTo>
                      <a:pt x="2263" y="3389"/>
                    </a:lnTo>
                    <a:lnTo>
                      <a:pt x="2268" y="3425"/>
                    </a:lnTo>
                    <a:lnTo>
                      <a:pt x="2275" y="3457"/>
                    </a:lnTo>
                    <a:lnTo>
                      <a:pt x="2281" y="3480"/>
                    </a:lnTo>
                    <a:lnTo>
                      <a:pt x="2287" y="3494"/>
                    </a:lnTo>
                    <a:lnTo>
                      <a:pt x="2292" y="3497"/>
                    </a:lnTo>
                    <a:lnTo>
                      <a:pt x="2298" y="3489"/>
                    </a:lnTo>
                    <a:lnTo>
                      <a:pt x="2304" y="3471"/>
                    </a:lnTo>
                    <a:lnTo>
                      <a:pt x="2309" y="3443"/>
                    </a:lnTo>
                    <a:lnTo>
                      <a:pt x="2316" y="3408"/>
                    </a:lnTo>
                    <a:lnTo>
                      <a:pt x="2322" y="3372"/>
                    </a:lnTo>
                    <a:lnTo>
                      <a:pt x="2328" y="3332"/>
                    </a:lnTo>
                    <a:lnTo>
                      <a:pt x="2333" y="3298"/>
                    </a:lnTo>
                    <a:lnTo>
                      <a:pt x="2339" y="3268"/>
                    </a:lnTo>
                    <a:lnTo>
                      <a:pt x="2345" y="3248"/>
                    </a:lnTo>
                    <a:lnTo>
                      <a:pt x="2352" y="3238"/>
                    </a:lnTo>
                    <a:lnTo>
                      <a:pt x="2357" y="3242"/>
                    </a:lnTo>
                    <a:lnTo>
                      <a:pt x="2363" y="3256"/>
                    </a:lnTo>
                    <a:lnTo>
                      <a:pt x="2369" y="3283"/>
                    </a:lnTo>
                    <a:lnTo>
                      <a:pt x="2374" y="3319"/>
                    </a:lnTo>
                    <a:lnTo>
                      <a:pt x="2380" y="3360"/>
                    </a:lnTo>
                    <a:lnTo>
                      <a:pt x="2387" y="3405"/>
                    </a:lnTo>
                    <a:lnTo>
                      <a:pt x="2393" y="3445"/>
                    </a:lnTo>
                    <a:lnTo>
                      <a:pt x="2398" y="3478"/>
                    </a:lnTo>
                    <a:lnTo>
                      <a:pt x="2404" y="3495"/>
                    </a:lnTo>
                    <a:lnTo>
                      <a:pt x="2410" y="3492"/>
                    </a:lnTo>
                    <a:lnTo>
                      <a:pt x="2415" y="3465"/>
                    </a:lnTo>
                    <a:lnTo>
                      <a:pt x="2422" y="3407"/>
                    </a:lnTo>
                    <a:lnTo>
                      <a:pt x="2428" y="3316"/>
                    </a:lnTo>
                    <a:lnTo>
                      <a:pt x="2434" y="3190"/>
                    </a:lnTo>
                    <a:lnTo>
                      <a:pt x="2439" y="3027"/>
                    </a:lnTo>
                    <a:lnTo>
                      <a:pt x="2445" y="2831"/>
                    </a:lnTo>
                    <a:lnTo>
                      <a:pt x="2451" y="2601"/>
                    </a:lnTo>
                    <a:lnTo>
                      <a:pt x="2458" y="2346"/>
                    </a:lnTo>
                    <a:lnTo>
                      <a:pt x="2463" y="2068"/>
                    </a:lnTo>
                    <a:lnTo>
                      <a:pt x="2469" y="1777"/>
                    </a:lnTo>
                    <a:lnTo>
                      <a:pt x="2475" y="1481"/>
                    </a:lnTo>
                    <a:lnTo>
                      <a:pt x="2480" y="1190"/>
                    </a:lnTo>
                    <a:lnTo>
                      <a:pt x="2486" y="911"/>
                    </a:lnTo>
                    <a:lnTo>
                      <a:pt x="2493" y="657"/>
                    </a:lnTo>
                    <a:lnTo>
                      <a:pt x="2499" y="434"/>
                    </a:lnTo>
                    <a:lnTo>
                      <a:pt x="2504" y="251"/>
                    </a:lnTo>
                    <a:lnTo>
                      <a:pt x="2510" y="115"/>
                    </a:lnTo>
                    <a:lnTo>
                      <a:pt x="2516" y="30"/>
                    </a:lnTo>
                    <a:lnTo>
                      <a:pt x="2522" y="0"/>
                    </a:lnTo>
                    <a:lnTo>
                      <a:pt x="2528" y="25"/>
                    </a:lnTo>
                    <a:lnTo>
                      <a:pt x="2534" y="106"/>
                    </a:lnTo>
                    <a:lnTo>
                      <a:pt x="2540" y="238"/>
                    </a:lnTo>
                    <a:lnTo>
                      <a:pt x="2546" y="418"/>
                    </a:lnTo>
                    <a:lnTo>
                      <a:pt x="2551" y="637"/>
                    </a:lnTo>
                    <a:lnTo>
                      <a:pt x="2557" y="890"/>
                    </a:lnTo>
                    <a:lnTo>
                      <a:pt x="2564" y="1167"/>
                    </a:lnTo>
                    <a:lnTo>
                      <a:pt x="2569" y="1458"/>
                    </a:lnTo>
                    <a:lnTo>
                      <a:pt x="2575" y="1754"/>
                    </a:lnTo>
                    <a:lnTo>
                      <a:pt x="2581" y="2045"/>
                    </a:lnTo>
                    <a:lnTo>
                      <a:pt x="2587" y="2324"/>
                    </a:lnTo>
                    <a:lnTo>
                      <a:pt x="2592" y="2582"/>
                    </a:lnTo>
                    <a:lnTo>
                      <a:pt x="2599" y="2813"/>
                    </a:lnTo>
                    <a:lnTo>
                      <a:pt x="2605" y="3014"/>
                    </a:lnTo>
                    <a:lnTo>
                      <a:pt x="2611" y="3178"/>
                    </a:lnTo>
                    <a:lnTo>
                      <a:pt x="2616" y="3307"/>
                    </a:lnTo>
                    <a:lnTo>
                      <a:pt x="2622" y="3402"/>
                    </a:lnTo>
                    <a:lnTo>
                      <a:pt x="2628" y="3461"/>
                    </a:lnTo>
                    <a:lnTo>
                      <a:pt x="2635" y="3491"/>
                    </a:lnTo>
                    <a:lnTo>
                      <a:pt x="2640" y="3496"/>
                    </a:lnTo>
                    <a:lnTo>
                      <a:pt x="2646" y="3480"/>
                    </a:lnTo>
                    <a:lnTo>
                      <a:pt x="2652" y="3449"/>
                    </a:lnTo>
                    <a:lnTo>
                      <a:pt x="2657" y="3408"/>
                    </a:lnTo>
                    <a:lnTo>
                      <a:pt x="2663" y="3365"/>
                    </a:lnTo>
                    <a:lnTo>
                      <a:pt x="2670" y="3322"/>
                    </a:lnTo>
                    <a:lnTo>
                      <a:pt x="2676" y="3285"/>
                    </a:lnTo>
                    <a:lnTo>
                      <a:pt x="2681" y="3258"/>
                    </a:lnTo>
                    <a:lnTo>
                      <a:pt x="2687" y="3242"/>
                    </a:lnTo>
                    <a:lnTo>
                      <a:pt x="2693" y="3238"/>
                    </a:lnTo>
                    <a:lnTo>
                      <a:pt x="2698" y="3247"/>
                    </a:lnTo>
                    <a:lnTo>
                      <a:pt x="2705" y="3267"/>
                    </a:lnTo>
                    <a:lnTo>
                      <a:pt x="2711" y="3294"/>
                    </a:lnTo>
                    <a:lnTo>
                      <a:pt x="2717" y="3330"/>
                    </a:lnTo>
                    <a:lnTo>
                      <a:pt x="2722" y="3368"/>
                    </a:lnTo>
                    <a:lnTo>
                      <a:pt x="2728" y="3406"/>
                    </a:lnTo>
                    <a:lnTo>
                      <a:pt x="2734" y="3441"/>
                    </a:lnTo>
                    <a:lnTo>
                      <a:pt x="2739" y="3468"/>
                    </a:lnTo>
                    <a:lnTo>
                      <a:pt x="2746" y="3488"/>
                    </a:lnTo>
                    <a:lnTo>
                      <a:pt x="2752" y="3497"/>
                    </a:lnTo>
                    <a:lnTo>
                      <a:pt x="2758" y="3495"/>
                    </a:lnTo>
                    <a:lnTo>
                      <a:pt x="2763" y="3481"/>
                    </a:lnTo>
                    <a:lnTo>
                      <a:pt x="2769" y="3459"/>
                    </a:lnTo>
                    <a:lnTo>
                      <a:pt x="2775" y="3428"/>
                    </a:lnTo>
                    <a:lnTo>
                      <a:pt x="2782" y="3392"/>
                    </a:lnTo>
                    <a:lnTo>
                      <a:pt x="2787" y="3353"/>
                    </a:lnTo>
                    <a:lnTo>
                      <a:pt x="2793" y="3316"/>
                    </a:lnTo>
                    <a:lnTo>
                      <a:pt x="2799" y="3283"/>
                    </a:lnTo>
                    <a:lnTo>
                      <a:pt x="2804" y="3258"/>
                    </a:lnTo>
                    <a:lnTo>
                      <a:pt x="2810" y="3243"/>
                    </a:lnTo>
                    <a:lnTo>
                      <a:pt x="2817" y="3238"/>
                    </a:lnTo>
                    <a:lnTo>
                      <a:pt x="2823" y="3246"/>
                    </a:lnTo>
                    <a:lnTo>
                      <a:pt x="2828" y="3267"/>
                    </a:lnTo>
                    <a:lnTo>
                      <a:pt x="2834" y="3298"/>
                    </a:lnTo>
                    <a:lnTo>
                      <a:pt x="2840" y="3337"/>
                    </a:lnTo>
                    <a:lnTo>
                      <a:pt x="2846" y="3381"/>
                    </a:lnTo>
                    <a:lnTo>
                      <a:pt x="2852" y="3425"/>
                    </a:lnTo>
                    <a:lnTo>
                      <a:pt x="2858" y="3461"/>
                    </a:lnTo>
                    <a:lnTo>
                      <a:pt x="2864" y="3488"/>
                    </a:lnTo>
                    <a:lnTo>
                      <a:pt x="2870" y="3497"/>
                    </a:lnTo>
                    <a:lnTo>
                      <a:pt x="2875" y="3483"/>
                    </a:lnTo>
                    <a:lnTo>
                      <a:pt x="2881" y="3443"/>
                    </a:lnTo>
                    <a:lnTo>
                      <a:pt x="2888" y="3370"/>
                    </a:lnTo>
                    <a:lnTo>
                      <a:pt x="2893" y="3262"/>
                    </a:lnTo>
                    <a:lnTo>
                      <a:pt x="2899" y="3119"/>
                    </a:lnTo>
                    <a:lnTo>
                      <a:pt x="2905" y="2941"/>
                    </a:lnTo>
                    <a:lnTo>
                      <a:pt x="2911" y="2729"/>
                    </a:lnTo>
                    <a:lnTo>
                      <a:pt x="2916" y="2486"/>
                    </a:lnTo>
                    <a:lnTo>
                      <a:pt x="2923" y="2220"/>
                    </a:lnTo>
                    <a:lnTo>
                      <a:pt x="2929" y="1936"/>
                    </a:lnTo>
                    <a:lnTo>
                      <a:pt x="2935" y="1641"/>
                    </a:lnTo>
                    <a:lnTo>
                      <a:pt x="2940" y="1345"/>
                    </a:lnTo>
                    <a:lnTo>
                      <a:pt x="2946" y="1059"/>
                    </a:lnTo>
                    <a:lnTo>
                      <a:pt x="2952" y="791"/>
                    </a:lnTo>
                    <a:lnTo>
                      <a:pt x="2959" y="550"/>
                    </a:lnTo>
                    <a:lnTo>
                      <a:pt x="2964" y="344"/>
                    </a:lnTo>
                    <a:lnTo>
                      <a:pt x="2970" y="182"/>
                    </a:lnTo>
                    <a:lnTo>
                      <a:pt x="2976" y="69"/>
                    </a:lnTo>
                    <a:lnTo>
                      <a:pt x="2981" y="9"/>
                    </a:lnTo>
                    <a:lnTo>
                      <a:pt x="2987" y="4"/>
                    </a:lnTo>
                    <a:lnTo>
                      <a:pt x="2994" y="56"/>
                    </a:lnTo>
                    <a:lnTo>
                      <a:pt x="3000" y="161"/>
                    </a:lnTo>
                    <a:lnTo>
                      <a:pt x="3005" y="315"/>
                    </a:lnTo>
                    <a:lnTo>
                      <a:pt x="3011" y="514"/>
                    </a:lnTo>
                    <a:lnTo>
                      <a:pt x="3017" y="750"/>
                    </a:lnTo>
                    <a:lnTo>
                      <a:pt x="3022" y="1015"/>
                    </a:lnTo>
                    <a:lnTo>
                      <a:pt x="3029" y="1299"/>
                    </a:lnTo>
                    <a:lnTo>
                      <a:pt x="3035" y="1594"/>
                    </a:lnTo>
                    <a:lnTo>
                      <a:pt x="3041" y="1889"/>
                    </a:lnTo>
                    <a:lnTo>
                      <a:pt x="3046" y="2175"/>
                    </a:lnTo>
                    <a:lnTo>
                      <a:pt x="3052" y="2446"/>
                    </a:lnTo>
                    <a:lnTo>
                      <a:pt x="3058" y="2692"/>
                    </a:lnTo>
                    <a:lnTo>
                      <a:pt x="3065" y="2910"/>
                    </a:lnTo>
                    <a:lnTo>
                      <a:pt x="3070" y="3094"/>
                    </a:lnTo>
                    <a:lnTo>
                      <a:pt x="3076" y="3243"/>
                    </a:lnTo>
                    <a:lnTo>
                      <a:pt x="3082" y="3355"/>
                    </a:lnTo>
                    <a:lnTo>
                      <a:pt x="3087" y="3433"/>
                    </a:lnTo>
                    <a:lnTo>
                      <a:pt x="3093" y="3479"/>
                    </a:lnTo>
                    <a:lnTo>
                      <a:pt x="3100" y="3497"/>
                    </a:lnTo>
                    <a:lnTo>
                      <a:pt x="3106" y="3490"/>
                    </a:lnTo>
                    <a:lnTo>
                      <a:pt x="3111" y="3467"/>
                    </a:lnTo>
                    <a:lnTo>
                      <a:pt x="3117" y="3430"/>
                    </a:lnTo>
                    <a:lnTo>
                      <a:pt x="3123" y="3388"/>
                    </a:lnTo>
                    <a:lnTo>
                      <a:pt x="3129" y="3344"/>
                    </a:lnTo>
                    <a:lnTo>
                      <a:pt x="3135" y="3304"/>
                    </a:lnTo>
                    <a:lnTo>
                      <a:pt x="3141" y="3271"/>
                    </a:lnTo>
                    <a:lnTo>
                      <a:pt x="3147" y="3250"/>
                    </a:lnTo>
                    <a:lnTo>
                      <a:pt x="3152" y="3239"/>
                    </a:lnTo>
                    <a:lnTo>
                      <a:pt x="3158" y="3240"/>
                    </a:lnTo>
                    <a:lnTo>
                      <a:pt x="3164" y="3254"/>
                    </a:lnTo>
                    <a:lnTo>
                      <a:pt x="3170" y="3278"/>
                    </a:lnTo>
                    <a:lnTo>
                      <a:pt x="3176" y="3311"/>
                    </a:lnTo>
                    <a:lnTo>
                      <a:pt x="3182" y="3347"/>
                    </a:lnTo>
                    <a:lnTo>
                      <a:pt x="3188" y="3385"/>
                    </a:lnTo>
                    <a:lnTo>
                      <a:pt x="3194" y="3422"/>
                    </a:lnTo>
                    <a:lnTo>
                      <a:pt x="3199" y="3454"/>
                    </a:lnTo>
                    <a:lnTo>
                      <a:pt x="3205" y="3479"/>
                    </a:lnTo>
                    <a:lnTo>
                      <a:pt x="3212" y="3494"/>
                    </a:lnTo>
                    <a:lnTo>
                      <a:pt x="3217" y="3497"/>
                    </a:lnTo>
                    <a:lnTo>
                      <a:pt x="3223" y="3490"/>
                    </a:lnTo>
                    <a:lnTo>
                      <a:pt x="3229" y="3472"/>
                    </a:lnTo>
                    <a:lnTo>
                      <a:pt x="3235" y="3445"/>
                    </a:lnTo>
                    <a:lnTo>
                      <a:pt x="3240" y="3412"/>
                    </a:lnTo>
                    <a:lnTo>
                      <a:pt x="3247" y="3374"/>
                    </a:lnTo>
                    <a:lnTo>
                      <a:pt x="3253" y="3336"/>
                    </a:lnTo>
                    <a:lnTo>
                      <a:pt x="3259" y="3300"/>
                    </a:lnTo>
                    <a:lnTo>
                      <a:pt x="3264" y="3270"/>
                    </a:lnTo>
                    <a:lnTo>
                      <a:pt x="3270" y="3250"/>
                    </a:lnTo>
                    <a:lnTo>
                      <a:pt x="3276" y="3239"/>
                    </a:lnTo>
                    <a:lnTo>
                      <a:pt x="3283" y="3240"/>
                    </a:lnTo>
                    <a:lnTo>
                      <a:pt x="3288" y="3254"/>
                    </a:lnTo>
                    <a:lnTo>
                      <a:pt x="3294" y="3281"/>
                    </a:lnTo>
                    <a:lnTo>
                      <a:pt x="3300" y="3315"/>
                    </a:lnTo>
                    <a:lnTo>
                      <a:pt x="3305" y="3357"/>
                    </a:lnTo>
                    <a:lnTo>
                      <a:pt x="3311" y="3402"/>
                    </a:lnTo>
                    <a:lnTo>
                      <a:pt x="3318" y="3442"/>
                    </a:lnTo>
                    <a:lnTo>
                      <a:pt x="3324" y="3475"/>
                    </a:lnTo>
                    <a:lnTo>
                      <a:pt x="3329" y="3495"/>
                    </a:lnTo>
                    <a:lnTo>
                      <a:pt x="3335" y="3494"/>
                    </a:lnTo>
                    <a:lnTo>
                      <a:pt x="3341" y="3468"/>
                    </a:lnTo>
                    <a:lnTo>
                      <a:pt x="3346" y="3413"/>
                    </a:lnTo>
                    <a:lnTo>
                      <a:pt x="3353" y="3324"/>
                    </a:lnTo>
                    <a:lnTo>
                      <a:pt x="3359" y="3201"/>
                    </a:lnTo>
                    <a:lnTo>
                      <a:pt x="3365" y="3042"/>
                    </a:lnTo>
                    <a:lnTo>
                      <a:pt x="3370" y="2848"/>
                    </a:lnTo>
                    <a:lnTo>
                      <a:pt x="3376" y="2621"/>
                    </a:lnTo>
                    <a:lnTo>
                      <a:pt x="3382" y="2367"/>
                    </a:lnTo>
                    <a:lnTo>
                      <a:pt x="3389" y="2090"/>
                    </a:lnTo>
                    <a:lnTo>
                      <a:pt x="3394" y="1800"/>
                    </a:lnTo>
                    <a:lnTo>
                      <a:pt x="3400" y="1504"/>
                    </a:lnTo>
                    <a:lnTo>
                      <a:pt x="3406" y="1212"/>
                    </a:lnTo>
                    <a:lnTo>
                      <a:pt x="3411" y="933"/>
                    </a:lnTo>
                    <a:lnTo>
                      <a:pt x="3417" y="675"/>
                    </a:lnTo>
                    <a:lnTo>
                      <a:pt x="3424" y="450"/>
                    </a:lnTo>
                    <a:lnTo>
                      <a:pt x="3430" y="263"/>
                    </a:lnTo>
                    <a:lnTo>
                      <a:pt x="3435" y="123"/>
                    </a:lnTo>
                    <a:lnTo>
                      <a:pt x="3441" y="34"/>
                    </a:lnTo>
                    <a:lnTo>
                      <a:pt x="3447" y="0"/>
                    </a:lnTo>
                    <a:lnTo>
                      <a:pt x="3453" y="22"/>
                    </a:lnTo>
                    <a:lnTo>
                      <a:pt x="3459" y="98"/>
                    </a:lnTo>
                    <a:lnTo>
                      <a:pt x="3465" y="225"/>
                    </a:lnTo>
                    <a:lnTo>
                      <a:pt x="3471" y="401"/>
                    </a:lnTo>
                    <a:lnTo>
                      <a:pt x="3476" y="619"/>
                    </a:lnTo>
                    <a:lnTo>
                      <a:pt x="3482" y="869"/>
                    </a:lnTo>
                    <a:lnTo>
                      <a:pt x="3488" y="1144"/>
                    </a:lnTo>
                    <a:lnTo>
                      <a:pt x="3495" y="1434"/>
                    </a:lnTo>
                    <a:lnTo>
                      <a:pt x="3500" y="1730"/>
                    </a:lnTo>
                    <a:lnTo>
                      <a:pt x="3506" y="2022"/>
                    </a:lnTo>
                    <a:lnTo>
                      <a:pt x="3512" y="2302"/>
                    </a:lnTo>
                    <a:lnTo>
                      <a:pt x="3518" y="2562"/>
                    </a:lnTo>
                    <a:lnTo>
                      <a:pt x="3523" y="2796"/>
                    </a:lnTo>
                    <a:lnTo>
                      <a:pt x="3530" y="2999"/>
                    </a:lnTo>
                    <a:lnTo>
                      <a:pt x="3536" y="3167"/>
                    </a:lnTo>
                    <a:lnTo>
                      <a:pt x="3541" y="3299"/>
                    </a:lnTo>
                    <a:lnTo>
                      <a:pt x="3547" y="3396"/>
                    </a:lnTo>
                    <a:lnTo>
                      <a:pt x="3553" y="3458"/>
                    </a:lnTo>
                    <a:lnTo>
                      <a:pt x="3559" y="3490"/>
                    </a:lnTo>
                    <a:lnTo>
                      <a:pt x="3565" y="3496"/>
                    </a:lnTo>
                    <a:lnTo>
                      <a:pt x="3571" y="3481"/>
                    </a:lnTo>
                    <a:lnTo>
                      <a:pt x="3577" y="3451"/>
                    </a:lnTo>
                    <a:lnTo>
                      <a:pt x="3583" y="3412"/>
                    </a:lnTo>
                    <a:lnTo>
                      <a:pt x="3588" y="3368"/>
                    </a:lnTo>
                    <a:lnTo>
                      <a:pt x="3594" y="3326"/>
                    </a:lnTo>
                    <a:lnTo>
                      <a:pt x="3601" y="3288"/>
                    </a:lnTo>
                    <a:lnTo>
                      <a:pt x="3607" y="3260"/>
                    </a:lnTo>
                    <a:lnTo>
                      <a:pt x="3612" y="3243"/>
                    </a:lnTo>
                    <a:lnTo>
                      <a:pt x="3618" y="3238"/>
                    </a:lnTo>
                    <a:lnTo>
                      <a:pt x="3624" y="3246"/>
                    </a:lnTo>
                    <a:lnTo>
                      <a:pt x="3629" y="3265"/>
                    </a:lnTo>
                    <a:lnTo>
                      <a:pt x="3635" y="3292"/>
                    </a:lnTo>
                    <a:lnTo>
                      <a:pt x="3642" y="3327"/>
                    </a:lnTo>
                    <a:lnTo>
                      <a:pt x="3648" y="3365"/>
                    </a:lnTo>
                    <a:lnTo>
                      <a:pt x="3653" y="3403"/>
                    </a:lnTo>
                    <a:lnTo>
                      <a:pt x="3659" y="3437"/>
                    </a:lnTo>
                    <a:lnTo>
                      <a:pt x="3665" y="3466"/>
                    </a:lnTo>
                    <a:lnTo>
                      <a:pt x="3670" y="3487"/>
                    </a:lnTo>
                    <a:lnTo>
                      <a:pt x="3677" y="3496"/>
                    </a:lnTo>
                    <a:lnTo>
                      <a:pt x="3683" y="3495"/>
                    </a:lnTo>
                    <a:lnTo>
                      <a:pt x="3689" y="3483"/>
                    </a:lnTo>
                    <a:lnTo>
                      <a:pt x="3694" y="3460"/>
                    </a:lnTo>
                    <a:lnTo>
                      <a:pt x="3700" y="3430"/>
                    </a:lnTo>
                    <a:lnTo>
                      <a:pt x="3706" y="3395"/>
                    </a:lnTo>
                    <a:lnTo>
                      <a:pt x="3713" y="3357"/>
                    </a:lnTo>
                    <a:lnTo>
                      <a:pt x="3718" y="3319"/>
                    </a:lnTo>
                    <a:lnTo>
                      <a:pt x="3724" y="3285"/>
                    </a:lnTo>
                    <a:lnTo>
                      <a:pt x="3730" y="3260"/>
                    </a:lnTo>
                    <a:lnTo>
                      <a:pt x="3735" y="3243"/>
                    </a:lnTo>
                    <a:lnTo>
                      <a:pt x="3741" y="3238"/>
                    </a:lnTo>
                    <a:lnTo>
                      <a:pt x="3748" y="3245"/>
                    </a:lnTo>
                    <a:lnTo>
                      <a:pt x="3754" y="3266"/>
                    </a:lnTo>
                    <a:lnTo>
                      <a:pt x="3759" y="3296"/>
                    </a:lnTo>
                    <a:lnTo>
                      <a:pt x="3765" y="3334"/>
                    </a:lnTo>
                    <a:lnTo>
                      <a:pt x="3771" y="3377"/>
                    </a:lnTo>
                    <a:lnTo>
                      <a:pt x="3777" y="3421"/>
                    </a:lnTo>
                    <a:lnTo>
                      <a:pt x="3783" y="3459"/>
                    </a:lnTo>
                    <a:lnTo>
                      <a:pt x="3789" y="3487"/>
                    </a:lnTo>
                    <a:lnTo>
                      <a:pt x="3795" y="3497"/>
                    </a:lnTo>
                    <a:lnTo>
                      <a:pt x="3800" y="3486"/>
                    </a:lnTo>
                    <a:lnTo>
                      <a:pt x="3806" y="3446"/>
                    </a:lnTo>
                    <a:lnTo>
                      <a:pt x="3812" y="3377"/>
                    </a:lnTo>
                    <a:lnTo>
                      <a:pt x="3819" y="3273"/>
                    </a:lnTo>
                    <a:lnTo>
                      <a:pt x="3824" y="3132"/>
                    </a:lnTo>
                    <a:lnTo>
                      <a:pt x="3830" y="2957"/>
                    </a:lnTo>
                    <a:lnTo>
                      <a:pt x="3836" y="2746"/>
                    </a:lnTo>
                    <a:lnTo>
                      <a:pt x="3842" y="2507"/>
                    </a:lnTo>
                    <a:lnTo>
                      <a:pt x="3847" y="2242"/>
                    </a:lnTo>
                    <a:lnTo>
                      <a:pt x="3854" y="1959"/>
                    </a:lnTo>
                    <a:lnTo>
                      <a:pt x="3860" y="1664"/>
                    </a:lnTo>
                    <a:lnTo>
                      <a:pt x="3865" y="1370"/>
                    </a:lnTo>
                    <a:lnTo>
                      <a:pt x="3871" y="1082"/>
                    </a:lnTo>
                    <a:lnTo>
                      <a:pt x="3877" y="811"/>
                    </a:lnTo>
                    <a:lnTo>
                      <a:pt x="3883" y="567"/>
                    </a:lnTo>
                    <a:lnTo>
                      <a:pt x="3889" y="359"/>
                    </a:lnTo>
                    <a:lnTo>
                      <a:pt x="3895" y="193"/>
                    </a:lnTo>
                    <a:lnTo>
                      <a:pt x="3901" y="76"/>
                    </a:lnTo>
                    <a:lnTo>
                      <a:pt x="3907" y="11"/>
                    </a:lnTo>
                    <a:lnTo>
                      <a:pt x="3912" y="3"/>
                    </a:lnTo>
                    <a:lnTo>
                      <a:pt x="3918" y="49"/>
                    </a:lnTo>
                    <a:lnTo>
                      <a:pt x="3925" y="151"/>
                    </a:lnTo>
                    <a:lnTo>
                      <a:pt x="3931" y="301"/>
                    </a:lnTo>
                    <a:lnTo>
                      <a:pt x="3936" y="497"/>
                    </a:lnTo>
                    <a:lnTo>
                      <a:pt x="3942" y="731"/>
                    </a:lnTo>
                    <a:lnTo>
                      <a:pt x="3948" y="993"/>
                    </a:lnTo>
                    <a:lnTo>
                      <a:pt x="3953" y="1276"/>
                    </a:lnTo>
                    <a:lnTo>
                      <a:pt x="3960" y="1570"/>
                    </a:lnTo>
                    <a:lnTo>
                      <a:pt x="3966" y="1866"/>
                    </a:lnTo>
                    <a:lnTo>
                      <a:pt x="3972" y="2154"/>
                    </a:lnTo>
                    <a:lnTo>
                      <a:pt x="3977" y="2425"/>
                    </a:lnTo>
                    <a:lnTo>
                      <a:pt x="3983" y="2674"/>
                    </a:lnTo>
                    <a:lnTo>
                      <a:pt x="3989" y="2894"/>
                    </a:lnTo>
                    <a:lnTo>
                      <a:pt x="3996" y="3080"/>
                    </a:lnTo>
                    <a:lnTo>
                      <a:pt x="4001" y="3232"/>
                    </a:lnTo>
                    <a:lnTo>
                      <a:pt x="4007" y="3347"/>
                    </a:lnTo>
                    <a:lnTo>
                      <a:pt x="4013" y="3428"/>
                    </a:lnTo>
                    <a:lnTo>
                      <a:pt x="4018" y="3476"/>
                    </a:lnTo>
                    <a:lnTo>
                      <a:pt x="4024" y="3496"/>
                    </a:lnTo>
                    <a:lnTo>
                      <a:pt x="4031" y="3491"/>
                    </a:lnTo>
                    <a:lnTo>
                      <a:pt x="4037" y="3469"/>
                    </a:lnTo>
                    <a:lnTo>
                      <a:pt x="4042" y="3434"/>
                    </a:lnTo>
                    <a:lnTo>
                      <a:pt x="4048" y="3391"/>
                    </a:lnTo>
                    <a:lnTo>
                      <a:pt x="4054" y="3347"/>
                    </a:lnTo>
                    <a:lnTo>
                      <a:pt x="4059" y="3307"/>
                    </a:lnTo>
                    <a:lnTo>
                      <a:pt x="4065" y="3274"/>
                    </a:lnTo>
                    <a:lnTo>
                      <a:pt x="4072" y="3251"/>
                    </a:lnTo>
                    <a:lnTo>
                      <a:pt x="4078" y="3239"/>
                    </a:lnTo>
                    <a:lnTo>
                      <a:pt x="4083" y="3240"/>
                    </a:lnTo>
                    <a:lnTo>
                      <a:pt x="4089" y="3253"/>
                    </a:lnTo>
                    <a:lnTo>
                      <a:pt x="4095" y="3276"/>
                    </a:lnTo>
                    <a:lnTo>
                      <a:pt x="4101" y="3308"/>
                    </a:lnTo>
                    <a:lnTo>
                      <a:pt x="4107" y="3344"/>
                    </a:lnTo>
                    <a:lnTo>
                      <a:pt x="4113" y="3383"/>
                    </a:lnTo>
                    <a:lnTo>
                      <a:pt x="4119" y="3420"/>
                    </a:lnTo>
                  </a:path>
                </a:pathLst>
              </a:custGeom>
              <a:noFill/>
              <a:ln w="31750" cap="flat" cmpd="sng">
                <a:solidFill>
                  <a:srgbClr val="FF0000">
                    <a:alpha val="100000"/>
                  </a:srgbClr>
                </a:solidFill>
                <a:prstDash val="solid"/>
                <a:round/>
                <a:headEnd type="none" w="med" len="med"/>
                <a:tailEnd type="none" w="med" len="med"/>
              </a:ln>
            </p:spPr>
            <p:txBody>
              <a:bodyPr/>
              <a:p>
                <a:endParaRPr lang="zh-CN" altLang="en-US"/>
              </a:p>
            </p:txBody>
          </p:sp>
          <p:sp>
            <p:nvSpPr>
              <p:cNvPr id="100146" name="Rectangle 351"/>
              <p:cNvSpPr/>
              <p:nvPr/>
            </p:nvSpPr>
            <p:spPr>
              <a:xfrm rot="-5400000">
                <a:off x="3149" y="3145"/>
                <a:ext cx="13" cy="38"/>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100147" name="Rectangle 352"/>
              <p:cNvSpPr/>
              <p:nvPr/>
            </p:nvSpPr>
            <p:spPr>
              <a:xfrm>
                <a:off x="1656" y="2755"/>
                <a:ext cx="9" cy="55"/>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100065" name="Text Box 584"/>
            <p:cNvSpPr txBox="1"/>
            <p:nvPr/>
          </p:nvSpPr>
          <p:spPr>
            <a:xfrm>
              <a:off x="86" y="2121"/>
              <a:ext cx="372" cy="232"/>
            </a:xfrm>
            <a:prstGeom prst="rect">
              <a:avLst/>
            </a:prstGeom>
            <a:noFill/>
            <a:ln w="9525">
              <a:noFill/>
            </a:ln>
          </p:spPr>
          <p:txBody>
            <a:bodyPr wrap="none">
              <a:spAutoFit/>
            </a:bodyPr>
            <a:p>
              <a:r>
                <a:rPr lang="en-US" altLang="zh-CN" dirty="0">
                  <a:latin typeface="Times New Roman" panose="02020603050405020304" pitchFamily="18" charset="0"/>
                </a:rPr>
                <a:t>N=4</a:t>
              </a:r>
              <a:endParaRPr lang="en-US" altLang="zh-CN" dirty="0">
                <a:latin typeface="Times New Roman" panose="02020603050405020304" pitchFamily="18" charset="0"/>
              </a:endParaRPr>
            </a:p>
          </p:txBody>
        </p:sp>
      </p:grpSp>
      <p:grpSp>
        <p:nvGrpSpPr>
          <p:cNvPr id="93771" name="Group 587"/>
          <p:cNvGrpSpPr/>
          <p:nvPr/>
        </p:nvGrpSpPr>
        <p:grpSpPr>
          <a:xfrm>
            <a:off x="1725613" y="4019550"/>
            <a:ext cx="4492647" cy="920750"/>
            <a:chOff x="127" y="2532"/>
            <a:chExt cx="2830" cy="580"/>
          </a:xfrm>
        </p:grpSpPr>
        <p:grpSp>
          <p:nvGrpSpPr>
            <p:cNvPr id="99992" name="Group 425"/>
            <p:cNvGrpSpPr/>
            <p:nvPr/>
          </p:nvGrpSpPr>
          <p:grpSpPr>
            <a:xfrm>
              <a:off x="127" y="2532"/>
              <a:ext cx="2830" cy="580"/>
              <a:chOff x="292" y="2851"/>
              <a:chExt cx="2791" cy="721"/>
            </a:xfrm>
          </p:grpSpPr>
          <p:sp>
            <p:nvSpPr>
              <p:cNvPr id="99994" name="Line 355"/>
              <p:cNvSpPr/>
              <p:nvPr/>
            </p:nvSpPr>
            <p:spPr>
              <a:xfrm>
                <a:off x="292" y="3571"/>
                <a:ext cx="1" cy="1"/>
              </a:xfrm>
              <a:prstGeom prst="line">
                <a:avLst/>
              </a:prstGeom>
              <a:ln w="11113" cap="flat" cmpd="sng">
                <a:solidFill>
                  <a:srgbClr val="000000"/>
                </a:solidFill>
                <a:prstDash val="solid"/>
                <a:headEnd type="none" w="med" len="med"/>
                <a:tailEnd type="none" w="med" len="med"/>
              </a:ln>
            </p:spPr>
          </p:sp>
          <p:sp>
            <p:nvSpPr>
              <p:cNvPr id="99995" name="Line 356"/>
              <p:cNvSpPr/>
              <p:nvPr/>
            </p:nvSpPr>
            <p:spPr>
              <a:xfrm>
                <a:off x="437" y="3571"/>
                <a:ext cx="1" cy="1"/>
              </a:xfrm>
              <a:prstGeom prst="line">
                <a:avLst/>
              </a:prstGeom>
              <a:ln w="11113" cap="flat" cmpd="sng">
                <a:solidFill>
                  <a:srgbClr val="000000"/>
                </a:solidFill>
                <a:prstDash val="solid"/>
                <a:headEnd type="none" w="med" len="med"/>
                <a:tailEnd type="none" w="med" len="med"/>
              </a:ln>
            </p:spPr>
          </p:sp>
          <p:sp>
            <p:nvSpPr>
              <p:cNvPr id="99996" name="Line 357"/>
              <p:cNvSpPr/>
              <p:nvPr/>
            </p:nvSpPr>
            <p:spPr>
              <a:xfrm>
                <a:off x="582" y="3571"/>
                <a:ext cx="1" cy="1"/>
              </a:xfrm>
              <a:prstGeom prst="line">
                <a:avLst/>
              </a:prstGeom>
              <a:ln w="11113" cap="flat" cmpd="sng">
                <a:solidFill>
                  <a:srgbClr val="000000"/>
                </a:solidFill>
                <a:prstDash val="solid"/>
                <a:headEnd type="none" w="med" len="med"/>
                <a:tailEnd type="none" w="med" len="med"/>
              </a:ln>
            </p:spPr>
          </p:sp>
          <p:sp>
            <p:nvSpPr>
              <p:cNvPr id="99997" name="Line 358"/>
              <p:cNvSpPr/>
              <p:nvPr/>
            </p:nvSpPr>
            <p:spPr>
              <a:xfrm>
                <a:off x="728" y="3571"/>
                <a:ext cx="1" cy="1"/>
              </a:xfrm>
              <a:prstGeom prst="line">
                <a:avLst/>
              </a:prstGeom>
              <a:ln w="11113" cap="flat" cmpd="sng">
                <a:solidFill>
                  <a:srgbClr val="000000"/>
                </a:solidFill>
                <a:prstDash val="solid"/>
                <a:headEnd type="none" w="med" len="med"/>
                <a:tailEnd type="none" w="med" len="med"/>
              </a:ln>
            </p:spPr>
          </p:sp>
          <p:sp>
            <p:nvSpPr>
              <p:cNvPr id="99998" name="Line 359"/>
              <p:cNvSpPr/>
              <p:nvPr/>
            </p:nvSpPr>
            <p:spPr>
              <a:xfrm>
                <a:off x="873" y="3571"/>
                <a:ext cx="1" cy="1"/>
              </a:xfrm>
              <a:prstGeom prst="line">
                <a:avLst/>
              </a:prstGeom>
              <a:ln w="11113" cap="flat" cmpd="sng">
                <a:solidFill>
                  <a:srgbClr val="000000"/>
                </a:solidFill>
                <a:prstDash val="solid"/>
                <a:headEnd type="none" w="med" len="med"/>
                <a:tailEnd type="none" w="med" len="med"/>
              </a:ln>
            </p:spPr>
          </p:sp>
          <p:sp>
            <p:nvSpPr>
              <p:cNvPr id="99999" name="Line 360"/>
              <p:cNvSpPr/>
              <p:nvPr/>
            </p:nvSpPr>
            <p:spPr>
              <a:xfrm>
                <a:off x="1018" y="3571"/>
                <a:ext cx="1" cy="1"/>
              </a:xfrm>
              <a:prstGeom prst="line">
                <a:avLst/>
              </a:prstGeom>
              <a:ln w="11113" cap="flat" cmpd="sng">
                <a:solidFill>
                  <a:srgbClr val="000000"/>
                </a:solidFill>
                <a:prstDash val="solid"/>
                <a:headEnd type="none" w="med" len="med"/>
                <a:tailEnd type="none" w="med" len="med"/>
              </a:ln>
            </p:spPr>
          </p:sp>
          <p:sp>
            <p:nvSpPr>
              <p:cNvPr id="100000" name="Line 361"/>
              <p:cNvSpPr/>
              <p:nvPr/>
            </p:nvSpPr>
            <p:spPr>
              <a:xfrm>
                <a:off x="1163" y="3571"/>
                <a:ext cx="1" cy="1"/>
              </a:xfrm>
              <a:prstGeom prst="line">
                <a:avLst/>
              </a:prstGeom>
              <a:ln w="11113" cap="flat" cmpd="sng">
                <a:solidFill>
                  <a:srgbClr val="000000"/>
                </a:solidFill>
                <a:prstDash val="solid"/>
                <a:headEnd type="none" w="med" len="med"/>
                <a:tailEnd type="none" w="med" len="med"/>
              </a:ln>
            </p:spPr>
          </p:sp>
          <p:sp>
            <p:nvSpPr>
              <p:cNvPr id="100001" name="Line 362"/>
              <p:cNvSpPr/>
              <p:nvPr/>
            </p:nvSpPr>
            <p:spPr>
              <a:xfrm>
                <a:off x="1308" y="3571"/>
                <a:ext cx="1" cy="1"/>
              </a:xfrm>
              <a:prstGeom prst="line">
                <a:avLst/>
              </a:prstGeom>
              <a:ln w="11113" cap="flat" cmpd="sng">
                <a:solidFill>
                  <a:srgbClr val="000000"/>
                </a:solidFill>
                <a:prstDash val="solid"/>
                <a:headEnd type="none" w="med" len="med"/>
                <a:tailEnd type="none" w="med" len="med"/>
              </a:ln>
            </p:spPr>
          </p:sp>
          <p:sp>
            <p:nvSpPr>
              <p:cNvPr id="100002" name="Line 363"/>
              <p:cNvSpPr/>
              <p:nvPr/>
            </p:nvSpPr>
            <p:spPr>
              <a:xfrm>
                <a:off x="1453" y="3571"/>
                <a:ext cx="1" cy="1"/>
              </a:xfrm>
              <a:prstGeom prst="line">
                <a:avLst/>
              </a:prstGeom>
              <a:ln w="11113" cap="flat" cmpd="sng">
                <a:solidFill>
                  <a:srgbClr val="000000"/>
                </a:solidFill>
                <a:prstDash val="solid"/>
                <a:headEnd type="none" w="med" len="med"/>
                <a:tailEnd type="none" w="med" len="med"/>
              </a:ln>
            </p:spPr>
          </p:sp>
          <p:sp>
            <p:nvSpPr>
              <p:cNvPr id="100003" name="Line 364"/>
              <p:cNvSpPr/>
              <p:nvPr/>
            </p:nvSpPr>
            <p:spPr>
              <a:xfrm>
                <a:off x="1598" y="3571"/>
                <a:ext cx="1" cy="1"/>
              </a:xfrm>
              <a:prstGeom prst="line">
                <a:avLst/>
              </a:prstGeom>
              <a:ln w="11113" cap="flat" cmpd="sng">
                <a:solidFill>
                  <a:srgbClr val="000000"/>
                </a:solidFill>
                <a:prstDash val="solid"/>
                <a:headEnd type="none" w="med" len="med"/>
                <a:tailEnd type="none" w="med" len="med"/>
              </a:ln>
            </p:spPr>
          </p:sp>
          <p:sp>
            <p:nvSpPr>
              <p:cNvPr id="100004" name="Line 365"/>
              <p:cNvSpPr/>
              <p:nvPr/>
            </p:nvSpPr>
            <p:spPr>
              <a:xfrm>
                <a:off x="1743" y="3571"/>
                <a:ext cx="1" cy="1"/>
              </a:xfrm>
              <a:prstGeom prst="line">
                <a:avLst/>
              </a:prstGeom>
              <a:ln w="11113" cap="flat" cmpd="sng">
                <a:solidFill>
                  <a:srgbClr val="000000"/>
                </a:solidFill>
                <a:prstDash val="solid"/>
                <a:headEnd type="none" w="med" len="med"/>
                <a:tailEnd type="none" w="med" len="med"/>
              </a:ln>
            </p:spPr>
          </p:sp>
          <p:sp>
            <p:nvSpPr>
              <p:cNvPr id="100005" name="Line 366"/>
              <p:cNvSpPr/>
              <p:nvPr/>
            </p:nvSpPr>
            <p:spPr>
              <a:xfrm>
                <a:off x="1888" y="3571"/>
                <a:ext cx="1" cy="1"/>
              </a:xfrm>
              <a:prstGeom prst="line">
                <a:avLst/>
              </a:prstGeom>
              <a:ln w="11113" cap="flat" cmpd="sng">
                <a:solidFill>
                  <a:srgbClr val="000000"/>
                </a:solidFill>
                <a:prstDash val="solid"/>
                <a:headEnd type="none" w="med" len="med"/>
                <a:tailEnd type="none" w="med" len="med"/>
              </a:ln>
            </p:spPr>
          </p:sp>
          <p:sp>
            <p:nvSpPr>
              <p:cNvPr id="100006" name="Line 367"/>
              <p:cNvSpPr/>
              <p:nvPr/>
            </p:nvSpPr>
            <p:spPr>
              <a:xfrm>
                <a:off x="2034" y="3571"/>
                <a:ext cx="1" cy="1"/>
              </a:xfrm>
              <a:prstGeom prst="line">
                <a:avLst/>
              </a:prstGeom>
              <a:ln w="11113" cap="flat" cmpd="sng">
                <a:solidFill>
                  <a:srgbClr val="000000"/>
                </a:solidFill>
                <a:prstDash val="solid"/>
                <a:headEnd type="none" w="med" len="med"/>
                <a:tailEnd type="none" w="med" len="med"/>
              </a:ln>
            </p:spPr>
          </p:sp>
          <p:sp>
            <p:nvSpPr>
              <p:cNvPr id="100007" name="Line 368"/>
              <p:cNvSpPr/>
              <p:nvPr/>
            </p:nvSpPr>
            <p:spPr>
              <a:xfrm>
                <a:off x="2179" y="3571"/>
                <a:ext cx="1" cy="1"/>
              </a:xfrm>
              <a:prstGeom prst="line">
                <a:avLst/>
              </a:prstGeom>
              <a:ln w="11113" cap="flat" cmpd="sng">
                <a:solidFill>
                  <a:srgbClr val="000000"/>
                </a:solidFill>
                <a:prstDash val="solid"/>
                <a:headEnd type="none" w="med" len="med"/>
                <a:tailEnd type="none" w="med" len="med"/>
              </a:ln>
            </p:spPr>
          </p:sp>
          <p:sp>
            <p:nvSpPr>
              <p:cNvPr id="100008" name="Line 369"/>
              <p:cNvSpPr/>
              <p:nvPr/>
            </p:nvSpPr>
            <p:spPr>
              <a:xfrm>
                <a:off x="2324" y="3571"/>
                <a:ext cx="1" cy="1"/>
              </a:xfrm>
              <a:prstGeom prst="line">
                <a:avLst/>
              </a:prstGeom>
              <a:ln w="11113" cap="flat" cmpd="sng">
                <a:solidFill>
                  <a:srgbClr val="000000"/>
                </a:solidFill>
                <a:prstDash val="solid"/>
                <a:headEnd type="none" w="med" len="med"/>
                <a:tailEnd type="none" w="med" len="med"/>
              </a:ln>
            </p:spPr>
          </p:sp>
          <p:sp>
            <p:nvSpPr>
              <p:cNvPr id="100009" name="Line 370"/>
              <p:cNvSpPr/>
              <p:nvPr/>
            </p:nvSpPr>
            <p:spPr>
              <a:xfrm>
                <a:off x="2469" y="3571"/>
                <a:ext cx="1" cy="1"/>
              </a:xfrm>
              <a:prstGeom prst="line">
                <a:avLst/>
              </a:prstGeom>
              <a:ln w="11113" cap="flat" cmpd="sng">
                <a:solidFill>
                  <a:srgbClr val="000000"/>
                </a:solidFill>
                <a:prstDash val="solid"/>
                <a:headEnd type="none" w="med" len="med"/>
                <a:tailEnd type="none" w="med" len="med"/>
              </a:ln>
            </p:spPr>
          </p:sp>
          <p:sp>
            <p:nvSpPr>
              <p:cNvPr id="100010" name="Line 371"/>
              <p:cNvSpPr/>
              <p:nvPr/>
            </p:nvSpPr>
            <p:spPr>
              <a:xfrm>
                <a:off x="2615" y="3571"/>
                <a:ext cx="1" cy="1"/>
              </a:xfrm>
              <a:prstGeom prst="line">
                <a:avLst/>
              </a:prstGeom>
              <a:ln w="11113" cap="flat" cmpd="sng">
                <a:solidFill>
                  <a:srgbClr val="000000"/>
                </a:solidFill>
                <a:prstDash val="solid"/>
                <a:headEnd type="none" w="med" len="med"/>
                <a:tailEnd type="none" w="med" len="med"/>
              </a:ln>
            </p:spPr>
          </p:sp>
          <p:sp>
            <p:nvSpPr>
              <p:cNvPr id="100011" name="Line 372"/>
              <p:cNvSpPr/>
              <p:nvPr/>
            </p:nvSpPr>
            <p:spPr>
              <a:xfrm>
                <a:off x="2760" y="3571"/>
                <a:ext cx="1" cy="1"/>
              </a:xfrm>
              <a:prstGeom prst="line">
                <a:avLst/>
              </a:prstGeom>
              <a:ln w="11113" cap="flat" cmpd="sng">
                <a:solidFill>
                  <a:srgbClr val="000000"/>
                </a:solidFill>
                <a:prstDash val="solid"/>
                <a:headEnd type="none" w="med" len="med"/>
                <a:tailEnd type="none" w="med" len="med"/>
              </a:ln>
            </p:spPr>
          </p:sp>
          <p:sp>
            <p:nvSpPr>
              <p:cNvPr id="100012" name="Line 373"/>
              <p:cNvSpPr/>
              <p:nvPr/>
            </p:nvSpPr>
            <p:spPr>
              <a:xfrm>
                <a:off x="2905" y="3571"/>
                <a:ext cx="1" cy="1"/>
              </a:xfrm>
              <a:prstGeom prst="line">
                <a:avLst/>
              </a:prstGeom>
              <a:ln w="11113" cap="flat" cmpd="sng">
                <a:solidFill>
                  <a:srgbClr val="000000"/>
                </a:solidFill>
                <a:prstDash val="solid"/>
                <a:headEnd type="none" w="med" len="med"/>
                <a:tailEnd type="none" w="med" len="med"/>
              </a:ln>
            </p:spPr>
          </p:sp>
          <p:sp>
            <p:nvSpPr>
              <p:cNvPr id="100013" name="Line 374"/>
              <p:cNvSpPr/>
              <p:nvPr/>
            </p:nvSpPr>
            <p:spPr>
              <a:xfrm>
                <a:off x="292" y="3571"/>
                <a:ext cx="2613" cy="1"/>
              </a:xfrm>
              <a:prstGeom prst="line">
                <a:avLst/>
              </a:prstGeom>
              <a:ln w="11113" cap="flat" cmpd="sng">
                <a:solidFill>
                  <a:srgbClr val="000000"/>
                </a:solidFill>
                <a:prstDash val="solid"/>
                <a:headEnd type="none" w="med" len="med"/>
                <a:tailEnd type="none" w="med" len="med"/>
              </a:ln>
            </p:spPr>
          </p:sp>
          <p:sp>
            <p:nvSpPr>
              <p:cNvPr id="100014" name="Line 375"/>
              <p:cNvSpPr/>
              <p:nvPr/>
            </p:nvSpPr>
            <p:spPr>
              <a:xfrm>
                <a:off x="292" y="3571"/>
                <a:ext cx="1" cy="1"/>
              </a:xfrm>
              <a:prstGeom prst="line">
                <a:avLst/>
              </a:prstGeom>
              <a:ln w="11113" cap="flat" cmpd="sng">
                <a:solidFill>
                  <a:srgbClr val="000000"/>
                </a:solidFill>
                <a:prstDash val="solid"/>
                <a:headEnd type="none" w="med" len="med"/>
                <a:tailEnd type="none" w="med" len="med"/>
              </a:ln>
            </p:spPr>
          </p:sp>
          <p:sp>
            <p:nvSpPr>
              <p:cNvPr id="100015" name="Line 376"/>
              <p:cNvSpPr/>
              <p:nvPr/>
            </p:nvSpPr>
            <p:spPr>
              <a:xfrm>
                <a:off x="292" y="3516"/>
                <a:ext cx="1" cy="1"/>
              </a:xfrm>
              <a:prstGeom prst="line">
                <a:avLst/>
              </a:prstGeom>
              <a:ln w="11113" cap="flat" cmpd="sng">
                <a:solidFill>
                  <a:srgbClr val="000000"/>
                </a:solidFill>
                <a:prstDash val="solid"/>
                <a:headEnd type="none" w="med" len="med"/>
                <a:tailEnd type="none" w="med" len="med"/>
              </a:ln>
            </p:spPr>
          </p:sp>
          <p:sp>
            <p:nvSpPr>
              <p:cNvPr id="100016" name="Line 377"/>
              <p:cNvSpPr/>
              <p:nvPr/>
            </p:nvSpPr>
            <p:spPr>
              <a:xfrm>
                <a:off x="292" y="3461"/>
                <a:ext cx="1" cy="1"/>
              </a:xfrm>
              <a:prstGeom prst="line">
                <a:avLst/>
              </a:prstGeom>
              <a:ln w="11113" cap="flat" cmpd="sng">
                <a:solidFill>
                  <a:srgbClr val="000000"/>
                </a:solidFill>
                <a:prstDash val="solid"/>
                <a:headEnd type="none" w="med" len="med"/>
                <a:tailEnd type="none" w="med" len="med"/>
              </a:ln>
            </p:spPr>
          </p:sp>
          <p:sp>
            <p:nvSpPr>
              <p:cNvPr id="100017" name="Line 378"/>
              <p:cNvSpPr/>
              <p:nvPr/>
            </p:nvSpPr>
            <p:spPr>
              <a:xfrm>
                <a:off x="292" y="3407"/>
                <a:ext cx="1" cy="1"/>
              </a:xfrm>
              <a:prstGeom prst="line">
                <a:avLst/>
              </a:prstGeom>
              <a:ln w="11113" cap="flat" cmpd="sng">
                <a:solidFill>
                  <a:srgbClr val="000000"/>
                </a:solidFill>
                <a:prstDash val="solid"/>
                <a:headEnd type="none" w="med" len="med"/>
                <a:tailEnd type="none" w="med" len="med"/>
              </a:ln>
            </p:spPr>
          </p:sp>
          <p:sp>
            <p:nvSpPr>
              <p:cNvPr id="100018" name="Line 379"/>
              <p:cNvSpPr/>
              <p:nvPr/>
            </p:nvSpPr>
            <p:spPr>
              <a:xfrm>
                <a:off x="292" y="3352"/>
                <a:ext cx="1" cy="1"/>
              </a:xfrm>
              <a:prstGeom prst="line">
                <a:avLst/>
              </a:prstGeom>
              <a:ln w="11113" cap="flat" cmpd="sng">
                <a:solidFill>
                  <a:srgbClr val="000000"/>
                </a:solidFill>
                <a:prstDash val="solid"/>
                <a:headEnd type="none" w="med" len="med"/>
                <a:tailEnd type="none" w="med" len="med"/>
              </a:ln>
            </p:spPr>
          </p:sp>
          <p:sp>
            <p:nvSpPr>
              <p:cNvPr id="100019" name="Line 380"/>
              <p:cNvSpPr/>
              <p:nvPr/>
            </p:nvSpPr>
            <p:spPr>
              <a:xfrm>
                <a:off x="292" y="3298"/>
                <a:ext cx="1" cy="1"/>
              </a:xfrm>
              <a:prstGeom prst="line">
                <a:avLst/>
              </a:prstGeom>
              <a:ln w="11113" cap="flat" cmpd="sng">
                <a:solidFill>
                  <a:srgbClr val="000000"/>
                </a:solidFill>
                <a:prstDash val="solid"/>
                <a:headEnd type="none" w="med" len="med"/>
                <a:tailEnd type="none" w="med" len="med"/>
              </a:ln>
            </p:spPr>
          </p:sp>
          <p:sp>
            <p:nvSpPr>
              <p:cNvPr id="100020" name="Line 381"/>
              <p:cNvSpPr/>
              <p:nvPr/>
            </p:nvSpPr>
            <p:spPr>
              <a:xfrm>
                <a:off x="292" y="3243"/>
                <a:ext cx="1" cy="1"/>
              </a:xfrm>
              <a:prstGeom prst="line">
                <a:avLst/>
              </a:prstGeom>
              <a:ln w="11113" cap="flat" cmpd="sng">
                <a:solidFill>
                  <a:srgbClr val="000000"/>
                </a:solidFill>
                <a:prstDash val="solid"/>
                <a:headEnd type="none" w="med" len="med"/>
                <a:tailEnd type="none" w="med" len="med"/>
              </a:ln>
            </p:spPr>
          </p:sp>
          <p:sp>
            <p:nvSpPr>
              <p:cNvPr id="100021" name="Line 382"/>
              <p:cNvSpPr/>
              <p:nvPr/>
            </p:nvSpPr>
            <p:spPr>
              <a:xfrm>
                <a:off x="292" y="3188"/>
                <a:ext cx="1" cy="1"/>
              </a:xfrm>
              <a:prstGeom prst="line">
                <a:avLst/>
              </a:prstGeom>
              <a:ln w="11113" cap="flat" cmpd="sng">
                <a:solidFill>
                  <a:srgbClr val="000000"/>
                </a:solidFill>
                <a:prstDash val="solid"/>
                <a:headEnd type="none" w="med" len="med"/>
                <a:tailEnd type="none" w="med" len="med"/>
              </a:ln>
            </p:spPr>
          </p:sp>
          <p:sp>
            <p:nvSpPr>
              <p:cNvPr id="100022" name="Line 383"/>
              <p:cNvSpPr/>
              <p:nvPr/>
            </p:nvSpPr>
            <p:spPr>
              <a:xfrm>
                <a:off x="292" y="3134"/>
                <a:ext cx="1" cy="1"/>
              </a:xfrm>
              <a:prstGeom prst="line">
                <a:avLst/>
              </a:prstGeom>
              <a:ln w="11113" cap="flat" cmpd="sng">
                <a:solidFill>
                  <a:srgbClr val="000000"/>
                </a:solidFill>
                <a:prstDash val="solid"/>
                <a:headEnd type="none" w="med" len="med"/>
                <a:tailEnd type="none" w="med" len="med"/>
              </a:ln>
            </p:spPr>
          </p:sp>
          <p:sp>
            <p:nvSpPr>
              <p:cNvPr id="100023" name="Line 384"/>
              <p:cNvSpPr/>
              <p:nvPr/>
            </p:nvSpPr>
            <p:spPr>
              <a:xfrm>
                <a:off x="292" y="3079"/>
                <a:ext cx="1" cy="1"/>
              </a:xfrm>
              <a:prstGeom prst="line">
                <a:avLst/>
              </a:prstGeom>
              <a:ln w="11113" cap="flat" cmpd="sng">
                <a:solidFill>
                  <a:srgbClr val="000000"/>
                </a:solidFill>
                <a:prstDash val="solid"/>
                <a:headEnd type="none" w="med" len="med"/>
                <a:tailEnd type="none" w="med" len="med"/>
              </a:ln>
            </p:spPr>
          </p:sp>
          <p:sp>
            <p:nvSpPr>
              <p:cNvPr id="100024" name="Line 385"/>
              <p:cNvSpPr/>
              <p:nvPr/>
            </p:nvSpPr>
            <p:spPr>
              <a:xfrm>
                <a:off x="292" y="3024"/>
                <a:ext cx="1" cy="1"/>
              </a:xfrm>
              <a:prstGeom prst="line">
                <a:avLst/>
              </a:prstGeom>
              <a:ln w="11113" cap="flat" cmpd="sng">
                <a:solidFill>
                  <a:srgbClr val="000000"/>
                </a:solidFill>
                <a:prstDash val="solid"/>
                <a:headEnd type="none" w="med" len="med"/>
                <a:tailEnd type="none" w="med" len="med"/>
              </a:ln>
            </p:spPr>
          </p:sp>
          <p:sp>
            <p:nvSpPr>
              <p:cNvPr id="100025" name="Line 386"/>
              <p:cNvSpPr/>
              <p:nvPr/>
            </p:nvSpPr>
            <p:spPr>
              <a:xfrm>
                <a:off x="292" y="2970"/>
                <a:ext cx="1" cy="1"/>
              </a:xfrm>
              <a:prstGeom prst="line">
                <a:avLst/>
              </a:prstGeom>
              <a:ln w="11113" cap="flat" cmpd="sng">
                <a:solidFill>
                  <a:srgbClr val="000000"/>
                </a:solidFill>
                <a:prstDash val="solid"/>
                <a:headEnd type="none" w="med" len="med"/>
                <a:tailEnd type="none" w="med" len="med"/>
              </a:ln>
            </p:spPr>
          </p:sp>
          <p:sp>
            <p:nvSpPr>
              <p:cNvPr id="100026" name="Line 387"/>
              <p:cNvSpPr/>
              <p:nvPr/>
            </p:nvSpPr>
            <p:spPr>
              <a:xfrm>
                <a:off x="292" y="2915"/>
                <a:ext cx="1" cy="1"/>
              </a:xfrm>
              <a:prstGeom prst="line">
                <a:avLst/>
              </a:prstGeom>
              <a:ln w="11113" cap="flat" cmpd="sng">
                <a:solidFill>
                  <a:srgbClr val="000000"/>
                </a:solidFill>
                <a:prstDash val="solid"/>
                <a:headEnd type="none" w="med" len="med"/>
                <a:tailEnd type="none" w="med" len="med"/>
              </a:ln>
            </p:spPr>
          </p:sp>
          <p:sp>
            <p:nvSpPr>
              <p:cNvPr id="100027" name="Freeform 388"/>
              <p:cNvSpPr/>
              <p:nvPr/>
            </p:nvSpPr>
            <p:spPr>
              <a:xfrm>
                <a:off x="292" y="2915"/>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11113" cap="flat" cmpd="sng">
                <a:solidFill>
                  <a:srgbClr val="000000">
                    <a:alpha val="100000"/>
                  </a:srgbClr>
                </a:solidFill>
                <a:prstDash val="solid"/>
                <a:round/>
                <a:headEnd type="none" w="med" len="med"/>
                <a:tailEnd type="none" w="med" len="med"/>
              </a:ln>
            </p:spPr>
            <p:txBody>
              <a:bodyPr/>
              <a:p>
                <a:endParaRPr lang="zh-CN" altLang="en-US"/>
              </a:p>
            </p:txBody>
          </p:sp>
          <p:sp>
            <p:nvSpPr>
              <p:cNvPr id="100028" name="Line 389"/>
              <p:cNvSpPr/>
              <p:nvPr/>
            </p:nvSpPr>
            <p:spPr>
              <a:xfrm>
                <a:off x="437" y="2915"/>
                <a:ext cx="1" cy="1"/>
              </a:xfrm>
              <a:prstGeom prst="line">
                <a:avLst/>
              </a:prstGeom>
              <a:ln w="11113" cap="flat" cmpd="sng">
                <a:solidFill>
                  <a:srgbClr val="000000"/>
                </a:solidFill>
                <a:prstDash val="solid"/>
                <a:headEnd type="none" w="med" len="med"/>
                <a:tailEnd type="none" w="med" len="med"/>
              </a:ln>
            </p:spPr>
          </p:sp>
          <p:sp>
            <p:nvSpPr>
              <p:cNvPr id="100029" name="Line 390"/>
              <p:cNvSpPr/>
              <p:nvPr/>
            </p:nvSpPr>
            <p:spPr>
              <a:xfrm>
                <a:off x="582" y="2915"/>
                <a:ext cx="1" cy="1"/>
              </a:xfrm>
              <a:prstGeom prst="line">
                <a:avLst/>
              </a:prstGeom>
              <a:ln w="11113" cap="flat" cmpd="sng">
                <a:solidFill>
                  <a:srgbClr val="000000"/>
                </a:solidFill>
                <a:prstDash val="solid"/>
                <a:headEnd type="none" w="med" len="med"/>
                <a:tailEnd type="none" w="med" len="med"/>
              </a:ln>
            </p:spPr>
          </p:sp>
          <p:sp>
            <p:nvSpPr>
              <p:cNvPr id="100030" name="Line 391"/>
              <p:cNvSpPr/>
              <p:nvPr/>
            </p:nvSpPr>
            <p:spPr>
              <a:xfrm>
                <a:off x="728" y="2915"/>
                <a:ext cx="1" cy="1"/>
              </a:xfrm>
              <a:prstGeom prst="line">
                <a:avLst/>
              </a:prstGeom>
              <a:ln w="11113" cap="flat" cmpd="sng">
                <a:solidFill>
                  <a:srgbClr val="000000"/>
                </a:solidFill>
                <a:prstDash val="solid"/>
                <a:headEnd type="none" w="med" len="med"/>
                <a:tailEnd type="none" w="med" len="med"/>
              </a:ln>
            </p:spPr>
          </p:sp>
          <p:sp>
            <p:nvSpPr>
              <p:cNvPr id="100031" name="Line 392"/>
              <p:cNvSpPr/>
              <p:nvPr/>
            </p:nvSpPr>
            <p:spPr>
              <a:xfrm>
                <a:off x="873" y="2915"/>
                <a:ext cx="1" cy="1"/>
              </a:xfrm>
              <a:prstGeom prst="line">
                <a:avLst/>
              </a:prstGeom>
              <a:ln w="11113" cap="flat" cmpd="sng">
                <a:solidFill>
                  <a:srgbClr val="000000"/>
                </a:solidFill>
                <a:prstDash val="solid"/>
                <a:headEnd type="none" w="med" len="med"/>
                <a:tailEnd type="none" w="med" len="med"/>
              </a:ln>
            </p:spPr>
          </p:sp>
          <p:sp>
            <p:nvSpPr>
              <p:cNvPr id="100032" name="Line 393"/>
              <p:cNvSpPr/>
              <p:nvPr/>
            </p:nvSpPr>
            <p:spPr>
              <a:xfrm>
                <a:off x="1018" y="2915"/>
                <a:ext cx="1" cy="1"/>
              </a:xfrm>
              <a:prstGeom prst="line">
                <a:avLst/>
              </a:prstGeom>
              <a:ln w="11113" cap="flat" cmpd="sng">
                <a:solidFill>
                  <a:srgbClr val="000000"/>
                </a:solidFill>
                <a:prstDash val="solid"/>
                <a:headEnd type="none" w="med" len="med"/>
                <a:tailEnd type="none" w="med" len="med"/>
              </a:ln>
            </p:spPr>
          </p:sp>
          <p:sp>
            <p:nvSpPr>
              <p:cNvPr id="100033" name="Line 394"/>
              <p:cNvSpPr/>
              <p:nvPr/>
            </p:nvSpPr>
            <p:spPr>
              <a:xfrm>
                <a:off x="1163" y="2915"/>
                <a:ext cx="1" cy="1"/>
              </a:xfrm>
              <a:prstGeom prst="line">
                <a:avLst/>
              </a:prstGeom>
              <a:ln w="11113" cap="flat" cmpd="sng">
                <a:solidFill>
                  <a:srgbClr val="000000"/>
                </a:solidFill>
                <a:prstDash val="solid"/>
                <a:headEnd type="none" w="med" len="med"/>
                <a:tailEnd type="none" w="med" len="med"/>
              </a:ln>
            </p:spPr>
          </p:sp>
          <p:sp>
            <p:nvSpPr>
              <p:cNvPr id="100034" name="Line 395"/>
              <p:cNvSpPr/>
              <p:nvPr/>
            </p:nvSpPr>
            <p:spPr>
              <a:xfrm>
                <a:off x="1308" y="2915"/>
                <a:ext cx="1" cy="1"/>
              </a:xfrm>
              <a:prstGeom prst="line">
                <a:avLst/>
              </a:prstGeom>
              <a:ln w="11113" cap="flat" cmpd="sng">
                <a:solidFill>
                  <a:srgbClr val="000000"/>
                </a:solidFill>
                <a:prstDash val="solid"/>
                <a:headEnd type="none" w="med" len="med"/>
                <a:tailEnd type="none" w="med" len="med"/>
              </a:ln>
            </p:spPr>
          </p:sp>
          <p:sp>
            <p:nvSpPr>
              <p:cNvPr id="100035" name="Line 396"/>
              <p:cNvSpPr/>
              <p:nvPr/>
            </p:nvSpPr>
            <p:spPr>
              <a:xfrm>
                <a:off x="1453" y="2915"/>
                <a:ext cx="1" cy="1"/>
              </a:xfrm>
              <a:prstGeom prst="line">
                <a:avLst/>
              </a:prstGeom>
              <a:ln w="11113" cap="flat" cmpd="sng">
                <a:solidFill>
                  <a:srgbClr val="000000"/>
                </a:solidFill>
                <a:prstDash val="solid"/>
                <a:headEnd type="none" w="med" len="med"/>
                <a:tailEnd type="none" w="med" len="med"/>
              </a:ln>
            </p:spPr>
          </p:sp>
          <p:sp>
            <p:nvSpPr>
              <p:cNvPr id="100036" name="Line 397"/>
              <p:cNvSpPr/>
              <p:nvPr/>
            </p:nvSpPr>
            <p:spPr>
              <a:xfrm>
                <a:off x="1598" y="2915"/>
                <a:ext cx="1" cy="1"/>
              </a:xfrm>
              <a:prstGeom prst="line">
                <a:avLst/>
              </a:prstGeom>
              <a:ln w="11113" cap="flat" cmpd="sng">
                <a:solidFill>
                  <a:srgbClr val="000000"/>
                </a:solidFill>
                <a:prstDash val="solid"/>
                <a:headEnd type="none" w="med" len="med"/>
                <a:tailEnd type="none" w="med" len="med"/>
              </a:ln>
            </p:spPr>
          </p:sp>
          <p:sp>
            <p:nvSpPr>
              <p:cNvPr id="100037" name="Line 398"/>
              <p:cNvSpPr/>
              <p:nvPr/>
            </p:nvSpPr>
            <p:spPr>
              <a:xfrm>
                <a:off x="1743" y="2915"/>
                <a:ext cx="1" cy="1"/>
              </a:xfrm>
              <a:prstGeom prst="line">
                <a:avLst/>
              </a:prstGeom>
              <a:ln w="11113" cap="flat" cmpd="sng">
                <a:solidFill>
                  <a:srgbClr val="000000"/>
                </a:solidFill>
                <a:prstDash val="solid"/>
                <a:headEnd type="none" w="med" len="med"/>
                <a:tailEnd type="none" w="med" len="med"/>
              </a:ln>
            </p:spPr>
          </p:sp>
          <p:sp>
            <p:nvSpPr>
              <p:cNvPr id="100038" name="Line 399"/>
              <p:cNvSpPr/>
              <p:nvPr/>
            </p:nvSpPr>
            <p:spPr>
              <a:xfrm>
                <a:off x="1888" y="2915"/>
                <a:ext cx="1" cy="1"/>
              </a:xfrm>
              <a:prstGeom prst="line">
                <a:avLst/>
              </a:prstGeom>
              <a:ln w="11113" cap="flat" cmpd="sng">
                <a:solidFill>
                  <a:srgbClr val="000000"/>
                </a:solidFill>
                <a:prstDash val="solid"/>
                <a:headEnd type="none" w="med" len="med"/>
                <a:tailEnd type="none" w="med" len="med"/>
              </a:ln>
            </p:spPr>
          </p:sp>
          <p:sp>
            <p:nvSpPr>
              <p:cNvPr id="100039" name="Line 400"/>
              <p:cNvSpPr/>
              <p:nvPr/>
            </p:nvSpPr>
            <p:spPr>
              <a:xfrm>
                <a:off x="2034" y="2915"/>
                <a:ext cx="1" cy="1"/>
              </a:xfrm>
              <a:prstGeom prst="line">
                <a:avLst/>
              </a:prstGeom>
              <a:ln w="11113" cap="flat" cmpd="sng">
                <a:solidFill>
                  <a:srgbClr val="000000"/>
                </a:solidFill>
                <a:prstDash val="solid"/>
                <a:headEnd type="none" w="med" len="med"/>
                <a:tailEnd type="none" w="med" len="med"/>
              </a:ln>
            </p:spPr>
          </p:sp>
          <p:sp>
            <p:nvSpPr>
              <p:cNvPr id="100040" name="Line 401"/>
              <p:cNvSpPr/>
              <p:nvPr/>
            </p:nvSpPr>
            <p:spPr>
              <a:xfrm>
                <a:off x="2179" y="2915"/>
                <a:ext cx="1" cy="1"/>
              </a:xfrm>
              <a:prstGeom prst="line">
                <a:avLst/>
              </a:prstGeom>
              <a:ln w="11113" cap="flat" cmpd="sng">
                <a:solidFill>
                  <a:srgbClr val="000000"/>
                </a:solidFill>
                <a:prstDash val="solid"/>
                <a:headEnd type="none" w="med" len="med"/>
                <a:tailEnd type="none" w="med" len="med"/>
              </a:ln>
            </p:spPr>
          </p:sp>
          <p:sp>
            <p:nvSpPr>
              <p:cNvPr id="100041" name="Line 402"/>
              <p:cNvSpPr/>
              <p:nvPr/>
            </p:nvSpPr>
            <p:spPr>
              <a:xfrm>
                <a:off x="2324" y="2915"/>
                <a:ext cx="1" cy="1"/>
              </a:xfrm>
              <a:prstGeom prst="line">
                <a:avLst/>
              </a:prstGeom>
              <a:ln w="11113" cap="flat" cmpd="sng">
                <a:solidFill>
                  <a:srgbClr val="000000"/>
                </a:solidFill>
                <a:prstDash val="solid"/>
                <a:headEnd type="none" w="med" len="med"/>
                <a:tailEnd type="none" w="med" len="med"/>
              </a:ln>
            </p:spPr>
          </p:sp>
          <p:sp>
            <p:nvSpPr>
              <p:cNvPr id="100042" name="Line 403"/>
              <p:cNvSpPr/>
              <p:nvPr/>
            </p:nvSpPr>
            <p:spPr>
              <a:xfrm>
                <a:off x="2469" y="2915"/>
                <a:ext cx="1" cy="1"/>
              </a:xfrm>
              <a:prstGeom prst="line">
                <a:avLst/>
              </a:prstGeom>
              <a:ln w="11113" cap="flat" cmpd="sng">
                <a:solidFill>
                  <a:srgbClr val="000000"/>
                </a:solidFill>
                <a:prstDash val="solid"/>
                <a:headEnd type="none" w="med" len="med"/>
                <a:tailEnd type="none" w="med" len="med"/>
              </a:ln>
            </p:spPr>
          </p:sp>
          <p:sp>
            <p:nvSpPr>
              <p:cNvPr id="100043" name="Line 404"/>
              <p:cNvSpPr/>
              <p:nvPr/>
            </p:nvSpPr>
            <p:spPr>
              <a:xfrm>
                <a:off x="2615" y="2915"/>
                <a:ext cx="1" cy="1"/>
              </a:xfrm>
              <a:prstGeom prst="line">
                <a:avLst/>
              </a:prstGeom>
              <a:ln w="11113" cap="flat" cmpd="sng">
                <a:solidFill>
                  <a:srgbClr val="000000"/>
                </a:solidFill>
                <a:prstDash val="solid"/>
                <a:headEnd type="none" w="med" len="med"/>
                <a:tailEnd type="none" w="med" len="med"/>
              </a:ln>
            </p:spPr>
          </p:sp>
          <p:sp>
            <p:nvSpPr>
              <p:cNvPr id="100044" name="Line 405"/>
              <p:cNvSpPr/>
              <p:nvPr/>
            </p:nvSpPr>
            <p:spPr>
              <a:xfrm>
                <a:off x="2760" y="2915"/>
                <a:ext cx="1" cy="1"/>
              </a:xfrm>
              <a:prstGeom prst="line">
                <a:avLst/>
              </a:prstGeom>
              <a:ln w="11113" cap="flat" cmpd="sng">
                <a:solidFill>
                  <a:srgbClr val="000000"/>
                </a:solidFill>
                <a:prstDash val="solid"/>
                <a:headEnd type="none" w="med" len="med"/>
                <a:tailEnd type="none" w="med" len="med"/>
              </a:ln>
            </p:spPr>
          </p:sp>
          <p:sp>
            <p:nvSpPr>
              <p:cNvPr id="100045" name="Line 406"/>
              <p:cNvSpPr/>
              <p:nvPr/>
            </p:nvSpPr>
            <p:spPr>
              <a:xfrm>
                <a:off x="2905" y="2915"/>
                <a:ext cx="1" cy="1"/>
              </a:xfrm>
              <a:prstGeom prst="line">
                <a:avLst/>
              </a:prstGeom>
              <a:ln w="11113" cap="flat" cmpd="sng">
                <a:solidFill>
                  <a:srgbClr val="000000"/>
                </a:solidFill>
                <a:prstDash val="solid"/>
                <a:headEnd type="none" w="med" len="med"/>
                <a:tailEnd type="none" w="med" len="med"/>
              </a:ln>
            </p:spPr>
          </p:sp>
          <p:sp>
            <p:nvSpPr>
              <p:cNvPr id="100046" name="Line 407"/>
              <p:cNvSpPr/>
              <p:nvPr/>
            </p:nvSpPr>
            <p:spPr>
              <a:xfrm>
                <a:off x="292" y="2915"/>
                <a:ext cx="2613" cy="1"/>
              </a:xfrm>
              <a:prstGeom prst="line">
                <a:avLst/>
              </a:prstGeom>
              <a:ln w="11113" cap="flat" cmpd="sng">
                <a:solidFill>
                  <a:srgbClr val="000000"/>
                </a:solidFill>
                <a:prstDash val="solid"/>
                <a:headEnd type="none" w="med" len="med"/>
                <a:tailEnd type="none" w="med" len="med"/>
              </a:ln>
            </p:spPr>
          </p:sp>
          <p:sp>
            <p:nvSpPr>
              <p:cNvPr id="100047" name="Line 408"/>
              <p:cNvSpPr/>
              <p:nvPr/>
            </p:nvSpPr>
            <p:spPr>
              <a:xfrm>
                <a:off x="2905" y="3571"/>
                <a:ext cx="1" cy="1"/>
              </a:xfrm>
              <a:prstGeom prst="line">
                <a:avLst/>
              </a:prstGeom>
              <a:ln w="11113" cap="flat" cmpd="sng">
                <a:solidFill>
                  <a:srgbClr val="000000"/>
                </a:solidFill>
                <a:prstDash val="solid"/>
                <a:headEnd type="none" w="med" len="med"/>
                <a:tailEnd type="none" w="med" len="med"/>
              </a:ln>
            </p:spPr>
          </p:sp>
          <p:sp>
            <p:nvSpPr>
              <p:cNvPr id="100048" name="Line 409"/>
              <p:cNvSpPr/>
              <p:nvPr/>
            </p:nvSpPr>
            <p:spPr>
              <a:xfrm>
                <a:off x="2905" y="3516"/>
                <a:ext cx="1" cy="1"/>
              </a:xfrm>
              <a:prstGeom prst="line">
                <a:avLst/>
              </a:prstGeom>
              <a:ln w="11113" cap="flat" cmpd="sng">
                <a:solidFill>
                  <a:srgbClr val="000000"/>
                </a:solidFill>
                <a:prstDash val="solid"/>
                <a:headEnd type="none" w="med" len="med"/>
                <a:tailEnd type="none" w="med" len="med"/>
              </a:ln>
            </p:spPr>
          </p:sp>
          <p:sp>
            <p:nvSpPr>
              <p:cNvPr id="100049" name="Line 410"/>
              <p:cNvSpPr/>
              <p:nvPr/>
            </p:nvSpPr>
            <p:spPr>
              <a:xfrm>
                <a:off x="2905" y="3461"/>
                <a:ext cx="1" cy="1"/>
              </a:xfrm>
              <a:prstGeom prst="line">
                <a:avLst/>
              </a:prstGeom>
              <a:ln w="11113" cap="flat" cmpd="sng">
                <a:solidFill>
                  <a:srgbClr val="000000"/>
                </a:solidFill>
                <a:prstDash val="solid"/>
                <a:headEnd type="none" w="med" len="med"/>
                <a:tailEnd type="none" w="med" len="med"/>
              </a:ln>
            </p:spPr>
          </p:sp>
          <p:sp>
            <p:nvSpPr>
              <p:cNvPr id="100050" name="Line 411"/>
              <p:cNvSpPr/>
              <p:nvPr/>
            </p:nvSpPr>
            <p:spPr>
              <a:xfrm>
                <a:off x="2905" y="3407"/>
                <a:ext cx="1" cy="1"/>
              </a:xfrm>
              <a:prstGeom prst="line">
                <a:avLst/>
              </a:prstGeom>
              <a:ln w="11113" cap="flat" cmpd="sng">
                <a:solidFill>
                  <a:srgbClr val="000000"/>
                </a:solidFill>
                <a:prstDash val="solid"/>
                <a:headEnd type="none" w="med" len="med"/>
                <a:tailEnd type="none" w="med" len="med"/>
              </a:ln>
            </p:spPr>
          </p:sp>
          <p:sp>
            <p:nvSpPr>
              <p:cNvPr id="100051" name="Line 412"/>
              <p:cNvSpPr/>
              <p:nvPr/>
            </p:nvSpPr>
            <p:spPr>
              <a:xfrm>
                <a:off x="2905" y="3352"/>
                <a:ext cx="1" cy="1"/>
              </a:xfrm>
              <a:prstGeom prst="line">
                <a:avLst/>
              </a:prstGeom>
              <a:ln w="11113" cap="flat" cmpd="sng">
                <a:solidFill>
                  <a:srgbClr val="000000"/>
                </a:solidFill>
                <a:prstDash val="solid"/>
                <a:headEnd type="none" w="med" len="med"/>
                <a:tailEnd type="none" w="med" len="med"/>
              </a:ln>
            </p:spPr>
          </p:sp>
          <p:sp>
            <p:nvSpPr>
              <p:cNvPr id="100052" name="Line 413"/>
              <p:cNvSpPr/>
              <p:nvPr/>
            </p:nvSpPr>
            <p:spPr>
              <a:xfrm>
                <a:off x="2905" y="3298"/>
                <a:ext cx="1" cy="1"/>
              </a:xfrm>
              <a:prstGeom prst="line">
                <a:avLst/>
              </a:prstGeom>
              <a:ln w="11113" cap="flat" cmpd="sng">
                <a:solidFill>
                  <a:srgbClr val="000000"/>
                </a:solidFill>
                <a:prstDash val="solid"/>
                <a:headEnd type="none" w="med" len="med"/>
                <a:tailEnd type="none" w="med" len="med"/>
              </a:ln>
            </p:spPr>
          </p:sp>
          <p:sp>
            <p:nvSpPr>
              <p:cNvPr id="100053" name="Line 414"/>
              <p:cNvSpPr/>
              <p:nvPr/>
            </p:nvSpPr>
            <p:spPr>
              <a:xfrm>
                <a:off x="2905" y="3243"/>
                <a:ext cx="1" cy="1"/>
              </a:xfrm>
              <a:prstGeom prst="line">
                <a:avLst/>
              </a:prstGeom>
              <a:ln w="11113" cap="flat" cmpd="sng">
                <a:solidFill>
                  <a:srgbClr val="000000"/>
                </a:solidFill>
                <a:prstDash val="solid"/>
                <a:headEnd type="none" w="med" len="med"/>
                <a:tailEnd type="none" w="med" len="med"/>
              </a:ln>
            </p:spPr>
          </p:sp>
          <p:sp>
            <p:nvSpPr>
              <p:cNvPr id="100054" name="Line 415"/>
              <p:cNvSpPr/>
              <p:nvPr/>
            </p:nvSpPr>
            <p:spPr>
              <a:xfrm>
                <a:off x="2905" y="3188"/>
                <a:ext cx="1" cy="1"/>
              </a:xfrm>
              <a:prstGeom prst="line">
                <a:avLst/>
              </a:prstGeom>
              <a:ln w="11113" cap="flat" cmpd="sng">
                <a:solidFill>
                  <a:srgbClr val="000000"/>
                </a:solidFill>
                <a:prstDash val="solid"/>
                <a:headEnd type="none" w="med" len="med"/>
                <a:tailEnd type="none" w="med" len="med"/>
              </a:ln>
            </p:spPr>
          </p:sp>
          <p:sp>
            <p:nvSpPr>
              <p:cNvPr id="100055" name="Line 416"/>
              <p:cNvSpPr/>
              <p:nvPr/>
            </p:nvSpPr>
            <p:spPr>
              <a:xfrm>
                <a:off x="2905" y="3134"/>
                <a:ext cx="1" cy="1"/>
              </a:xfrm>
              <a:prstGeom prst="line">
                <a:avLst/>
              </a:prstGeom>
              <a:ln w="11113" cap="flat" cmpd="sng">
                <a:solidFill>
                  <a:srgbClr val="000000"/>
                </a:solidFill>
                <a:prstDash val="solid"/>
                <a:headEnd type="none" w="med" len="med"/>
                <a:tailEnd type="none" w="med" len="med"/>
              </a:ln>
            </p:spPr>
          </p:sp>
          <p:sp>
            <p:nvSpPr>
              <p:cNvPr id="100056" name="Line 417"/>
              <p:cNvSpPr/>
              <p:nvPr/>
            </p:nvSpPr>
            <p:spPr>
              <a:xfrm>
                <a:off x="2905" y="3079"/>
                <a:ext cx="1" cy="1"/>
              </a:xfrm>
              <a:prstGeom prst="line">
                <a:avLst/>
              </a:prstGeom>
              <a:ln w="11113" cap="flat" cmpd="sng">
                <a:solidFill>
                  <a:srgbClr val="000000"/>
                </a:solidFill>
                <a:prstDash val="solid"/>
                <a:headEnd type="none" w="med" len="med"/>
                <a:tailEnd type="none" w="med" len="med"/>
              </a:ln>
            </p:spPr>
          </p:sp>
          <p:sp>
            <p:nvSpPr>
              <p:cNvPr id="100057" name="Line 418"/>
              <p:cNvSpPr/>
              <p:nvPr/>
            </p:nvSpPr>
            <p:spPr>
              <a:xfrm>
                <a:off x="2905" y="3024"/>
                <a:ext cx="1" cy="1"/>
              </a:xfrm>
              <a:prstGeom prst="line">
                <a:avLst/>
              </a:prstGeom>
              <a:ln w="11113" cap="flat" cmpd="sng">
                <a:solidFill>
                  <a:srgbClr val="000000"/>
                </a:solidFill>
                <a:prstDash val="solid"/>
                <a:headEnd type="none" w="med" len="med"/>
                <a:tailEnd type="none" w="med" len="med"/>
              </a:ln>
            </p:spPr>
          </p:sp>
          <p:sp>
            <p:nvSpPr>
              <p:cNvPr id="100058" name="Line 419"/>
              <p:cNvSpPr/>
              <p:nvPr/>
            </p:nvSpPr>
            <p:spPr>
              <a:xfrm>
                <a:off x="2905" y="2970"/>
                <a:ext cx="1" cy="1"/>
              </a:xfrm>
              <a:prstGeom prst="line">
                <a:avLst/>
              </a:prstGeom>
              <a:ln w="11113" cap="flat" cmpd="sng">
                <a:solidFill>
                  <a:srgbClr val="000000"/>
                </a:solidFill>
                <a:prstDash val="solid"/>
                <a:headEnd type="none" w="med" len="med"/>
                <a:tailEnd type="none" w="med" len="med"/>
              </a:ln>
            </p:spPr>
          </p:sp>
          <p:sp>
            <p:nvSpPr>
              <p:cNvPr id="100059" name="Line 420"/>
              <p:cNvSpPr/>
              <p:nvPr/>
            </p:nvSpPr>
            <p:spPr>
              <a:xfrm>
                <a:off x="2905" y="2915"/>
                <a:ext cx="1" cy="1"/>
              </a:xfrm>
              <a:prstGeom prst="line">
                <a:avLst/>
              </a:prstGeom>
              <a:ln w="11113" cap="flat" cmpd="sng">
                <a:solidFill>
                  <a:srgbClr val="000000"/>
                </a:solidFill>
                <a:prstDash val="solid"/>
                <a:headEnd type="none" w="med" len="med"/>
                <a:tailEnd type="none" w="med" len="med"/>
              </a:ln>
            </p:spPr>
          </p:sp>
          <p:sp>
            <p:nvSpPr>
              <p:cNvPr id="100060" name="Line 421"/>
              <p:cNvSpPr/>
              <p:nvPr/>
            </p:nvSpPr>
            <p:spPr>
              <a:xfrm flipV="1">
                <a:off x="2905" y="2915"/>
                <a:ext cx="1" cy="656"/>
              </a:xfrm>
              <a:prstGeom prst="line">
                <a:avLst/>
              </a:prstGeom>
              <a:ln w="11113" cap="flat" cmpd="sng">
                <a:solidFill>
                  <a:srgbClr val="000000"/>
                </a:solidFill>
                <a:prstDash val="solid"/>
                <a:headEnd type="none" w="med" len="med"/>
                <a:tailEnd type="none" w="med" len="med"/>
              </a:ln>
            </p:spPr>
          </p:sp>
          <p:sp>
            <p:nvSpPr>
              <p:cNvPr id="100061" name="Freeform 422"/>
              <p:cNvSpPr/>
              <p:nvPr/>
            </p:nvSpPr>
            <p:spPr>
              <a:xfrm>
                <a:off x="584" y="2970"/>
                <a:ext cx="2029" cy="546"/>
              </a:xfrm>
              <a:custGeom>
                <a:avLst/>
                <a:gdLst/>
                <a:ahLst/>
                <a:cxnLst>
                  <a:cxn ang="0">
                    <a:pos x="29" y="519"/>
                  </a:cxn>
                  <a:cxn ang="0">
                    <a:pos x="61" y="541"/>
                  </a:cxn>
                  <a:cxn ang="0">
                    <a:pos x="93" y="74"/>
                  </a:cxn>
                  <a:cxn ang="0">
                    <a:pos x="125" y="306"/>
                  </a:cxn>
                  <a:cxn ang="0">
                    <a:pos x="157" y="531"/>
                  </a:cxn>
                  <a:cxn ang="0">
                    <a:pos x="189" y="543"/>
                  </a:cxn>
                  <a:cxn ang="0">
                    <a:pos x="221" y="526"/>
                  </a:cxn>
                  <a:cxn ang="0">
                    <a:pos x="252" y="529"/>
                  </a:cxn>
                  <a:cxn ang="0">
                    <a:pos x="284" y="546"/>
                  </a:cxn>
                  <a:cxn ang="0">
                    <a:pos x="317" y="148"/>
                  </a:cxn>
                  <a:cxn ang="0">
                    <a:pos x="349" y="217"/>
                  </a:cxn>
                  <a:cxn ang="0">
                    <a:pos x="381" y="542"/>
                  </a:cxn>
                  <a:cxn ang="0">
                    <a:pos x="412" y="536"/>
                  </a:cxn>
                  <a:cxn ang="0">
                    <a:pos x="444" y="524"/>
                  </a:cxn>
                  <a:cxn ang="0">
                    <a:pos x="476" y="538"/>
                  </a:cxn>
                  <a:cxn ang="0">
                    <a:pos x="508" y="540"/>
                  </a:cxn>
                  <a:cxn ang="0">
                    <a:pos x="540" y="234"/>
                  </a:cxn>
                  <a:cxn ang="0">
                    <a:pos x="572" y="132"/>
                  </a:cxn>
                  <a:cxn ang="0">
                    <a:pos x="604" y="546"/>
                  </a:cxn>
                  <a:cxn ang="0">
                    <a:pos x="636" y="527"/>
                  </a:cxn>
                  <a:cxn ang="0">
                    <a:pos x="668" y="527"/>
                  </a:cxn>
                  <a:cxn ang="0">
                    <a:pos x="700" y="544"/>
                  </a:cxn>
                  <a:cxn ang="0">
                    <a:pos x="731" y="529"/>
                  </a:cxn>
                  <a:cxn ang="0">
                    <a:pos x="763" y="323"/>
                  </a:cxn>
                  <a:cxn ang="0">
                    <a:pos x="795" y="62"/>
                  </a:cxn>
                  <a:cxn ang="0">
                    <a:pos x="827" y="538"/>
                  </a:cxn>
                  <a:cxn ang="0">
                    <a:pos x="859" y="518"/>
                  </a:cxn>
                  <a:cxn ang="0">
                    <a:pos x="891" y="532"/>
                  </a:cxn>
                  <a:cxn ang="0">
                    <a:pos x="923" y="546"/>
                  </a:cxn>
                  <a:cxn ang="0">
                    <a:pos x="955" y="519"/>
                  </a:cxn>
                  <a:cxn ang="0">
                    <a:pos x="987" y="404"/>
                  </a:cxn>
                  <a:cxn ang="0">
                    <a:pos x="1019" y="16"/>
                  </a:cxn>
                  <a:cxn ang="0">
                    <a:pos x="1051" y="512"/>
                  </a:cxn>
                  <a:cxn ang="0">
                    <a:pos x="1083" y="513"/>
                  </a:cxn>
                  <a:cxn ang="0">
                    <a:pos x="1115" y="539"/>
                  </a:cxn>
                  <a:cxn ang="0">
                    <a:pos x="1147" y="544"/>
                  </a:cxn>
                  <a:cxn ang="0">
                    <a:pos x="1179" y="513"/>
                  </a:cxn>
                  <a:cxn ang="0">
                    <a:pos x="1211" y="469"/>
                  </a:cxn>
                  <a:cxn ang="0">
                    <a:pos x="1242" y="0"/>
                  </a:cxn>
                  <a:cxn ang="0">
                    <a:pos x="1274" y="466"/>
                  </a:cxn>
                  <a:cxn ang="0">
                    <a:pos x="1306" y="513"/>
                  </a:cxn>
                  <a:cxn ang="0">
                    <a:pos x="1338" y="544"/>
                  </a:cxn>
                  <a:cxn ang="0">
                    <a:pos x="1370" y="538"/>
                  </a:cxn>
                  <a:cxn ang="0">
                    <a:pos x="1402" y="513"/>
                  </a:cxn>
                  <a:cxn ang="0">
                    <a:pos x="1434" y="514"/>
                  </a:cxn>
                  <a:cxn ang="0">
                    <a:pos x="1466" y="17"/>
                  </a:cxn>
                  <a:cxn ang="0">
                    <a:pos x="1498" y="400"/>
                  </a:cxn>
                  <a:cxn ang="0">
                    <a:pos x="1530" y="519"/>
                  </a:cxn>
                  <a:cxn ang="0">
                    <a:pos x="1561" y="546"/>
                  </a:cxn>
                  <a:cxn ang="0">
                    <a:pos x="1593" y="532"/>
                  </a:cxn>
                  <a:cxn ang="0">
                    <a:pos x="1626" y="518"/>
                  </a:cxn>
                  <a:cxn ang="0">
                    <a:pos x="1658" y="539"/>
                  </a:cxn>
                  <a:cxn ang="0">
                    <a:pos x="1690" y="65"/>
                  </a:cxn>
                  <a:cxn ang="0">
                    <a:pos x="1722" y="319"/>
                  </a:cxn>
                  <a:cxn ang="0">
                    <a:pos x="1753" y="530"/>
                  </a:cxn>
                  <a:cxn ang="0">
                    <a:pos x="1785" y="544"/>
                  </a:cxn>
                  <a:cxn ang="0">
                    <a:pos x="1817" y="526"/>
                  </a:cxn>
                  <a:cxn ang="0">
                    <a:pos x="1849" y="527"/>
                  </a:cxn>
                  <a:cxn ang="0">
                    <a:pos x="1881" y="546"/>
                  </a:cxn>
                  <a:cxn ang="0">
                    <a:pos x="1913" y="136"/>
                  </a:cxn>
                  <a:cxn ang="0">
                    <a:pos x="1945" y="230"/>
                  </a:cxn>
                  <a:cxn ang="0">
                    <a:pos x="1977" y="541"/>
                  </a:cxn>
                  <a:cxn ang="0">
                    <a:pos x="2009" y="537"/>
                  </a:cxn>
                </a:cxnLst>
                <a:pathLst>
                  <a:path w="4058" h="3279">
                    <a:moveTo>
                      <a:pt x="0" y="3212"/>
                    </a:moveTo>
                    <a:lnTo>
                      <a:pt x="5" y="3238"/>
                    </a:lnTo>
                    <a:lnTo>
                      <a:pt x="11" y="3259"/>
                    </a:lnTo>
                    <a:lnTo>
                      <a:pt x="18" y="3274"/>
                    </a:lnTo>
                    <a:lnTo>
                      <a:pt x="23" y="3279"/>
                    </a:lnTo>
                    <a:lnTo>
                      <a:pt x="29" y="3272"/>
                    </a:lnTo>
                    <a:lnTo>
                      <a:pt x="35" y="3254"/>
                    </a:lnTo>
                    <a:lnTo>
                      <a:pt x="40" y="3226"/>
                    </a:lnTo>
                    <a:lnTo>
                      <a:pt x="46" y="3191"/>
                    </a:lnTo>
                    <a:lnTo>
                      <a:pt x="53" y="3154"/>
                    </a:lnTo>
                    <a:lnTo>
                      <a:pt x="58" y="3119"/>
                    </a:lnTo>
                    <a:lnTo>
                      <a:pt x="64" y="3092"/>
                    </a:lnTo>
                    <a:lnTo>
                      <a:pt x="69" y="3076"/>
                    </a:lnTo>
                    <a:lnTo>
                      <a:pt x="75" y="3076"/>
                    </a:lnTo>
                    <a:lnTo>
                      <a:pt x="81" y="3091"/>
                    </a:lnTo>
                    <a:lnTo>
                      <a:pt x="86" y="3120"/>
                    </a:lnTo>
                    <a:lnTo>
                      <a:pt x="93" y="3160"/>
                    </a:lnTo>
                    <a:lnTo>
                      <a:pt x="99" y="3205"/>
                    </a:lnTo>
                    <a:lnTo>
                      <a:pt x="104" y="3246"/>
                    </a:lnTo>
                    <a:lnTo>
                      <a:pt x="110" y="3273"/>
                    </a:lnTo>
                    <a:lnTo>
                      <a:pt x="115" y="3277"/>
                    </a:lnTo>
                    <a:lnTo>
                      <a:pt x="121" y="3247"/>
                    </a:lnTo>
                    <a:lnTo>
                      <a:pt x="128" y="3174"/>
                    </a:lnTo>
                    <a:lnTo>
                      <a:pt x="133" y="3052"/>
                    </a:lnTo>
                    <a:lnTo>
                      <a:pt x="139" y="2878"/>
                    </a:lnTo>
                    <a:lnTo>
                      <a:pt x="145" y="2652"/>
                    </a:lnTo>
                    <a:lnTo>
                      <a:pt x="150" y="2379"/>
                    </a:lnTo>
                    <a:lnTo>
                      <a:pt x="156" y="2068"/>
                    </a:lnTo>
                    <a:lnTo>
                      <a:pt x="163" y="1729"/>
                    </a:lnTo>
                    <a:lnTo>
                      <a:pt x="168" y="1381"/>
                    </a:lnTo>
                    <a:lnTo>
                      <a:pt x="174" y="1039"/>
                    </a:lnTo>
                    <a:lnTo>
                      <a:pt x="180" y="720"/>
                    </a:lnTo>
                    <a:lnTo>
                      <a:pt x="185" y="444"/>
                    </a:lnTo>
                    <a:lnTo>
                      <a:pt x="191" y="224"/>
                    </a:lnTo>
                    <a:lnTo>
                      <a:pt x="198" y="75"/>
                    </a:lnTo>
                    <a:lnTo>
                      <a:pt x="203" y="5"/>
                    </a:lnTo>
                    <a:lnTo>
                      <a:pt x="209" y="19"/>
                    </a:lnTo>
                    <a:lnTo>
                      <a:pt x="214" y="114"/>
                    </a:lnTo>
                    <a:lnTo>
                      <a:pt x="220" y="287"/>
                    </a:lnTo>
                    <a:lnTo>
                      <a:pt x="226" y="525"/>
                    </a:lnTo>
                    <a:lnTo>
                      <a:pt x="232" y="818"/>
                    </a:lnTo>
                    <a:lnTo>
                      <a:pt x="238" y="1146"/>
                    </a:lnTo>
                    <a:lnTo>
                      <a:pt x="244" y="1492"/>
                    </a:lnTo>
                    <a:lnTo>
                      <a:pt x="249" y="1840"/>
                    </a:lnTo>
                    <a:lnTo>
                      <a:pt x="255" y="2170"/>
                    </a:lnTo>
                    <a:lnTo>
                      <a:pt x="260" y="2471"/>
                    </a:lnTo>
                    <a:lnTo>
                      <a:pt x="267" y="2730"/>
                    </a:lnTo>
                    <a:lnTo>
                      <a:pt x="273" y="2939"/>
                    </a:lnTo>
                    <a:lnTo>
                      <a:pt x="278" y="3096"/>
                    </a:lnTo>
                    <a:lnTo>
                      <a:pt x="284" y="3202"/>
                    </a:lnTo>
                    <a:lnTo>
                      <a:pt x="290" y="3261"/>
                    </a:lnTo>
                    <a:lnTo>
                      <a:pt x="295" y="3279"/>
                    </a:lnTo>
                    <a:lnTo>
                      <a:pt x="302" y="3267"/>
                    </a:lnTo>
                    <a:lnTo>
                      <a:pt x="308" y="3234"/>
                    </a:lnTo>
                    <a:lnTo>
                      <a:pt x="313" y="3191"/>
                    </a:lnTo>
                    <a:lnTo>
                      <a:pt x="319" y="3147"/>
                    </a:lnTo>
                    <a:lnTo>
                      <a:pt x="325" y="3110"/>
                    </a:lnTo>
                    <a:lnTo>
                      <a:pt x="330" y="3084"/>
                    </a:lnTo>
                    <a:lnTo>
                      <a:pt x="337" y="3074"/>
                    </a:lnTo>
                    <a:lnTo>
                      <a:pt x="343" y="3080"/>
                    </a:lnTo>
                    <a:lnTo>
                      <a:pt x="348" y="3099"/>
                    </a:lnTo>
                    <a:lnTo>
                      <a:pt x="354" y="3129"/>
                    </a:lnTo>
                    <a:lnTo>
                      <a:pt x="359" y="3166"/>
                    </a:lnTo>
                    <a:lnTo>
                      <a:pt x="365" y="3203"/>
                    </a:lnTo>
                    <a:lnTo>
                      <a:pt x="372" y="3236"/>
                    </a:lnTo>
                    <a:lnTo>
                      <a:pt x="377" y="3261"/>
                    </a:lnTo>
                    <a:lnTo>
                      <a:pt x="383" y="3276"/>
                    </a:lnTo>
                    <a:lnTo>
                      <a:pt x="389" y="3279"/>
                    </a:lnTo>
                    <a:lnTo>
                      <a:pt x="394" y="3271"/>
                    </a:lnTo>
                    <a:lnTo>
                      <a:pt x="400" y="3254"/>
                    </a:lnTo>
                    <a:lnTo>
                      <a:pt x="407" y="3229"/>
                    </a:lnTo>
                    <a:lnTo>
                      <a:pt x="412" y="3204"/>
                    </a:lnTo>
                    <a:lnTo>
                      <a:pt x="418" y="3180"/>
                    </a:lnTo>
                    <a:lnTo>
                      <a:pt x="423" y="3160"/>
                    </a:lnTo>
                    <a:lnTo>
                      <a:pt x="429" y="3150"/>
                    </a:lnTo>
                    <a:lnTo>
                      <a:pt x="435" y="3149"/>
                    </a:lnTo>
                    <a:lnTo>
                      <a:pt x="441" y="3157"/>
                    </a:lnTo>
                    <a:lnTo>
                      <a:pt x="447" y="3175"/>
                    </a:lnTo>
                    <a:lnTo>
                      <a:pt x="453" y="3198"/>
                    </a:lnTo>
                    <a:lnTo>
                      <a:pt x="458" y="3224"/>
                    </a:lnTo>
                    <a:lnTo>
                      <a:pt x="464" y="3248"/>
                    </a:lnTo>
                    <a:lnTo>
                      <a:pt x="470" y="3267"/>
                    </a:lnTo>
                    <a:lnTo>
                      <a:pt x="476" y="3278"/>
                    </a:lnTo>
                    <a:lnTo>
                      <a:pt x="482" y="3278"/>
                    </a:lnTo>
                    <a:lnTo>
                      <a:pt x="488" y="3265"/>
                    </a:lnTo>
                    <a:lnTo>
                      <a:pt x="493" y="3242"/>
                    </a:lnTo>
                    <a:lnTo>
                      <a:pt x="499" y="3211"/>
                    </a:lnTo>
                    <a:lnTo>
                      <a:pt x="504" y="3174"/>
                    </a:lnTo>
                    <a:lnTo>
                      <a:pt x="510" y="3137"/>
                    </a:lnTo>
                    <a:lnTo>
                      <a:pt x="517" y="3105"/>
                    </a:lnTo>
                    <a:lnTo>
                      <a:pt x="522" y="3083"/>
                    </a:lnTo>
                    <a:lnTo>
                      <a:pt x="528" y="3074"/>
                    </a:lnTo>
                    <a:lnTo>
                      <a:pt x="534" y="3081"/>
                    </a:lnTo>
                    <a:lnTo>
                      <a:pt x="539" y="3103"/>
                    </a:lnTo>
                    <a:lnTo>
                      <a:pt x="545" y="3137"/>
                    </a:lnTo>
                    <a:lnTo>
                      <a:pt x="552" y="3181"/>
                    </a:lnTo>
                    <a:lnTo>
                      <a:pt x="557" y="3225"/>
                    </a:lnTo>
                    <a:lnTo>
                      <a:pt x="563" y="3261"/>
                    </a:lnTo>
                    <a:lnTo>
                      <a:pt x="568" y="3279"/>
                    </a:lnTo>
                    <a:lnTo>
                      <a:pt x="574" y="3267"/>
                    </a:lnTo>
                    <a:lnTo>
                      <a:pt x="580" y="3219"/>
                    </a:lnTo>
                    <a:lnTo>
                      <a:pt x="586" y="3124"/>
                    </a:lnTo>
                    <a:lnTo>
                      <a:pt x="592" y="2979"/>
                    </a:lnTo>
                    <a:lnTo>
                      <a:pt x="598" y="2781"/>
                    </a:lnTo>
                    <a:lnTo>
                      <a:pt x="603" y="2532"/>
                    </a:lnTo>
                    <a:lnTo>
                      <a:pt x="609" y="2239"/>
                    </a:lnTo>
                    <a:lnTo>
                      <a:pt x="615" y="1915"/>
                    </a:lnTo>
                    <a:lnTo>
                      <a:pt x="621" y="1569"/>
                    </a:lnTo>
                    <a:lnTo>
                      <a:pt x="627" y="1222"/>
                    </a:lnTo>
                    <a:lnTo>
                      <a:pt x="633" y="888"/>
                    </a:lnTo>
                    <a:lnTo>
                      <a:pt x="638" y="586"/>
                    </a:lnTo>
                    <a:lnTo>
                      <a:pt x="644" y="334"/>
                    </a:lnTo>
                    <a:lnTo>
                      <a:pt x="649" y="147"/>
                    </a:lnTo>
                    <a:lnTo>
                      <a:pt x="656" y="33"/>
                    </a:lnTo>
                    <a:lnTo>
                      <a:pt x="662" y="0"/>
                    </a:lnTo>
                    <a:lnTo>
                      <a:pt x="667" y="52"/>
                    </a:lnTo>
                    <a:lnTo>
                      <a:pt x="673" y="185"/>
                    </a:lnTo>
                    <a:lnTo>
                      <a:pt x="679" y="389"/>
                    </a:lnTo>
                    <a:lnTo>
                      <a:pt x="684" y="654"/>
                    </a:lnTo>
                    <a:lnTo>
                      <a:pt x="691" y="965"/>
                    </a:lnTo>
                    <a:lnTo>
                      <a:pt x="697" y="1304"/>
                    </a:lnTo>
                    <a:lnTo>
                      <a:pt x="702" y="1653"/>
                    </a:lnTo>
                    <a:lnTo>
                      <a:pt x="708" y="1994"/>
                    </a:lnTo>
                    <a:lnTo>
                      <a:pt x="713" y="2313"/>
                    </a:lnTo>
                    <a:lnTo>
                      <a:pt x="719" y="2595"/>
                    </a:lnTo>
                    <a:lnTo>
                      <a:pt x="726" y="2832"/>
                    </a:lnTo>
                    <a:lnTo>
                      <a:pt x="731" y="3018"/>
                    </a:lnTo>
                    <a:lnTo>
                      <a:pt x="737" y="3151"/>
                    </a:lnTo>
                    <a:lnTo>
                      <a:pt x="743" y="3234"/>
                    </a:lnTo>
                    <a:lnTo>
                      <a:pt x="748" y="3273"/>
                    </a:lnTo>
                    <a:lnTo>
                      <a:pt x="754" y="3277"/>
                    </a:lnTo>
                    <a:lnTo>
                      <a:pt x="761" y="3254"/>
                    </a:lnTo>
                    <a:lnTo>
                      <a:pt x="766" y="3215"/>
                    </a:lnTo>
                    <a:lnTo>
                      <a:pt x="772" y="3171"/>
                    </a:lnTo>
                    <a:lnTo>
                      <a:pt x="778" y="3128"/>
                    </a:lnTo>
                    <a:lnTo>
                      <a:pt x="783" y="3096"/>
                    </a:lnTo>
                    <a:lnTo>
                      <a:pt x="789" y="3078"/>
                    </a:lnTo>
                    <a:lnTo>
                      <a:pt x="796" y="3075"/>
                    </a:lnTo>
                    <a:lnTo>
                      <a:pt x="801" y="3088"/>
                    </a:lnTo>
                    <a:lnTo>
                      <a:pt x="807" y="3112"/>
                    </a:lnTo>
                    <a:lnTo>
                      <a:pt x="812" y="3145"/>
                    </a:lnTo>
                    <a:lnTo>
                      <a:pt x="818" y="3183"/>
                    </a:lnTo>
                    <a:lnTo>
                      <a:pt x="824" y="3219"/>
                    </a:lnTo>
                    <a:lnTo>
                      <a:pt x="830" y="3249"/>
                    </a:lnTo>
                    <a:lnTo>
                      <a:pt x="836" y="3270"/>
                    </a:lnTo>
                    <a:lnTo>
                      <a:pt x="842" y="3279"/>
                    </a:lnTo>
                    <a:lnTo>
                      <a:pt x="847" y="3277"/>
                    </a:lnTo>
                    <a:lnTo>
                      <a:pt x="853" y="3264"/>
                    </a:lnTo>
                    <a:lnTo>
                      <a:pt x="859" y="3243"/>
                    </a:lnTo>
                    <a:lnTo>
                      <a:pt x="865" y="3218"/>
                    </a:lnTo>
                    <a:lnTo>
                      <a:pt x="871" y="3193"/>
                    </a:lnTo>
                    <a:lnTo>
                      <a:pt x="876" y="3170"/>
                    </a:lnTo>
                    <a:lnTo>
                      <a:pt x="882" y="3155"/>
                    </a:lnTo>
                    <a:lnTo>
                      <a:pt x="888" y="3148"/>
                    </a:lnTo>
                    <a:lnTo>
                      <a:pt x="893" y="3151"/>
                    </a:lnTo>
                    <a:lnTo>
                      <a:pt x="900" y="3165"/>
                    </a:lnTo>
                    <a:lnTo>
                      <a:pt x="906" y="3185"/>
                    </a:lnTo>
                    <a:lnTo>
                      <a:pt x="911" y="3210"/>
                    </a:lnTo>
                    <a:lnTo>
                      <a:pt x="917" y="3235"/>
                    </a:lnTo>
                    <a:lnTo>
                      <a:pt x="923" y="3258"/>
                    </a:lnTo>
                    <a:lnTo>
                      <a:pt x="928" y="3273"/>
                    </a:lnTo>
                    <a:lnTo>
                      <a:pt x="935" y="3279"/>
                    </a:lnTo>
                    <a:lnTo>
                      <a:pt x="941" y="3273"/>
                    </a:lnTo>
                    <a:lnTo>
                      <a:pt x="946" y="3256"/>
                    </a:lnTo>
                    <a:lnTo>
                      <a:pt x="952" y="3228"/>
                    </a:lnTo>
                    <a:lnTo>
                      <a:pt x="957" y="3194"/>
                    </a:lnTo>
                    <a:lnTo>
                      <a:pt x="963" y="3157"/>
                    </a:lnTo>
                    <a:lnTo>
                      <a:pt x="969" y="3121"/>
                    </a:lnTo>
                    <a:lnTo>
                      <a:pt x="975" y="3094"/>
                    </a:lnTo>
                    <a:lnTo>
                      <a:pt x="981" y="3078"/>
                    </a:lnTo>
                    <a:lnTo>
                      <a:pt x="987" y="3075"/>
                    </a:lnTo>
                    <a:lnTo>
                      <a:pt x="992" y="3089"/>
                    </a:lnTo>
                    <a:lnTo>
                      <a:pt x="998" y="3118"/>
                    </a:lnTo>
                    <a:lnTo>
                      <a:pt x="1004" y="3157"/>
                    </a:lnTo>
                    <a:lnTo>
                      <a:pt x="1010" y="3202"/>
                    </a:lnTo>
                    <a:lnTo>
                      <a:pt x="1016" y="3243"/>
                    </a:lnTo>
                    <a:lnTo>
                      <a:pt x="1021" y="3272"/>
                    </a:lnTo>
                    <a:lnTo>
                      <a:pt x="1027" y="3278"/>
                    </a:lnTo>
                    <a:lnTo>
                      <a:pt x="1033" y="3250"/>
                    </a:lnTo>
                    <a:lnTo>
                      <a:pt x="1038" y="3181"/>
                    </a:lnTo>
                    <a:lnTo>
                      <a:pt x="1045" y="3064"/>
                    </a:lnTo>
                    <a:lnTo>
                      <a:pt x="1051" y="2893"/>
                    </a:lnTo>
                    <a:lnTo>
                      <a:pt x="1056" y="2672"/>
                    </a:lnTo>
                    <a:lnTo>
                      <a:pt x="1062" y="2403"/>
                    </a:lnTo>
                    <a:lnTo>
                      <a:pt x="1068" y="2093"/>
                    </a:lnTo>
                    <a:lnTo>
                      <a:pt x="1073" y="1757"/>
                    </a:lnTo>
                    <a:lnTo>
                      <a:pt x="1080" y="1408"/>
                    </a:lnTo>
                    <a:lnTo>
                      <a:pt x="1086" y="1065"/>
                    </a:lnTo>
                    <a:lnTo>
                      <a:pt x="1091" y="744"/>
                    </a:lnTo>
                    <a:lnTo>
                      <a:pt x="1097" y="463"/>
                    </a:lnTo>
                    <a:lnTo>
                      <a:pt x="1102" y="239"/>
                    </a:lnTo>
                    <a:lnTo>
                      <a:pt x="1108" y="84"/>
                    </a:lnTo>
                    <a:lnTo>
                      <a:pt x="1115" y="7"/>
                    </a:lnTo>
                    <a:lnTo>
                      <a:pt x="1120" y="14"/>
                    </a:lnTo>
                    <a:lnTo>
                      <a:pt x="1126" y="104"/>
                    </a:lnTo>
                    <a:lnTo>
                      <a:pt x="1132" y="270"/>
                    </a:lnTo>
                    <a:lnTo>
                      <a:pt x="1137" y="505"/>
                    </a:lnTo>
                    <a:lnTo>
                      <a:pt x="1143" y="792"/>
                    </a:lnTo>
                    <a:lnTo>
                      <a:pt x="1150" y="1118"/>
                    </a:lnTo>
                    <a:lnTo>
                      <a:pt x="1155" y="1465"/>
                    </a:lnTo>
                    <a:lnTo>
                      <a:pt x="1161" y="1812"/>
                    </a:lnTo>
                    <a:lnTo>
                      <a:pt x="1167" y="2145"/>
                    </a:lnTo>
                    <a:lnTo>
                      <a:pt x="1172" y="2448"/>
                    </a:lnTo>
                    <a:lnTo>
                      <a:pt x="1178" y="2710"/>
                    </a:lnTo>
                    <a:lnTo>
                      <a:pt x="1184" y="2924"/>
                    </a:lnTo>
                    <a:lnTo>
                      <a:pt x="1190" y="3086"/>
                    </a:lnTo>
                    <a:lnTo>
                      <a:pt x="1196" y="3195"/>
                    </a:lnTo>
                    <a:lnTo>
                      <a:pt x="1201" y="3257"/>
                    </a:lnTo>
                    <a:lnTo>
                      <a:pt x="1207" y="3279"/>
                    </a:lnTo>
                    <a:lnTo>
                      <a:pt x="1213" y="3269"/>
                    </a:lnTo>
                    <a:lnTo>
                      <a:pt x="1219" y="3238"/>
                    </a:lnTo>
                    <a:lnTo>
                      <a:pt x="1225" y="3195"/>
                    </a:lnTo>
                    <a:lnTo>
                      <a:pt x="1231" y="3150"/>
                    </a:lnTo>
                    <a:lnTo>
                      <a:pt x="1236" y="3112"/>
                    </a:lnTo>
                    <a:lnTo>
                      <a:pt x="1242" y="3086"/>
                    </a:lnTo>
                    <a:lnTo>
                      <a:pt x="1247" y="3074"/>
                    </a:lnTo>
                    <a:lnTo>
                      <a:pt x="1254" y="3079"/>
                    </a:lnTo>
                    <a:lnTo>
                      <a:pt x="1260" y="3097"/>
                    </a:lnTo>
                    <a:lnTo>
                      <a:pt x="1265" y="3127"/>
                    </a:lnTo>
                    <a:lnTo>
                      <a:pt x="1271" y="3163"/>
                    </a:lnTo>
                    <a:lnTo>
                      <a:pt x="1277" y="3200"/>
                    </a:lnTo>
                    <a:lnTo>
                      <a:pt x="1282" y="3233"/>
                    </a:lnTo>
                    <a:lnTo>
                      <a:pt x="1289" y="3259"/>
                    </a:lnTo>
                    <a:lnTo>
                      <a:pt x="1295" y="3276"/>
                    </a:lnTo>
                    <a:lnTo>
                      <a:pt x="1300" y="3279"/>
                    </a:lnTo>
                    <a:lnTo>
                      <a:pt x="1306" y="3272"/>
                    </a:lnTo>
                    <a:lnTo>
                      <a:pt x="1312" y="3255"/>
                    </a:lnTo>
                    <a:lnTo>
                      <a:pt x="1317" y="3232"/>
                    </a:lnTo>
                    <a:lnTo>
                      <a:pt x="1324" y="3205"/>
                    </a:lnTo>
                    <a:lnTo>
                      <a:pt x="1329" y="3181"/>
                    </a:lnTo>
                    <a:lnTo>
                      <a:pt x="1335" y="3162"/>
                    </a:lnTo>
                    <a:lnTo>
                      <a:pt x="1341" y="3150"/>
                    </a:lnTo>
                    <a:lnTo>
                      <a:pt x="1346" y="3149"/>
                    </a:lnTo>
                    <a:lnTo>
                      <a:pt x="1352" y="3157"/>
                    </a:lnTo>
                    <a:lnTo>
                      <a:pt x="1359" y="3173"/>
                    </a:lnTo>
                    <a:lnTo>
                      <a:pt x="1364" y="3196"/>
                    </a:lnTo>
                    <a:lnTo>
                      <a:pt x="1370" y="3221"/>
                    </a:lnTo>
                    <a:lnTo>
                      <a:pt x="1376" y="3247"/>
                    </a:lnTo>
                    <a:lnTo>
                      <a:pt x="1381" y="3266"/>
                    </a:lnTo>
                    <a:lnTo>
                      <a:pt x="1387" y="3278"/>
                    </a:lnTo>
                    <a:lnTo>
                      <a:pt x="1392" y="3278"/>
                    </a:lnTo>
                    <a:lnTo>
                      <a:pt x="1399" y="3266"/>
                    </a:lnTo>
                    <a:lnTo>
                      <a:pt x="1405" y="3244"/>
                    </a:lnTo>
                    <a:lnTo>
                      <a:pt x="1410" y="3213"/>
                    </a:lnTo>
                    <a:lnTo>
                      <a:pt x="1416" y="3177"/>
                    </a:lnTo>
                    <a:lnTo>
                      <a:pt x="1422" y="3140"/>
                    </a:lnTo>
                    <a:lnTo>
                      <a:pt x="1427" y="3107"/>
                    </a:lnTo>
                    <a:lnTo>
                      <a:pt x="1434" y="3084"/>
                    </a:lnTo>
                    <a:lnTo>
                      <a:pt x="1440" y="3074"/>
                    </a:lnTo>
                    <a:lnTo>
                      <a:pt x="1445" y="3080"/>
                    </a:lnTo>
                    <a:lnTo>
                      <a:pt x="1451" y="3101"/>
                    </a:lnTo>
                    <a:lnTo>
                      <a:pt x="1457" y="3135"/>
                    </a:lnTo>
                    <a:lnTo>
                      <a:pt x="1462" y="3178"/>
                    </a:lnTo>
                    <a:lnTo>
                      <a:pt x="1469" y="3221"/>
                    </a:lnTo>
                    <a:lnTo>
                      <a:pt x="1474" y="3258"/>
                    </a:lnTo>
                    <a:lnTo>
                      <a:pt x="1480" y="3278"/>
                    </a:lnTo>
                    <a:lnTo>
                      <a:pt x="1486" y="3270"/>
                    </a:lnTo>
                    <a:lnTo>
                      <a:pt x="1491" y="3225"/>
                    </a:lnTo>
                    <a:lnTo>
                      <a:pt x="1497" y="3134"/>
                    </a:lnTo>
                    <a:lnTo>
                      <a:pt x="1504" y="2992"/>
                    </a:lnTo>
                    <a:lnTo>
                      <a:pt x="1509" y="2798"/>
                    </a:lnTo>
                    <a:lnTo>
                      <a:pt x="1515" y="2554"/>
                    </a:lnTo>
                    <a:lnTo>
                      <a:pt x="1521" y="2265"/>
                    </a:lnTo>
                    <a:lnTo>
                      <a:pt x="1526" y="1941"/>
                    </a:lnTo>
                    <a:lnTo>
                      <a:pt x="1532" y="1597"/>
                    </a:lnTo>
                    <a:lnTo>
                      <a:pt x="1539" y="1249"/>
                    </a:lnTo>
                    <a:lnTo>
                      <a:pt x="1544" y="913"/>
                    </a:lnTo>
                    <a:lnTo>
                      <a:pt x="1550" y="608"/>
                    </a:lnTo>
                    <a:lnTo>
                      <a:pt x="1555" y="353"/>
                    </a:lnTo>
                    <a:lnTo>
                      <a:pt x="1561" y="158"/>
                    </a:lnTo>
                    <a:lnTo>
                      <a:pt x="1567" y="38"/>
                    </a:lnTo>
                    <a:lnTo>
                      <a:pt x="1573" y="0"/>
                    </a:lnTo>
                    <a:lnTo>
                      <a:pt x="1579" y="45"/>
                    </a:lnTo>
                    <a:lnTo>
                      <a:pt x="1585" y="171"/>
                    </a:lnTo>
                    <a:lnTo>
                      <a:pt x="1590" y="370"/>
                    </a:lnTo>
                    <a:lnTo>
                      <a:pt x="1596" y="631"/>
                    </a:lnTo>
                    <a:lnTo>
                      <a:pt x="1602" y="939"/>
                    </a:lnTo>
                    <a:lnTo>
                      <a:pt x="1608" y="1276"/>
                    </a:lnTo>
                    <a:lnTo>
                      <a:pt x="1614" y="1626"/>
                    </a:lnTo>
                    <a:lnTo>
                      <a:pt x="1620" y="1968"/>
                    </a:lnTo>
                    <a:lnTo>
                      <a:pt x="1625" y="2289"/>
                    </a:lnTo>
                    <a:lnTo>
                      <a:pt x="1631" y="2574"/>
                    </a:lnTo>
                    <a:lnTo>
                      <a:pt x="1636" y="2815"/>
                    </a:lnTo>
                    <a:lnTo>
                      <a:pt x="1643" y="3005"/>
                    </a:lnTo>
                    <a:lnTo>
                      <a:pt x="1649" y="3142"/>
                    </a:lnTo>
                    <a:lnTo>
                      <a:pt x="1654" y="3229"/>
                    </a:lnTo>
                    <a:lnTo>
                      <a:pt x="1660" y="3272"/>
                    </a:lnTo>
                    <a:lnTo>
                      <a:pt x="1666" y="3278"/>
                    </a:lnTo>
                    <a:lnTo>
                      <a:pt x="1671" y="3256"/>
                    </a:lnTo>
                    <a:lnTo>
                      <a:pt x="1678" y="3218"/>
                    </a:lnTo>
                    <a:lnTo>
                      <a:pt x="1684" y="3174"/>
                    </a:lnTo>
                    <a:lnTo>
                      <a:pt x="1689" y="3132"/>
                    </a:lnTo>
                    <a:lnTo>
                      <a:pt x="1695" y="3098"/>
                    </a:lnTo>
                    <a:lnTo>
                      <a:pt x="1700" y="3079"/>
                    </a:lnTo>
                    <a:lnTo>
                      <a:pt x="1706" y="3075"/>
                    </a:lnTo>
                    <a:lnTo>
                      <a:pt x="1713" y="3086"/>
                    </a:lnTo>
                    <a:lnTo>
                      <a:pt x="1718" y="3110"/>
                    </a:lnTo>
                    <a:lnTo>
                      <a:pt x="1724" y="3143"/>
                    </a:lnTo>
                    <a:lnTo>
                      <a:pt x="1730" y="3180"/>
                    </a:lnTo>
                    <a:lnTo>
                      <a:pt x="1735" y="3216"/>
                    </a:lnTo>
                    <a:lnTo>
                      <a:pt x="1741" y="3247"/>
                    </a:lnTo>
                    <a:lnTo>
                      <a:pt x="1748" y="3267"/>
                    </a:lnTo>
                    <a:lnTo>
                      <a:pt x="1753" y="3278"/>
                    </a:lnTo>
                    <a:lnTo>
                      <a:pt x="1759" y="3277"/>
                    </a:lnTo>
                    <a:lnTo>
                      <a:pt x="1765" y="3265"/>
                    </a:lnTo>
                    <a:lnTo>
                      <a:pt x="1770" y="3244"/>
                    </a:lnTo>
                    <a:lnTo>
                      <a:pt x="1776" y="3220"/>
                    </a:lnTo>
                    <a:lnTo>
                      <a:pt x="1782" y="3194"/>
                    </a:lnTo>
                    <a:lnTo>
                      <a:pt x="1788" y="3172"/>
                    </a:lnTo>
                    <a:lnTo>
                      <a:pt x="1794" y="3156"/>
                    </a:lnTo>
                    <a:lnTo>
                      <a:pt x="1799" y="3148"/>
                    </a:lnTo>
                    <a:lnTo>
                      <a:pt x="1805" y="3151"/>
                    </a:lnTo>
                    <a:lnTo>
                      <a:pt x="1811" y="3163"/>
                    </a:lnTo>
                    <a:lnTo>
                      <a:pt x="1816" y="3183"/>
                    </a:lnTo>
                    <a:lnTo>
                      <a:pt x="1823" y="3208"/>
                    </a:lnTo>
                    <a:lnTo>
                      <a:pt x="1829" y="3234"/>
                    </a:lnTo>
                    <a:lnTo>
                      <a:pt x="1834" y="3256"/>
                    </a:lnTo>
                    <a:lnTo>
                      <a:pt x="1840" y="3272"/>
                    </a:lnTo>
                    <a:lnTo>
                      <a:pt x="1845" y="3279"/>
                    </a:lnTo>
                    <a:lnTo>
                      <a:pt x="1851" y="3274"/>
                    </a:lnTo>
                    <a:lnTo>
                      <a:pt x="1858" y="3258"/>
                    </a:lnTo>
                    <a:lnTo>
                      <a:pt x="1863" y="3231"/>
                    </a:lnTo>
                    <a:lnTo>
                      <a:pt x="1869" y="3197"/>
                    </a:lnTo>
                    <a:lnTo>
                      <a:pt x="1875" y="3159"/>
                    </a:lnTo>
                    <a:lnTo>
                      <a:pt x="1880" y="3125"/>
                    </a:lnTo>
                    <a:lnTo>
                      <a:pt x="1886" y="3096"/>
                    </a:lnTo>
                    <a:lnTo>
                      <a:pt x="1893" y="3078"/>
                    </a:lnTo>
                    <a:lnTo>
                      <a:pt x="1898" y="3075"/>
                    </a:lnTo>
                    <a:lnTo>
                      <a:pt x="1904" y="3088"/>
                    </a:lnTo>
                    <a:lnTo>
                      <a:pt x="1910" y="3114"/>
                    </a:lnTo>
                    <a:lnTo>
                      <a:pt x="1915" y="3154"/>
                    </a:lnTo>
                    <a:lnTo>
                      <a:pt x="1921" y="3198"/>
                    </a:lnTo>
                    <a:lnTo>
                      <a:pt x="1928" y="3240"/>
                    </a:lnTo>
                    <a:lnTo>
                      <a:pt x="1933" y="3271"/>
                    </a:lnTo>
                    <a:lnTo>
                      <a:pt x="1939" y="3279"/>
                    </a:lnTo>
                    <a:lnTo>
                      <a:pt x="1944" y="3254"/>
                    </a:lnTo>
                    <a:lnTo>
                      <a:pt x="1950" y="3188"/>
                    </a:lnTo>
                    <a:lnTo>
                      <a:pt x="1956" y="3075"/>
                    </a:lnTo>
                    <a:lnTo>
                      <a:pt x="1962" y="2909"/>
                    </a:lnTo>
                    <a:lnTo>
                      <a:pt x="1968" y="2692"/>
                    </a:lnTo>
                    <a:lnTo>
                      <a:pt x="1974" y="2426"/>
                    </a:lnTo>
                    <a:lnTo>
                      <a:pt x="1979" y="2120"/>
                    </a:lnTo>
                    <a:lnTo>
                      <a:pt x="1985" y="1785"/>
                    </a:lnTo>
                    <a:lnTo>
                      <a:pt x="1990" y="1437"/>
                    </a:lnTo>
                    <a:lnTo>
                      <a:pt x="1997" y="1092"/>
                    </a:lnTo>
                    <a:lnTo>
                      <a:pt x="2003" y="768"/>
                    </a:lnTo>
                    <a:lnTo>
                      <a:pt x="2008" y="484"/>
                    </a:lnTo>
                    <a:lnTo>
                      <a:pt x="2014" y="255"/>
                    </a:lnTo>
                    <a:lnTo>
                      <a:pt x="2020" y="94"/>
                    </a:lnTo>
                    <a:lnTo>
                      <a:pt x="2025" y="11"/>
                    </a:lnTo>
                    <a:lnTo>
                      <a:pt x="2032" y="11"/>
                    </a:lnTo>
                    <a:lnTo>
                      <a:pt x="2038" y="94"/>
                    </a:lnTo>
                    <a:lnTo>
                      <a:pt x="2043" y="255"/>
                    </a:lnTo>
                    <a:lnTo>
                      <a:pt x="2049" y="484"/>
                    </a:lnTo>
                    <a:lnTo>
                      <a:pt x="2055" y="768"/>
                    </a:lnTo>
                    <a:lnTo>
                      <a:pt x="2060" y="1092"/>
                    </a:lnTo>
                    <a:lnTo>
                      <a:pt x="2067" y="1437"/>
                    </a:lnTo>
                    <a:lnTo>
                      <a:pt x="2073" y="1785"/>
                    </a:lnTo>
                    <a:lnTo>
                      <a:pt x="2078" y="2120"/>
                    </a:lnTo>
                    <a:lnTo>
                      <a:pt x="2084" y="2426"/>
                    </a:lnTo>
                    <a:lnTo>
                      <a:pt x="2089" y="2692"/>
                    </a:lnTo>
                    <a:lnTo>
                      <a:pt x="2095" y="2909"/>
                    </a:lnTo>
                    <a:lnTo>
                      <a:pt x="2102" y="3075"/>
                    </a:lnTo>
                    <a:lnTo>
                      <a:pt x="2107" y="3188"/>
                    </a:lnTo>
                    <a:lnTo>
                      <a:pt x="2113" y="3254"/>
                    </a:lnTo>
                    <a:lnTo>
                      <a:pt x="2119" y="3279"/>
                    </a:lnTo>
                    <a:lnTo>
                      <a:pt x="2124" y="3271"/>
                    </a:lnTo>
                    <a:lnTo>
                      <a:pt x="2130" y="3240"/>
                    </a:lnTo>
                    <a:lnTo>
                      <a:pt x="2137" y="3198"/>
                    </a:lnTo>
                    <a:lnTo>
                      <a:pt x="2142" y="3154"/>
                    </a:lnTo>
                    <a:lnTo>
                      <a:pt x="2148" y="3114"/>
                    </a:lnTo>
                    <a:lnTo>
                      <a:pt x="2153" y="3088"/>
                    </a:lnTo>
                    <a:lnTo>
                      <a:pt x="2159" y="3075"/>
                    </a:lnTo>
                    <a:lnTo>
                      <a:pt x="2165" y="3078"/>
                    </a:lnTo>
                    <a:lnTo>
                      <a:pt x="2171" y="3096"/>
                    </a:lnTo>
                    <a:lnTo>
                      <a:pt x="2177" y="3125"/>
                    </a:lnTo>
                    <a:lnTo>
                      <a:pt x="2183" y="3159"/>
                    </a:lnTo>
                    <a:lnTo>
                      <a:pt x="2188" y="3197"/>
                    </a:lnTo>
                    <a:lnTo>
                      <a:pt x="2194" y="3231"/>
                    </a:lnTo>
                    <a:lnTo>
                      <a:pt x="2200" y="3258"/>
                    </a:lnTo>
                    <a:lnTo>
                      <a:pt x="2206" y="3274"/>
                    </a:lnTo>
                    <a:lnTo>
                      <a:pt x="2212" y="3279"/>
                    </a:lnTo>
                    <a:lnTo>
                      <a:pt x="2218" y="3272"/>
                    </a:lnTo>
                    <a:lnTo>
                      <a:pt x="2223" y="3256"/>
                    </a:lnTo>
                    <a:lnTo>
                      <a:pt x="2229" y="3234"/>
                    </a:lnTo>
                    <a:lnTo>
                      <a:pt x="2234" y="3208"/>
                    </a:lnTo>
                    <a:lnTo>
                      <a:pt x="2241" y="3183"/>
                    </a:lnTo>
                    <a:lnTo>
                      <a:pt x="2247" y="3163"/>
                    </a:lnTo>
                    <a:lnTo>
                      <a:pt x="2252" y="3151"/>
                    </a:lnTo>
                    <a:lnTo>
                      <a:pt x="2258" y="3148"/>
                    </a:lnTo>
                    <a:lnTo>
                      <a:pt x="2264" y="3156"/>
                    </a:lnTo>
                    <a:lnTo>
                      <a:pt x="2269" y="3172"/>
                    </a:lnTo>
                    <a:lnTo>
                      <a:pt x="2275" y="3194"/>
                    </a:lnTo>
                    <a:lnTo>
                      <a:pt x="2282" y="3220"/>
                    </a:lnTo>
                    <a:lnTo>
                      <a:pt x="2287" y="3244"/>
                    </a:lnTo>
                    <a:lnTo>
                      <a:pt x="2293" y="3265"/>
                    </a:lnTo>
                    <a:lnTo>
                      <a:pt x="2298" y="3277"/>
                    </a:lnTo>
                    <a:lnTo>
                      <a:pt x="2304" y="3278"/>
                    </a:lnTo>
                    <a:lnTo>
                      <a:pt x="2310" y="3267"/>
                    </a:lnTo>
                    <a:lnTo>
                      <a:pt x="2316" y="3247"/>
                    </a:lnTo>
                    <a:lnTo>
                      <a:pt x="2322" y="3216"/>
                    </a:lnTo>
                    <a:lnTo>
                      <a:pt x="2328" y="3180"/>
                    </a:lnTo>
                    <a:lnTo>
                      <a:pt x="2333" y="3143"/>
                    </a:lnTo>
                    <a:lnTo>
                      <a:pt x="2339" y="3110"/>
                    </a:lnTo>
                    <a:lnTo>
                      <a:pt x="2345" y="3086"/>
                    </a:lnTo>
                    <a:lnTo>
                      <a:pt x="2351" y="3075"/>
                    </a:lnTo>
                    <a:lnTo>
                      <a:pt x="2357" y="3079"/>
                    </a:lnTo>
                    <a:lnTo>
                      <a:pt x="2363" y="3098"/>
                    </a:lnTo>
                    <a:lnTo>
                      <a:pt x="2368" y="3132"/>
                    </a:lnTo>
                    <a:lnTo>
                      <a:pt x="2374" y="3174"/>
                    </a:lnTo>
                    <a:lnTo>
                      <a:pt x="2379" y="3218"/>
                    </a:lnTo>
                    <a:lnTo>
                      <a:pt x="2386" y="3256"/>
                    </a:lnTo>
                    <a:lnTo>
                      <a:pt x="2392" y="3278"/>
                    </a:lnTo>
                    <a:lnTo>
                      <a:pt x="2397" y="3272"/>
                    </a:lnTo>
                    <a:lnTo>
                      <a:pt x="2403" y="3229"/>
                    </a:lnTo>
                    <a:lnTo>
                      <a:pt x="2409" y="3142"/>
                    </a:lnTo>
                    <a:lnTo>
                      <a:pt x="2414" y="3005"/>
                    </a:lnTo>
                    <a:lnTo>
                      <a:pt x="2421" y="2815"/>
                    </a:lnTo>
                    <a:lnTo>
                      <a:pt x="2427" y="2574"/>
                    </a:lnTo>
                    <a:lnTo>
                      <a:pt x="2432" y="2289"/>
                    </a:lnTo>
                    <a:lnTo>
                      <a:pt x="2438" y="1968"/>
                    </a:lnTo>
                    <a:lnTo>
                      <a:pt x="2443" y="1626"/>
                    </a:lnTo>
                    <a:lnTo>
                      <a:pt x="2449" y="1276"/>
                    </a:lnTo>
                    <a:lnTo>
                      <a:pt x="2456" y="939"/>
                    </a:lnTo>
                    <a:lnTo>
                      <a:pt x="2461" y="631"/>
                    </a:lnTo>
                    <a:lnTo>
                      <a:pt x="2467" y="370"/>
                    </a:lnTo>
                    <a:lnTo>
                      <a:pt x="2473" y="171"/>
                    </a:lnTo>
                    <a:lnTo>
                      <a:pt x="2478" y="45"/>
                    </a:lnTo>
                    <a:lnTo>
                      <a:pt x="2484" y="0"/>
                    </a:lnTo>
                    <a:lnTo>
                      <a:pt x="2491" y="38"/>
                    </a:lnTo>
                    <a:lnTo>
                      <a:pt x="2496" y="158"/>
                    </a:lnTo>
                    <a:lnTo>
                      <a:pt x="2502" y="353"/>
                    </a:lnTo>
                    <a:lnTo>
                      <a:pt x="2508" y="608"/>
                    </a:lnTo>
                    <a:lnTo>
                      <a:pt x="2513" y="913"/>
                    </a:lnTo>
                    <a:lnTo>
                      <a:pt x="2519" y="1249"/>
                    </a:lnTo>
                    <a:lnTo>
                      <a:pt x="2526" y="1597"/>
                    </a:lnTo>
                    <a:lnTo>
                      <a:pt x="2531" y="1941"/>
                    </a:lnTo>
                    <a:lnTo>
                      <a:pt x="2537" y="2265"/>
                    </a:lnTo>
                    <a:lnTo>
                      <a:pt x="2542" y="2554"/>
                    </a:lnTo>
                    <a:lnTo>
                      <a:pt x="2548" y="2798"/>
                    </a:lnTo>
                    <a:lnTo>
                      <a:pt x="2554" y="2992"/>
                    </a:lnTo>
                    <a:lnTo>
                      <a:pt x="2560" y="3134"/>
                    </a:lnTo>
                    <a:lnTo>
                      <a:pt x="2566" y="3225"/>
                    </a:lnTo>
                    <a:lnTo>
                      <a:pt x="2572" y="3270"/>
                    </a:lnTo>
                    <a:lnTo>
                      <a:pt x="2577" y="3278"/>
                    </a:lnTo>
                    <a:lnTo>
                      <a:pt x="2583" y="3258"/>
                    </a:lnTo>
                    <a:lnTo>
                      <a:pt x="2588" y="3221"/>
                    </a:lnTo>
                    <a:lnTo>
                      <a:pt x="2595" y="3178"/>
                    </a:lnTo>
                    <a:lnTo>
                      <a:pt x="2601" y="3135"/>
                    </a:lnTo>
                    <a:lnTo>
                      <a:pt x="2606" y="3101"/>
                    </a:lnTo>
                    <a:lnTo>
                      <a:pt x="2612" y="3080"/>
                    </a:lnTo>
                    <a:lnTo>
                      <a:pt x="2618" y="3074"/>
                    </a:lnTo>
                    <a:lnTo>
                      <a:pt x="2623" y="3084"/>
                    </a:lnTo>
                    <a:lnTo>
                      <a:pt x="2630" y="3107"/>
                    </a:lnTo>
                    <a:lnTo>
                      <a:pt x="2636" y="3140"/>
                    </a:lnTo>
                    <a:lnTo>
                      <a:pt x="2641" y="3177"/>
                    </a:lnTo>
                    <a:lnTo>
                      <a:pt x="2647" y="3213"/>
                    </a:lnTo>
                    <a:lnTo>
                      <a:pt x="2653" y="3244"/>
                    </a:lnTo>
                    <a:lnTo>
                      <a:pt x="2658" y="3266"/>
                    </a:lnTo>
                    <a:lnTo>
                      <a:pt x="2665" y="3278"/>
                    </a:lnTo>
                    <a:lnTo>
                      <a:pt x="2671" y="3278"/>
                    </a:lnTo>
                    <a:lnTo>
                      <a:pt x="2676" y="3266"/>
                    </a:lnTo>
                    <a:lnTo>
                      <a:pt x="2682" y="3247"/>
                    </a:lnTo>
                    <a:lnTo>
                      <a:pt x="2687" y="3221"/>
                    </a:lnTo>
                    <a:lnTo>
                      <a:pt x="2693" y="3196"/>
                    </a:lnTo>
                    <a:lnTo>
                      <a:pt x="2699" y="3173"/>
                    </a:lnTo>
                    <a:lnTo>
                      <a:pt x="2705" y="3157"/>
                    </a:lnTo>
                    <a:lnTo>
                      <a:pt x="2711" y="3149"/>
                    </a:lnTo>
                    <a:lnTo>
                      <a:pt x="2717" y="3150"/>
                    </a:lnTo>
                    <a:lnTo>
                      <a:pt x="2722" y="3162"/>
                    </a:lnTo>
                    <a:lnTo>
                      <a:pt x="2728" y="3181"/>
                    </a:lnTo>
                    <a:lnTo>
                      <a:pt x="2733" y="3205"/>
                    </a:lnTo>
                    <a:lnTo>
                      <a:pt x="2740" y="3232"/>
                    </a:lnTo>
                    <a:lnTo>
                      <a:pt x="2746" y="3255"/>
                    </a:lnTo>
                    <a:lnTo>
                      <a:pt x="2751" y="3272"/>
                    </a:lnTo>
                    <a:lnTo>
                      <a:pt x="2757" y="3279"/>
                    </a:lnTo>
                    <a:lnTo>
                      <a:pt x="2763" y="3276"/>
                    </a:lnTo>
                    <a:lnTo>
                      <a:pt x="2768" y="3259"/>
                    </a:lnTo>
                    <a:lnTo>
                      <a:pt x="2775" y="3233"/>
                    </a:lnTo>
                    <a:lnTo>
                      <a:pt x="2781" y="3200"/>
                    </a:lnTo>
                    <a:lnTo>
                      <a:pt x="2786" y="3163"/>
                    </a:lnTo>
                    <a:lnTo>
                      <a:pt x="2792" y="3127"/>
                    </a:lnTo>
                    <a:lnTo>
                      <a:pt x="2798" y="3097"/>
                    </a:lnTo>
                    <a:lnTo>
                      <a:pt x="2803" y="3079"/>
                    </a:lnTo>
                    <a:lnTo>
                      <a:pt x="2810" y="3074"/>
                    </a:lnTo>
                    <a:lnTo>
                      <a:pt x="2816" y="3086"/>
                    </a:lnTo>
                    <a:lnTo>
                      <a:pt x="2821" y="3112"/>
                    </a:lnTo>
                    <a:lnTo>
                      <a:pt x="2827" y="3150"/>
                    </a:lnTo>
                    <a:lnTo>
                      <a:pt x="2832" y="3195"/>
                    </a:lnTo>
                    <a:lnTo>
                      <a:pt x="2838" y="3238"/>
                    </a:lnTo>
                    <a:lnTo>
                      <a:pt x="2845" y="3269"/>
                    </a:lnTo>
                    <a:lnTo>
                      <a:pt x="2850" y="3279"/>
                    </a:lnTo>
                    <a:lnTo>
                      <a:pt x="2856" y="3257"/>
                    </a:lnTo>
                    <a:lnTo>
                      <a:pt x="2862" y="3195"/>
                    </a:lnTo>
                    <a:lnTo>
                      <a:pt x="2867" y="3086"/>
                    </a:lnTo>
                    <a:lnTo>
                      <a:pt x="2873" y="2924"/>
                    </a:lnTo>
                    <a:lnTo>
                      <a:pt x="2880" y="2710"/>
                    </a:lnTo>
                    <a:lnTo>
                      <a:pt x="2885" y="2448"/>
                    </a:lnTo>
                    <a:lnTo>
                      <a:pt x="2891" y="2145"/>
                    </a:lnTo>
                    <a:lnTo>
                      <a:pt x="2896" y="1812"/>
                    </a:lnTo>
                    <a:lnTo>
                      <a:pt x="2902" y="1465"/>
                    </a:lnTo>
                    <a:lnTo>
                      <a:pt x="2908" y="1118"/>
                    </a:lnTo>
                    <a:lnTo>
                      <a:pt x="2914" y="792"/>
                    </a:lnTo>
                    <a:lnTo>
                      <a:pt x="2920" y="505"/>
                    </a:lnTo>
                    <a:lnTo>
                      <a:pt x="2926" y="270"/>
                    </a:lnTo>
                    <a:lnTo>
                      <a:pt x="2931" y="104"/>
                    </a:lnTo>
                    <a:lnTo>
                      <a:pt x="2937" y="14"/>
                    </a:lnTo>
                    <a:lnTo>
                      <a:pt x="2943" y="7"/>
                    </a:lnTo>
                    <a:lnTo>
                      <a:pt x="2949" y="84"/>
                    </a:lnTo>
                    <a:lnTo>
                      <a:pt x="2955" y="239"/>
                    </a:lnTo>
                    <a:lnTo>
                      <a:pt x="2961" y="463"/>
                    </a:lnTo>
                    <a:lnTo>
                      <a:pt x="2966" y="744"/>
                    </a:lnTo>
                    <a:lnTo>
                      <a:pt x="2972" y="1065"/>
                    </a:lnTo>
                    <a:lnTo>
                      <a:pt x="2977" y="1408"/>
                    </a:lnTo>
                    <a:lnTo>
                      <a:pt x="2984" y="1757"/>
                    </a:lnTo>
                    <a:lnTo>
                      <a:pt x="2990" y="2093"/>
                    </a:lnTo>
                    <a:lnTo>
                      <a:pt x="2995" y="2403"/>
                    </a:lnTo>
                    <a:lnTo>
                      <a:pt x="3001" y="2672"/>
                    </a:lnTo>
                    <a:lnTo>
                      <a:pt x="3007" y="2893"/>
                    </a:lnTo>
                    <a:lnTo>
                      <a:pt x="3012" y="3064"/>
                    </a:lnTo>
                    <a:lnTo>
                      <a:pt x="3019" y="3181"/>
                    </a:lnTo>
                    <a:lnTo>
                      <a:pt x="3025" y="3250"/>
                    </a:lnTo>
                    <a:lnTo>
                      <a:pt x="3030" y="3278"/>
                    </a:lnTo>
                    <a:lnTo>
                      <a:pt x="3036" y="3272"/>
                    </a:lnTo>
                    <a:lnTo>
                      <a:pt x="3041" y="3243"/>
                    </a:lnTo>
                    <a:lnTo>
                      <a:pt x="3047" y="3202"/>
                    </a:lnTo>
                    <a:lnTo>
                      <a:pt x="3054" y="3157"/>
                    </a:lnTo>
                    <a:lnTo>
                      <a:pt x="3059" y="3118"/>
                    </a:lnTo>
                    <a:lnTo>
                      <a:pt x="3065" y="3089"/>
                    </a:lnTo>
                    <a:lnTo>
                      <a:pt x="3071" y="3075"/>
                    </a:lnTo>
                    <a:lnTo>
                      <a:pt x="3076" y="3078"/>
                    </a:lnTo>
                    <a:lnTo>
                      <a:pt x="3082" y="3094"/>
                    </a:lnTo>
                    <a:lnTo>
                      <a:pt x="3089" y="3121"/>
                    </a:lnTo>
                    <a:lnTo>
                      <a:pt x="3094" y="3157"/>
                    </a:lnTo>
                    <a:lnTo>
                      <a:pt x="3100" y="3194"/>
                    </a:lnTo>
                    <a:lnTo>
                      <a:pt x="3106" y="3228"/>
                    </a:lnTo>
                    <a:lnTo>
                      <a:pt x="3111" y="3256"/>
                    </a:lnTo>
                    <a:lnTo>
                      <a:pt x="3117" y="3273"/>
                    </a:lnTo>
                    <a:lnTo>
                      <a:pt x="3122" y="3279"/>
                    </a:lnTo>
                    <a:lnTo>
                      <a:pt x="3129" y="3273"/>
                    </a:lnTo>
                    <a:lnTo>
                      <a:pt x="3135" y="3258"/>
                    </a:lnTo>
                    <a:lnTo>
                      <a:pt x="3140" y="3235"/>
                    </a:lnTo>
                    <a:lnTo>
                      <a:pt x="3146" y="3210"/>
                    </a:lnTo>
                    <a:lnTo>
                      <a:pt x="3152" y="3185"/>
                    </a:lnTo>
                    <a:lnTo>
                      <a:pt x="3157" y="3165"/>
                    </a:lnTo>
                    <a:lnTo>
                      <a:pt x="3164" y="3151"/>
                    </a:lnTo>
                    <a:lnTo>
                      <a:pt x="3170" y="3148"/>
                    </a:lnTo>
                    <a:lnTo>
                      <a:pt x="3175" y="3155"/>
                    </a:lnTo>
                    <a:lnTo>
                      <a:pt x="3181" y="3170"/>
                    </a:lnTo>
                    <a:lnTo>
                      <a:pt x="3186" y="3193"/>
                    </a:lnTo>
                    <a:lnTo>
                      <a:pt x="3192" y="3218"/>
                    </a:lnTo>
                    <a:lnTo>
                      <a:pt x="3199" y="3243"/>
                    </a:lnTo>
                    <a:lnTo>
                      <a:pt x="3204" y="3264"/>
                    </a:lnTo>
                    <a:lnTo>
                      <a:pt x="3210" y="3277"/>
                    </a:lnTo>
                    <a:lnTo>
                      <a:pt x="3216" y="3279"/>
                    </a:lnTo>
                    <a:lnTo>
                      <a:pt x="3221" y="3270"/>
                    </a:lnTo>
                    <a:lnTo>
                      <a:pt x="3227" y="3249"/>
                    </a:lnTo>
                    <a:lnTo>
                      <a:pt x="3234" y="3219"/>
                    </a:lnTo>
                    <a:lnTo>
                      <a:pt x="3239" y="3183"/>
                    </a:lnTo>
                    <a:lnTo>
                      <a:pt x="3245" y="3145"/>
                    </a:lnTo>
                    <a:lnTo>
                      <a:pt x="3251" y="3112"/>
                    </a:lnTo>
                    <a:lnTo>
                      <a:pt x="3256" y="3088"/>
                    </a:lnTo>
                    <a:lnTo>
                      <a:pt x="3262" y="3075"/>
                    </a:lnTo>
                    <a:lnTo>
                      <a:pt x="3269" y="3078"/>
                    </a:lnTo>
                    <a:lnTo>
                      <a:pt x="3274" y="3096"/>
                    </a:lnTo>
                    <a:lnTo>
                      <a:pt x="3280" y="3128"/>
                    </a:lnTo>
                    <a:lnTo>
                      <a:pt x="3285" y="3171"/>
                    </a:lnTo>
                    <a:lnTo>
                      <a:pt x="3291" y="3215"/>
                    </a:lnTo>
                    <a:lnTo>
                      <a:pt x="3297" y="3254"/>
                    </a:lnTo>
                    <a:lnTo>
                      <a:pt x="3303" y="3277"/>
                    </a:lnTo>
                    <a:lnTo>
                      <a:pt x="3309" y="3273"/>
                    </a:lnTo>
                    <a:lnTo>
                      <a:pt x="3315" y="3234"/>
                    </a:lnTo>
                    <a:lnTo>
                      <a:pt x="3320" y="3151"/>
                    </a:lnTo>
                    <a:lnTo>
                      <a:pt x="3326" y="3018"/>
                    </a:lnTo>
                    <a:lnTo>
                      <a:pt x="3331" y="2832"/>
                    </a:lnTo>
                    <a:lnTo>
                      <a:pt x="3338" y="2595"/>
                    </a:lnTo>
                    <a:lnTo>
                      <a:pt x="3344" y="2313"/>
                    </a:lnTo>
                    <a:lnTo>
                      <a:pt x="3349" y="1994"/>
                    </a:lnTo>
                    <a:lnTo>
                      <a:pt x="3355" y="1653"/>
                    </a:lnTo>
                    <a:lnTo>
                      <a:pt x="3361" y="1304"/>
                    </a:lnTo>
                    <a:lnTo>
                      <a:pt x="3366" y="965"/>
                    </a:lnTo>
                    <a:lnTo>
                      <a:pt x="3373" y="654"/>
                    </a:lnTo>
                    <a:lnTo>
                      <a:pt x="3379" y="389"/>
                    </a:lnTo>
                    <a:lnTo>
                      <a:pt x="3384" y="185"/>
                    </a:lnTo>
                    <a:lnTo>
                      <a:pt x="3390" y="52"/>
                    </a:lnTo>
                    <a:lnTo>
                      <a:pt x="3396" y="0"/>
                    </a:lnTo>
                    <a:lnTo>
                      <a:pt x="3401" y="33"/>
                    </a:lnTo>
                    <a:lnTo>
                      <a:pt x="3408" y="147"/>
                    </a:lnTo>
                    <a:lnTo>
                      <a:pt x="3414" y="334"/>
                    </a:lnTo>
                    <a:lnTo>
                      <a:pt x="3419" y="586"/>
                    </a:lnTo>
                    <a:lnTo>
                      <a:pt x="3425" y="888"/>
                    </a:lnTo>
                    <a:lnTo>
                      <a:pt x="3430" y="1222"/>
                    </a:lnTo>
                    <a:lnTo>
                      <a:pt x="3436" y="1569"/>
                    </a:lnTo>
                    <a:lnTo>
                      <a:pt x="3443" y="1915"/>
                    </a:lnTo>
                    <a:lnTo>
                      <a:pt x="3448" y="2239"/>
                    </a:lnTo>
                    <a:lnTo>
                      <a:pt x="3454" y="2532"/>
                    </a:lnTo>
                    <a:lnTo>
                      <a:pt x="3460" y="2781"/>
                    </a:lnTo>
                    <a:lnTo>
                      <a:pt x="3465" y="2979"/>
                    </a:lnTo>
                    <a:lnTo>
                      <a:pt x="3471" y="3124"/>
                    </a:lnTo>
                    <a:lnTo>
                      <a:pt x="3478" y="3219"/>
                    </a:lnTo>
                    <a:lnTo>
                      <a:pt x="3483" y="3267"/>
                    </a:lnTo>
                    <a:lnTo>
                      <a:pt x="3489" y="3279"/>
                    </a:lnTo>
                    <a:lnTo>
                      <a:pt x="3494" y="3261"/>
                    </a:lnTo>
                    <a:lnTo>
                      <a:pt x="3500" y="3225"/>
                    </a:lnTo>
                    <a:lnTo>
                      <a:pt x="3506" y="3181"/>
                    </a:lnTo>
                    <a:lnTo>
                      <a:pt x="3512" y="3137"/>
                    </a:lnTo>
                    <a:lnTo>
                      <a:pt x="3518" y="3103"/>
                    </a:lnTo>
                    <a:lnTo>
                      <a:pt x="3524" y="3081"/>
                    </a:lnTo>
                    <a:lnTo>
                      <a:pt x="3529" y="3074"/>
                    </a:lnTo>
                    <a:lnTo>
                      <a:pt x="3535" y="3083"/>
                    </a:lnTo>
                    <a:lnTo>
                      <a:pt x="3541" y="3105"/>
                    </a:lnTo>
                    <a:lnTo>
                      <a:pt x="3547" y="3137"/>
                    </a:lnTo>
                    <a:lnTo>
                      <a:pt x="3553" y="3174"/>
                    </a:lnTo>
                    <a:lnTo>
                      <a:pt x="3559" y="3211"/>
                    </a:lnTo>
                    <a:lnTo>
                      <a:pt x="3564" y="3242"/>
                    </a:lnTo>
                    <a:lnTo>
                      <a:pt x="3570" y="3265"/>
                    </a:lnTo>
                    <a:lnTo>
                      <a:pt x="3575" y="3278"/>
                    </a:lnTo>
                    <a:lnTo>
                      <a:pt x="3581" y="3278"/>
                    </a:lnTo>
                    <a:lnTo>
                      <a:pt x="3588" y="3267"/>
                    </a:lnTo>
                    <a:lnTo>
                      <a:pt x="3593" y="3248"/>
                    </a:lnTo>
                    <a:lnTo>
                      <a:pt x="3599" y="3224"/>
                    </a:lnTo>
                    <a:lnTo>
                      <a:pt x="3605" y="3198"/>
                    </a:lnTo>
                    <a:lnTo>
                      <a:pt x="3610" y="3175"/>
                    </a:lnTo>
                    <a:lnTo>
                      <a:pt x="3616" y="3157"/>
                    </a:lnTo>
                    <a:lnTo>
                      <a:pt x="3623" y="3149"/>
                    </a:lnTo>
                    <a:lnTo>
                      <a:pt x="3628" y="3150"/>
                    </a:lnTo>
                    <a:lnTo>
                      <a:pt x="3634" y="3160"/>
                    </a:lnTo>
                    <a:lnTo>
                      <a:pt x="3639" y="3180"/>
                    </a:lnTo>
                    <a:lnTo>
                      <a:pt x="3645" y="3204"/>
                    </a:lnTo>
                    <a:lnTo>
                      <a:pt x="3651" y="3229"/>
                    </a:lnTo>
                    <a:lnTo>
                      <a:pt x="3657" y="3254"/>
                    </a:lnTo>
                    <a:lnTo>
                      <a:pt x="3663" y="3271"/>
                    </a:lnTo>
                    <a:lnTo>
                      <a:pt x="3669" y="3279"/>
                    </a:lnTo>
                    <a:lnTo>
                      <a:pt x="3674" y="3276"/>
                    </a:lnTo>
                    <a:lnTo>
                      <a:pt x="3680" y="3261"/>
                    </a:lnTo>
                    <a:lnTo>
                      <a:pt x="3686" y="3236"/>
                    </a:lnTo>
                    <a:lnTo>
                      <a:pt x="3692" y="3203"/>
                    </a:lnTo>
                    <a:lnTo>
                      <a:pt x="3698" y="3166"/>
                    </a:lnTo>
                    <a:lnTo>
                      <a:pt x="3704" y="3129"/>
                    </a:lnTo>
                    <a:lnTo>
                      <a:pt x="3709" y="3099"/>
                    </a:lnTo>
                    <a:lnTo>
                      <a:pt x="3715" y="3080"/>
                    </a:lnTo>
                    <a:lnTo>
                      <a:pt x="3720" y="3074"/>
                    </a:lnTo>
                    <a:lnTo>
                      <a:pt x="3727" y="3084"/>
                    </a:lnTo>
                    <a:lnTo>
                      <a:pt x="3733" y="3110"/>
                    </a:lnTo>
                    <a:lnTo>
                      <a:pt x="3738" y="3147"/>
                    </a:lnTo>
                    <a:lnTo>
                      <a:pt x="3744" y="3191"/>
                    </a:lnTo>
                    <a:lnTo>
                      <a:pt x="3750" y="3234"/>
                    </a:lnTo>
                    <a:lnTo>
                      <a:pt x="3755" y="3267"/>
                    </a:lnTo>
                    <a:lnTo>
                      <a:pt x="3762" y="3279"/>
                    </a:lnTo>
                    <a:lnTo>
                      <a:pt x="3768" y="3261"/>
                    </a:lnTo>
                    <a:lnTo>
                      <a:pt x="3773" y="3202"/>
                    </a:lnTo>
                    <a:lnTo>
                      <a:pt x="3779" y="3096"/>
                    </a:lnTo>
                    <a:lnTo>
                      <a:pt x="3784" y="2939"/>
                    </a:lnTo>
                    <a:lnTo>
                      <a:pt x="3790" y="2730"/>
                    </a:lnTo>
                    <a:lnTo>
                      <a:pt x="3797" y="2471"/>
                    </a:lnTo>
                    <a:lnTo>
                      <a:pt x="3802" y="2170"/>
                    </a:lnTo>
                    <a:lnTo>
                      <a:pt x="3808" y="1840"/>
                    </a:lnTo>
                    <a:lnTo>
                      <a:pt x="3814" y="1492"/>
                    </a:lnTo>
                    <a:lnTo>
                      <a:pt x="3819" y="1146"/>
                    </a:lnTo>
                    <a:lnTo>
                      <a:pt x="3825" y="818"/>
                    </a:lnTo>
                    <a:lnTo>
                      <a:pt x="3832" y="525"/>
                    </a:lnTo>
                    <a:lnTo>
                      <a:pt x="3837" y="287"/>
                    </a:lnTo>
                    <a:lnTo>
                      <a:pt x="3843" y="114"/>
                    </a:lnTo>
                    <a:lnTo>
                      <a:pt x="3849" y="19"/>
                    </a:lnTo>
                    <a:lnTo>
                      <a:pt x="3854" y="5"/>
                    </a:lnTo>
                    <a:lnTo>
                      <a:pt x="3860" y="75"/>
                    </a:lnTo>
                    <a:lnTo>
                      <a:pt x="3867" y="224"/>
                    </a:lnTo>
                    <a:lnTo>
                      <a:pt x="3872" y="444"/>
                    </a:lnTo>
                    <a:lnTo>
                      <a:pt x="3878" y="720"/>
                    </a:lnTo>
                    <a:lnTo>
                      <a:pt x="3883" y="1039"/>
                    </a:lnTo>
                    <a:lnTo>
                      <a:pt x="3889" y="1381"/>
                    </a:lnTo>
                    <a:lnTo>
                      <a:pt x="3895" y="1729"/>
                    </a:lnTo>
                    <a:lnTo>
                      <a:pt x="3901" y="2068"/>
                    </a:lnTo>
                    <a:lnTo>
                      <a:pt x="3907" y="2379"/>
                    </a:lnTo>
                    <a:lnTo>
                      <a:pt x="3913" y="2652"/>
                    </a:lnTo>
                    <a:lnTo>
                      <a:pt x="3918" y="2878"/>
                    </a:lnTo>
                    <a:lnTo>
                      <a:pt x="3924" y="3052"/>
                    </a:lnTo>
                    <a:lnTo>
                      <a:pt x="3929" y="3174"/>
                    </a:lnTo>
                    <a:lnTo>
                      <a:pt x="3936" y="3247"/>
                    </a:lnTo>
                    <a:lnTo>
                      <a:pt x="3942" y="3277"/>
                    </a:lnTo>
                    <a:lnTo>
                      <a:pt x="3947" y="3273"/>
                    </a:lnTo>
                    <a:lnTo>
                      <a:pt x="3953" y="3246"/>
                    </a:lnTo>
                    <a:lnTo>
                      <a:pt x="3959" y="3205"/>
                    </a:lnTo>
                    <a:lnTo>
                      <a:pt x="3964" y="3160"/>
                    </a:lnTo>
                    <a:lnTo>
                      <a:pt x="3971" y="3120"/>
                    </a:lnTo>
                    <a:lnTo>
                      <a:pt x="3977" y="3091"/>
                    </a:lnTo>
                    <a:lnTo>
                      <a:pt x="3982" y="3076"/>
                    </a:lnTo>
                    <a:lnTo>
                      <a:pt x="3988" y="3076"/>
                    </a:lnTo>
                    <a:lnTo>
                      <a:pt x="3994" y="3092"/>
                    </a:lnTo>
                    <a:lnTo>
                      <a:pt x="3999" y="3119"/>
                    </a:lnTo>
                    <a:lnTo>
                      <a:pt x="4005" y="3154"/>
                    </a:lnTo>
                    <a:lnTo>
                      <a:pt x="4012" y="3191"/>
                    </a:lnTo>
                    <a:lnTo>
                      <a:pt x="4017" y="3226"/>
                    </a:lnTo>
                    <a:lnTo>
                      <a:pt x="4023" y="3254"/>
                    </a:lnTo>
                    <a:lnTo>
                      <a:pt x="4028" y="3272"/>
                    </a:lnTo>
                    <a:lnTo>
                      <a:pt x="4034" y="3279"/>
                    </a:lnTo>
                    <a:lnTo>
                      <a:pt x="4040" y="3274"/>
                    </a:lnTo>
                    <a:lnTo>
                      <a:pt x="4046" y="3259"/>
                    </a:lnTo>
                    <a:lnTo>
                      <a:pt x="4052" y="3238"/>
                    </a:lnTo>
                    <a:lnTo>
                      <a:pt x="4058" y="3212"/>
                    </a:lnTo>
                  </a:path>
                </a:pathLst>
              </a:custGeom>
              <a:noFill/>
              <a:ln w="15875" cap="flat" cmpd="sng">
                <a:solidFill>
                  <a:srgbClr val="FF0000">
                    <a:alpha val="100000"/>
                  </a:srgbClr>
                </a:solidFill>
                <a:prstDash val="solid"/>
                <a:round/>
                <a:headEnd type="none" w="med" len="med"/>
                <a:tailEnd type="none" w="med" len="med"/>
              </a:ln>
            </p:spPr>
            <p:txBody>
              <a:bodyPr/>
              <a:p>
                <a:endParaRPr lang="zh-CN" altLang="en-US"/>
              </a:p>
            </p:txBody>
          </p:sp>
          <p:sp>
            <p:nvSpPr>
              <p:cNvPr id="100062" name="Rectangle 423"/>
              <p:cNvSpPr/>
              <p:nvPr/>
            </p:nvSpPr>
            <p:spPr>
              <a:xfrm rot="-5400000">
                <a:off x="3058" y="3243"/>
                <a:ext cx="11" cy="38"/>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100063" name="Rectangle 424"/>
              <p:cNvSpPr/>
              <p:nvPr/>
            </p:nvSpPr>
            <p:spPr>
              <a:xfrm>
                <a:off x="1585" y="2851"/>
                <a:ext cx="9" cy="48"/>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993" name="Text Box 586"/>
            <p:cNvSpPr txBox="1"/>
            <p:nvPr/>
          </p:nvSpPr>
          <p:spPr>
            <a:xfrm>
              <a:off x="134" y="2553"/>
              <a:ext cx="372" cy="232"/>
            </a:xfrm>
            <a:prstGeom prst="rect">
              <a:avLst/>
            </a:prstGeom>
            <a:noFill/>
            <a:ln w="9525">
              <a:noFill/>
            </a:ln>
          </p:spPr>
          <p:txBody>
            <a:bodyPr wrap="none">
              <a:spAutoFit/>
            </a:bodyPr>
            <a:p>
              <a:r>
                <a:rPr lang="en-US" altLang="zh-CN" dirty="0">
                  <a:latin typeface="Times New Roman" panose="02020603050405020304" pitchFamily="18" charset="0"/>
                </a:rPr>
                <a:t>N=5</a:t>
              </a:r>
              <a:endParaRPr lang="en-US" altLang="zh-CN" dirty="0">
                <a:latin typeface="Times New Roman" panose="02020603050405020304" pitchFamily="18" charset="0"/>
              </a:endParaRPr>
            </a:p>
          </p:txBody>
        </p:sp>
      </p:grpSp>
      <p:grpSp>
        <p:nvGrpSpPr>
          <p:cNvPr id="93773" name="Group 589"/>
          <p:cNvGrpSpPr/>
          <p:nvPr/>
        </p:nvGrpSpPr>
        <p:grpSpPr>
          <a:xfrm>
            <a:off x="1676400" y="4860925"/>
            <a:ext cx="4541838" cy="993775"/>
            <a:chOff x="96" y="3062"/>
            <a:chExt cx="2861" cy="626"/>
          </a:xfrm>
        </p:grpSpPr>
        <p:grpSp>
          <p:nvGrpSpPr>
            <p:cNvPr id="99912" name="Group 506"/>
            <p:cNvGrpSpPr/>
            <p:nvPr/>
          </p:nvGrpSpPr>
          <p:grpSpPr>
            <a:xfrm>
              <a:off x="122" y="3062"/>
              <a:ext cx="2835" cy="626"/>
              <a:chOff x="272" y="3379"/>
              <a:chExt cx="2494" cy="721"/>
            </a:xfrm>
          </p:grpSpPr>
          <p:sp>
            <p:nvSpPr>
              <p:cNvPr id="99914" name="Line 428"/>
              <p:cNvSpPr/>
              <p:nvPr/>
            </p:nvSpPr>
            <p:spPr>
              <a:xfrm>
                <a:off x="272" y="4099"/>
                <a:ext cx="1" cy="1"/>
              </a:xfrm>
              <a:prstGeom prst="line">
                <a:avLst/>
              </a:prstGeom>
              <a:ln w="11113" cap="flat" cmpd="sng">
                <a:solidFill>
                  <a:srgbClr val="000000"/>
                </a:solidFill>
                <a:prstDash val="solid"/>
                <a:headEnd type="none" w="med" len="med"/>
                <a:tailEnd type="none" w="med" len="med"/>
              </a:ln>
            </p:spPr>
          </p:sp>
          <p:sp>
            <p:nvSpPr>
              <p:cNvPr id="99915" name="Line 429"/>
              <p:cNvSpPr/>
              <p:nvPr/>
            </p:nvSpPr>
            <p:spPr>
              <a:xfrm>
                <a:off x="402" y="4099"/>
                <a:ext cx="1" cy="1"/>
              </a:xfrm>
              <a:prstGeom prst="line">
                <a:avLst/>
              </a:prstGeom>
              <a:ln w="11113" cap="flat" cmpd="sng">
                <a:solidFill>
                  <a:srgbClr val="000000"/>
                </a:solidFill>
                <a:prstDash val="solid"/>
                <a:headEnd type="none" w="med" len="med"/>
                <a:tailEnd type="none" w="med" len="med"/>
              </a:ln>
            </p:spPr>
          </p:sp>
          <p:sp>
            <p:nvSpPr>
              <p:cNvPr id="99916" name="Line 430"/>
              <p:cNvSpPr/>
              <p:nvPr/>
            </p:nvSpPr>
            <p:spPr>
              <a:xfrm>
                <a:off x="531" y="4099"/>
                <a:ext cx="1" cy="1"/>
              </a:xfrm>
              <a:prstGeom prst="line">
                <a:avLst/>
              </a:prstGeom>
              <a:ln w="11113" cap="flat" cmpd="sng">
                <a:solidFill>
                  <a:srgbClr val="000000"/>
                </a:solidFill>
                <a:prstDash val="solid"/>
                <a:headEnd type="none" w="med" len="med"/>
                <a:tailEnd type="none" w="med" len="med"/>
              </a:ln>
            </p:spPr>
          </p:sp>
          <p:sp>
            <p:nvSpPr>
              <p:cNvPr id="99917" name="Line 431"/>
              <p:cNvSpPr/>
              <p:nvPr/>
            </p:nvSpPr>
            <p:spPr>
              <a:xfrm>
                <a:off x="662" y="4099"/>
                <a:ext cx="1" cy="1"/>
              </a:xfrm>
              <a:prstGeom prst="line">
                <a:avLst/>
              </a:prstGeom>
              <a:ln w="11113" cap="flat" cmpd="sng">
                <a:solidFill>
                  <a:srgbClr val="000000"/>
                </a:solidFill>
                <a:prstDash val="solid"/>
                <a:headEnd type="none" w="med" len="med"/>
                <a:tailEnd type="none" w="med" len="med"/>
              </a:ln>
            </p:spPr>
          </p:sp>
          <p:sp>
            <p:nvSpPr>
              <p:cNvPr id="99918" name="Line 432"/>
              <p:cNvSpPr/>
              <p:nvPr/>
            </p:nvSpPr>
            <p:spPr>
              <a:xfrm>
                <a:off x="792" y="4099"/>
                <a:ext cx="1" cy="1"/>
              </a:xfrm>
              <a:prstGeom prst="line">
                <a:avLst/>
              </a:prstGeom>
              <a:ln w="11113" cap="flat" cmpd="sng">
                <a:solidFill>
                  <a:srgbClr val="000000"/>
                </a:solidFill>
                <a:prstDash val="solid"/>
                <a:headEnd type="none" w="med" len="med"/>
                <a:tailEnd type="none" w="med" len="med"/>
              </a:ln>
            </p:spPr>
          </p:sp>
          <p:sp>
            <p:nvSpPr>
              <p:cNvPr id="99919" name="Line 433"/>
              <p:cNvSpPr/>
              <p:nvPr/>
            </p:nvSpPr>
            <p:spPr>
              <a:xfrm>
                <a:off x="921" y="4099"/>
                <a:ext cx="1" cy="1"/>
              </a:xfrm>
              <a:prstGeom prst="line">
                <a:avLst/>
              </a:prstGeom>
              <a:ln w="11113" cap="flat" cmpd="sng">
                <a:solidFill>
                  <a:srgbClr val="000000"/>
                </a:solidFill>
                <a:prstDash val="solid"/>
                <a:headEnd type="none" w="med" len="med"/>
                <a:tailEnd type="none" w="med" len="med"/>
              </a:ln>
            </p:spPr>
          </p:sp>
          <p:sp>
            <p:nvSpPr>
              <p:cNvPr id="99920" name="Line 434"/>
              <p:cNvSpPr/>
              <p:nvPr/>
            </p:nvSpPr>
            <p:spPr>
              <a:xfrm>
                <a:off x="1051" y="4099"/>
                <a:ext cx="1" cy="1"/>
              </a:xfrm>
              <a:prstGeom prst="line">
                <a:avLst/>
              </a:prstGeom>
              <a:ln w="11113" cap="flat" cmpd="sng">
                <a:solidFill>
                  <a:srgbClr val="000000"/>
                </a:solidFill>
                <a:prstDash val="solid"/>
                <a:headEnd type="none" w="med" len="med"/>
                <a:tailEnd type="none" w="med" len="med"/>
              </a:ln>
            </p:spPr>
          </p:sp>
          <p:sp>
            <p:nvSpPr>
              <p:cNvPr id="99921" name="Line 435"/>
              <p:cNvSpPr/>
              <p:nvPr/>
            </p:nvSpPr>
            <p:spPr>
              <a:xfrm>
                <a:off x="1182" y="4099"/>
                <a:ext cx="1" cy="1"/>
              </a:xfrm>
              <a:prstGeom prst="line">
                <a:avLst/>
              </a:prstGeom>
              <a:ln w="11113" cap="flat" cmpd="sng">
                <a:solidFill>
                  <a:srgbClr val="000000"/>
                </a:solidFill>
                <a:prstDash val="solid"/>
                <a:headEnd type="none" w="med" len="med"/>
                <a:tailEnd type="none" w="med" len="med"/>
              </a:ln>
            </p:spPr>
          </p:sp>
          <p:sp>
            <p:nvSpPr>
              <p:cNvPr id="99922" name="Line 436"/>
              <p:cNvSpPr/>
              <p:nvPr/>
            </p:nvSpPr>
            <p:spPr>
              <a:xfrm>
                <a:off x="1312" y="4099"/>
                <a:ext cx="1" cy="1"/>
              </a:xfrm>
              <a:prstGeom prst="line">
                <a:avLst/>
              </a:prstGeom>
              <a:ln w="11113" cap="flat" cmpd="sng">
                <a:solidFill>
                  <a:srgbClr val="000000"/>
                </a:solidFill>
                <a:prstDash val="solid"/>
                <a:headEnd type="none" w="med" len="med"/>
                <a:tailEnd type="none" w="med" len="med"/>
              </a:ln>
            </p:spPr>
          </p:sp>
          <p:sp>
            <p:nvSpPr>
              <p:cNvPr id="99923" name="Line 437"/>
              <p:cNvSpPr/>
              <p:nvPr/>
            </p:nvSpPr>
            <p:spPr>
              <a:xfrm>
                <a:off x="1441" y="4099"/>
                <a:ext cx="1" cy="1"/>
              </a:xfrm>
              <a:prstGeom prst="line">
                <a:avLst/>
              </a:prstGeom>
              <a:ln w="11113" cap="flat" cmpd="sng">
                <a:solidFill>
                  <a:srgbClr val="000000"/>
                </a:solidFill>
                <a:prstDash val="solid"/>
                <a:headEnd type="none" w="med" len="med"/>
                <a:tailEnd type="none" w="med" len="med"/>
              </a:ln>
            </p:spPr>
          </p:sp>
          <p:sp>
            <p:nvSpPr>
              <p:cNvPr id="99924" name="Line 438"/>
              <p:cNvSpPr/>
              <p:nvPr/>
            </p:nvSpPr>
            <p:spPr>
              <a:xfrm>
                <a:off x="1571" y="4099"/>
                <a:ext cx="1" cy="1"/>
              </a:xfrm>
              <a:prstGeom prst="line">
                <a:avLst/>
              </a:prstGeom>
              <a:ln w="11113" cap="flat" cmpd="sng">
                <a:solidFill>
                  <a:srgbClr val="000000"/>
                </a:solidFill>
                <a:prstDash val="solid"/>
                <a:headEnd type="none" w="med" len="med"/>
                <a:tailEnd type="none" w="med" len="med"/>
              </a:ln>
            </p:spPr>
          </p:sp>
          <p:sp>
            <p:nvSpPr>
              <p:cNvPr id="99925" name="Line 439"/>
              <p:cNvSpPr/>
              <p:nvPr/>
            </p:nvSpPr>
            <p:spPr>
              <a:xfrm>
                <a:off x="1701" y="4099"/>
                <a:ext cx="1" cy="1"/>
              </a:xfrm>
              <a:prstGeom prst="line">
                <a:avLst/>
              </a:prstGeom>
              <a:ln w="11113" cap="flat" cmpd="sng">
                <a:solidFill>
                  <a:srgbClr val="000000"/>
                </a:solidFill>
                <a:prstDash val="solid"/>
                <a:headEnd type="none" w="med" len="med"/>
                <a:tailEnd type="none" w="med" len="med"/>
              </a:ln>
            </p:spPr>
          </p:sp>
          <p:sp>
            <p:nvSpPr>
              <p:cNvPr id="99926" name="Line 440"/>
              <p:cNvSpPr/>
              <p:nvPr/>
            </p:nvSpPr>
            <p:spPr>
              <a:xfrm>
                <a:off x="1831" y="4099"/>
                <a:ext cx="1" cy="1"/>
              </a:xfrm>
              <a:prstGeom prst="line">
                <a:avLst/>
              </a:prstGeom>
              <a:ln w="11113" cap="flat" cmpd="sng">
                <a:solidFill>
                  <a:srgbClr val="000000"/>
                </a:solidFill>
                <a:prstDash val="solid"/>
                <a:headEnd type="none" w="med" len="med"/>
                <a:tailEnd type="none" w="med" len="med"/>
              </a:ln>
            </p:spPr>
          </p:sp>
          <p:sp>
            <p:nvSpPr>
              <p:cNvPr id="99927" name="Line 441"/>
              <p:cNvSpPr/>
              <p:nvPr/>
            </p:nvSpPr>
            <p:spPr>
              <a:xfrm>
                <a:off x="1961" y="4099"/>
                <a:ext cx="1" cy="1"/>
              </a:xfrm>
              <a:prstGeom prst="line">
                <a:avLst/>
              </a:prstGeom>
              <a:ln w="11113" cap="flat" cmpd="sng">
                <a:solidFill>
                  <a:srgbClr val="000000"/>
                </a:solidFill>
                <a:prstDash val="solid"/>
                <a:headEnd type="none" w="med" len="med"/>
                <a:tailEnd type="none" w="med" len="med"/>
              </a:ln>
            </p:spPr>
          </p:sp>
          <p:sp>
            <p:nvSpPr>
              <p:cNvPr id="99928" name="Line 442"/>
              <p:cNvSpPr/>
              <p:nvPr/>
            </p:nvSpPr>
            <p:spPr>
              <a:xfrm>
                <a:off x="2091" y="4099"/>
                <a:ext cx="1" cy="1"/>
              </a:xfrm>
              <a:prstGeom prst="line">
                <a:avLst/>
              </a:prstGeom>
              <a:ln w="11113" cap="flat" cmpd="sng">
                <a:solidFill>
                  <a:srgbClr val="000000"/>
                </a:solidFill>
                <a:prstDash val="solid"/>
                <a:headEnd type="none" w="med" len="med"/>
                <a:tailEnd type="none" w="med" len="med"/>
              </a:ln>
            </p:spPr>
          </p:sp>
          <p:sp>
            <p:nvSpPr>
              <p:cNvPr id="99929" name="Line 443"/>
              <p:cNvSpPr/>
              <p:nvPr/>
            </p:nvSpPr>
            <p:spPr>
              <a:xfrm>
                <a:off x="2221" y="4099"/>
                <a:ext cx="1" cy="1"/>
              </a:xfrm>
              <a:prstGeom prst="line">
                <a:avLst/>
              </a:prstGeom>
              <a:ln w="11113" cap="flat" cmpd="sng">
                <a:solidFill>
                  <a:srgbClr val="000000"/>
                </a:solidFill>
                <a:prstDash val="solid"/>
                <a:headEnd type="none" w="med" len="med"/>
                <a:tailEnd type="none" w="med" len="med"/>
              </a:ln>
            </p:spPr>
          </p:sp>
          <p:sp>
            <p:nvSpPr>
              <p:cNvPr id="99930" name="Line 444"/>
              <p:cNvSpPr/>
              <p:nvPr/>
            </p:nvSpPr>
            <p:spPr>
              <a:xfrm>
                <a:off x="2351" y="4099"/>
                <a:ext cx="1" cy="1"/>
              </a:xfrm>
              <a:prstGeom prst="line">
                <a:avLst/>
              </a:prstGeom>
              <a:ln w="11113" cap="flat" cmpd="sng">
                <a:solidFill>
                  <a:srgbClr val="000000"/>
                </a:solidFill>
                <a:prstDash val="solid"/>
                <a:headEnd type="none" w="med" len="med"/>
                <a:tailEnd type="none" w="med" len="med"/>
              </a:ln>
            </p:spPr>
          </p:sp>
          <p:sp>
            <p:nvSpPr>
              <p:cNvPr id="99931" name="Line 445"/>
              <p:cNvSpPr/>
              <p:nvPr/>
            </p:nvSpPr>
            <p:spPr>
              <a:xfrm>
                <a:off x="2481" y="4099"/>
                <a:ext cx="1" cy="1"/>
              </a:xfrm>
              <a:prstGeom prst="line">
                <a:avLst/>
              </a:prstGeom>
              <a:ln w="11113" cap="flat" cmpd="sng">
                <a:solidFill>
                  <a:srgbClr val="000000"/>
                </a:solidFill>
                <a:prstDash val="solid"/>
                <a:headEnd type="none" w="med" len="med"/>
                <a:tailEnd type="none" w="med" len="med"/>
              </a:ln>
            </p:spPr>
          </p:sp>
          <p:sp>
            <p:nvSpPr>
              <p:cNvPr id="99932" name="Line 446"/>
              <p:cNvSpPr/>
              <p:nvPr/>
            </p:nvSpPr>
            <p:spPr>
              <a:xfrm>
                <a:off x="2611" y="4099"/>
                <a:ext cx="1" cy="1"/>
              </a:xfrm>
              <a:prstGeom prst="line">
                <a:avLst/>
              </a:prstGeom>
              <a:ln w="11113" cap="flat" cmpd="sng">
                <a:solidFill>
                  <a:srgbClr val="000000"/>
                </a:solidFill>
                <a:prstDash val="solid"/>
                <a:headEnd type="none" w="med" len="med"/>
                <a:tailEnd type="none" w="med" len="med"/>
              </a:ln>
            </p:spPr>
          </p:sp>
          <p:sp>
            <p:nvSpPr>
              <p:cNvPr id="99933" name="Line 447"/>
              <p:cNvSpPr/>
              <p:nvPr/>
            </p:nvSpPr>
            <p:spPr>
              <a:xfrm>
                <a:off x="272" y="4099"/>
                <a:ext cx="2339" cy="1"/>
              </a:xfrm>
              <a:prstGeom prst="line">
                <a:avLst/>
              </a:prstGeom>
              <a:ln w="11113" cap="flat" cmpd="sng">
                <a:solidFill>
                  <a:srgbClr val="000000"/>
                </a:solidFill>
                <a:prstDash val="solid"/>
                <a:headEnd type="none" w="med" len="med"/>
                <a:tailEnd type="none" w="med" len="med"/>
              </a:ln>
            </p:spPr>
          </p:sp>
          <p:sp>
            <p:nvSpPr>
              <p:cNvPr id="99934" name="Line 448"/>
              <p:cNvSpPr/>
              <p:nvPr/>
            </p:nvSpPr>
            <p:spPr>
              <a:xfrm>
                <a:off x="272" y="4099"/>
                <a:ext cx="1" cy="1"/>
              </a:xfrm>
              <a:prstGeom prst="line">
                <a:avLst/>
              </a:prstGeom>
              <a:ln w="11113" cap="flat" cmpd="sng">
                <a:solidFill>
                  <a:srgbClr val="000000"/>
                </a:solidFill>
                <a:prstDash val="solid"/>
                <a:headEnd type="none" w="med" len="med"/>
                <a:tailEnd type="none" w="med" len="med"/>
              </a:ln>
            </p:spPr>
          </p:sp>
          <p:sp>
            <p:nvSpPr>
              <p:cNvPr id="99935" name="Line 449"/>
              <p:cNvSpPr/>
              <p:nvPr/>
            </p:nvSpPr>
            <p:spPr>
              <a:xfrm>
                <a:off x="272" y="4058"/>
                <a:ext cx="1" cy="1"/>
              </a:xfrm>
              <a:prstGeom prst="line">
                <a:avLst/>
              </a:prstGeom>
              <a:ln w="11113" cap="flat" cmpd="sng">
                <a:solidFill>
                  <a:srgbClr val="000000"/>
                </a:solidFill>
                <a:prstDash val="solid"/>
                <a:headEnd type="none" w="med" len="med"/>
                <a:tailEnd type="none" w="med" len="med"/>
              </a:ln>
            </p:spPr>
          </p:sp>
          <p:sp>
            <p:nvSpPr>
              <p:cNvPr id="99936" name="Line 450"/>
              <p:cNvSpPr/>
              <p:nvPr/>
            </p:nvSpPr>
            <p:spPr>
              <a:xfrm>
                <a:off x="272" y="4017"/>
                <a:ext cx="1" cy="1"/>
              </a:xfrm>
              <a:prstGeom prst="line">
                <a:avLst/>
              </a:prstGeom>
              <a:ln w="11113" cap="flat" cmpd="sng">
                <a:solidFill>
                  <a:srgbClr val="000000"/>
                </a:solidFill>
                <a:prstDash val="solid"/>
                <a:headEnd type="none" w="med" len="med"/>
                <a:tailEnd type="none" w="med" len="med"/>
              </a:ln>
            </p:spPr>
          </p:sp>
          <p:sp>
            <p:nvSpPr>
              <p:cNvPr id="99937" name="Line 451"/>
              <p:cNvSpPr/>
              <p:nvPr/>
            </p:nvSpPr>
            <p:spPr>
              <a:xfrm>
                <a:off x="272" y="3976"/>
                <a:ext cx="1" cy="1"/>
              </a:xfrm>
              <a:prstGeom prst="line">
                <a:avLst/>
              </a:prstGeom>
              <a:ln w="11113" cap="flat" cmpd="sng">
                <a:solidFill>
                  <a:srgbClr val="000000"/>
                </a:solidFill>
                <a:prstDash val="solid"/>
                <a:headEnd type="none" w="med" len="med"/>
                <a:tailEnd type="none" w="med" len="med"/>
              </a:ln>
            </p:spPr>
          </p:sp>
          <p:sp>
            <p:nvSpPr>
              <p:cNvPr id="99938" name="Line 452"/>
              <p:cNvSpPr/>
              <p:nvPr/>
            </p:nvSpPr>
            <p:spPr>
              <a:xfrm>
                <a:off x="272" y="3935"/>
                <a:ext cx="1" cy="1"/>
              </a:xfrm>
              <a:prstGeom prst="line">
                <a:avLst/>
              </a:prstGeom>
              <a:ln w="11113" cap="flat" cmpd="sng">
                <a:solidFill>
                  <a:srgbClr val="000000"/>
                </a:solidFill>
                <a:prstDash val="solid"/>
                <a:headEnd type="none" w="med" len="med"/>
                <a:tailEnd type="none" w="med" len="med"/>
              </a:ln>
            </p:spPr>
          </p:sp>
          <p:sp>
            <p:nvSpPr>
              <p:cNvPr id="99939" name="Line 453"/>
              <p:cNvSpPr/>
              <p:nvPr/>
            </p:nvSpPr>
            <p:spPr>
              <a:xfrm>
                <a:off x="272" y="3894"/>
                <a:ext cx="1" cy="1"/>
              </a:xfrm>
              <a:prstGeom prst="line">
                <a:avLst/>
              </a:prstGeom>
              <a:ln w="11113" cap="flat" cmpd="sng">
                <a:solidFill>
                  <a:srgbClr val="000000"/>
                </a:solidFill>
                <a:prstDash val="solid"/>
                <a:headEnd type="none" w="med" len="med"/>
                <a:tailEnd type="none" w="med" len="med"/>
              </a:ln>
            </p:spPr>
          </p:sp>
          <p:sp>
            <p:nvSpPr>
              <p:cNvPr id="99940" name="Line 454"/>
              <p:cNvSpPr/>
              <p:nvPr/>
            </p:nvSpPr>
            <p:spPr>
              <a:xfrm>
                <a:off x="272" y="3853"/>
                <a:ext cx="1" cy="1"/>
              </a:xfrm>
              <a:prstGeom prst="line">
                <a:avLst/>
              </a:prstGeom>
              <a:ln w="11113" cap="flat" cmpd="sng">
                <a:solidFill>
                  <a:srgbClr val="000000"/>
                </a:solidFill>
                <a:prstDash val="solid"/>
                <a:headEnd type="none" w="med" len="med"/>
                <a:tailEnd type="none" w="med" len="med"/>
              </a:ln>
            </p:spPr>
          </p:sp>
          <p:sp>
            <p:nvSpPr>
              <p:cNvPr id="99941" name="Line 455"/>
              <p:cNvSpPr/>
              <p:nvPr/>
            </p:nvSpPr>
            <p:spPr>
              <a:xfrm>
                <a:off x="272" y="3812"/>
                <a:ext cx="1" cy="1"/>
              </a:xfrm>
              <a:prstGeom prst="line">
                <a:avLst/>
              </a:prstGeom>
              <a:ln w="11113" cap="flat" cmpd="sng">
                <a:solidFill>
                  <a:srgbClr val="000000"/>
                </a:solidFill>
                <a:prstDash val="solid"/>
                <a:headEnd type="none" w="med" len="med"/>
                <a:tailEnd type="none" w="med" len="med"/>
              </a:ln>
            </p:spPr>
          </p:sp>
          <p:sp>
            <p:nvSpPr>
              <p:cNvPr id="99942" name="Line 456"/>
              <p:cNvSpPr/>
              <p:nvPr/>
            </p:nvSpPr>
            <p:spPr>
              <a:xfrm>
                <a:off x="272" y="3771"/>
                <a:ext cx="1" cy="1"/>
              </a:xfrm>
              <a:prstGeom prst="line">
                <a:avLst/>
              </a:prstGeom>
              <a:ln w="11113" cap="flat" cmpd="sng">
                <a:solidFill>
                  <a:srgbClr val="000000"/>
                </a:solidFill>
                <a:prstDash val="solid"/>
                <a:headEnd type="none" w="med" len="med"/>
                <a:tailEnd type="none" w="med" len="med"/>
              </a:ln>
            </p:spPr>
          </p:sp>
          <p:sp>
            <p:nvSpPr>
              <p:cNvPr id="99943" name="Line 457"/>
              <p:cNvSpPr/>
              <p:nvPr/>
            </p:nvSpPr>
            <p:spPr>
              <a:xfrm>
                <a:off x="272" y="3730"/>
                <a:ext cx="1" cy="1"/>
              </a:xfrm>
              <a:prstGeom prst="line">
                <a:avLst/>
              </a:prstGeom>
              <a:ln w="11113" cap="flat" cmpd="sng">
                <a:solidFill>
                  <a:srgbClr val="000000"/>
                </a:solidFill>
                <a:prstDash val="solid"/>
                <a:headEnd type="none" w="med" len="med"/>
                <a:tailEnd type="none" w="med" len="med"/>
              </a:ln>
            </p:spPr>
          </p:sp>
          <p:sp>
            <p:nvSpPr>
              <p:cNvPr id="99944" name="Line 458"/>
              <p:cNvSpPr/>
              <p:nvPr/>
            </p:nvSpPr>
            <p:spPr>
              <a:xfrm>
                <a:off x="272" y="3689"/>
                <a:ext cx="1" cy="1"/>
              </a:xfrm>
              <a:prstGeom prst="line">
                <a:avLst/>
              </a:prstGeom>
              <a:ln w="11113" cap="flat" cmpd="sng">
                <a:solidFill>
                  <a:srgbClr val="000000"/>
                </a:solidFill>
                <a:prstDash val="solid"/>
                <a:headEnd type="none" w="med" len="med"/>
                <a:tailEnd type="none" w="med" len="med"/>
              </a:ln>
            </p:spPr>
          </p:sp>
          <p:sp>
            <p:nvSpPr>
              <p:cNvPr id="99945" name="Line 459"/>
              <p:cNvSpPr/>
              <p:nvPr/>
            </p:nvSpPr>
            <p:spPr>
              <a:xfrm>
                <a:off x="272" y="3648"/>
                <a:ext cx="1" cy="1"/>
              </a:xfrm>
              <a:prstGeom prst="line">
                <a:avLst/>
              </a:prstGeom>
              <a:ln w="11113" cap="flat" cmpd="sng">
                <a:solidFill>
                  <a:srgbClr val="000000"/>
                </a:solidFill>
                <a:prstDash val="solid"/>
                <a:headEnd type="none" w="med" len="med"/>
                <a:tailEnd type="none" w="med" len="med"/>
              </a:ln>
            </p:spPr>
          </p:sp>
          <p:sp>
            <p:nvSpPr>
              <p:cNvPr id="99946" name="Line 460"/>
              <p:cNvSpPr/>
              <p:nvPr/>
            </p:nvSpPr>
            <p:spPr>
              <a:xfrm>
                <a:off x="272" y="3607"/>
                <a:ext cx="1" cy="1"/>
              </a:xfrm>
              <a:prstGeom prst="line">
                <a:avLst/>
              </a:prstGeom>
              <a:ln w="11113" cap="flat" cmpd="sng">
                <a:solidFill>
                  <a:srgbClr val="000000"/>
                </a:solidFill>
                <a:prstDash val="solid"/>
                <a:headEnd type="none" w="med" len="med"/>
                <a:tailEnd type="none" w="med" len="med"/>
              </a:ln>
            </p:spPr>
          </p:sp>
          <p:sp>
            <p:nvSpPr>
              <p:cNvPr id="99947" name="Line 461"/>
              <p:cNvSpPr/>
              <p:nvPr/>
            </p:nvSpPr>
            <p:spPr>
              <a:xfrm>
                <a:off x="272" y="3566"/>
                <a:ext cx="1" cy="1"/>
              </a:xfrm>
              <a:prstGeom prst="line">
                <a:avLst/>
              </a:prstGeom>
              <a:ln w="11113" cap="flat" cmpd="sng">
                <a:solidFill>
                  <a:srgbClr val="000000"/>
                </a:solidFill>
                <a:prstDash val="solid"/>
                <a:headEnd type="none" w="med" len="med"/>
                <a:tailEnd type="none" w="med" len="med"/>
              </a:ln>
            </p:spPr>
          </p:sp>
          <p:sp>
            <p:nvSpPr>
              <p:cNvPr id="99948" name="Line 462"/>
              <p:cNvSpPr/>
              <p:nvPr/>
            </p:nvSpPr>
            <p:spPr>
              <a:xfrm>
                <a:off x="272" y="3525"/>
                <a:ext cx="1" cy="1"/>
              </a:xfrm>
              <a:prstGeom prst="line">
                <a:avLst/>
              </a:prstGeom>
              <a:ln w="11113" cap="flat" cmpd="sng">
                <a:solidFill>
                  <a:srgbClr val="000000"/>
                </a:solidFill>
                <a:prstDash val="solid"/>
                <a:headEnd type="none" w="med" len="med"/>
                <a:tailEnd type="none" w="med" len="med"/>
              </a:ln>
            </p:spPr>
          </p:sp>
          <p:sp>
            <p:nvSpPr>
              <p:cNvPr id="99949" name="Line 463"/>
              <p:cNvSpPr/>
              <p:nvPr/>
            </p:nvSpPr>
            <p:spPr>
              <a:xfrm>
                <a:off x="272" y="3484"/>
                <a:ext cx="1" cy="1"/>
              </a:xfrm>
              <a:prstGeom prst="line">
                <a:avLst/>
              </a:prstGeom>
              <a:ln w="11113" cap="flat" cmpd="sng">
                <a:solidFill>
                  <a:srgbClr val="000000"/>
                </a:solidFill>
                <a:prstDash val="solid"/>
                <a:headEnd type="none" w="med" len="med"/>
                <a:tailEnd type="none" w="med" len="med"/>
              </a:ln>
            </p:spPr>
          </p:sp>
          <p:sp>
            <p:nvSpPr>
              <p:cNvPr id="99950" name="Line 464"/>
              <p:cNvSpPr/>
              <p:nvPr/>
            </p:nvSpPr>
            <p:spPr>
              <a:xfrm>
                <a:off x="272" y="3443"/>
                <a:ext cx="1" cy="1"/>
              </a:xfrm>
              <a:prstGeom prst="line">
                <a:avLst/>
              </a:prstGeom>
              <a:ln w="11113" cap="flat" cmpd="sng">
                <a:solidFill>
                  <a:srgbClr val="000000"/>
                </a:solidFill>
                <a:prstDash val="solid"/>
                <a:headEnd type="none" w="med" len="med"/>
                <a:tailEnd type="none" w="med" len="med"/>
              </a:ln>
            </p:spPr>
          </p:sp>
          <p:sp>
            <p:nvSpPr>
              <p:cNvPr id="99951" name="Freeform 465"/>
              <p:cNvSpPr/>
              <p:nvPr/>
            </p:nvSpPr>
            <p:spPr>
              <a:xfrm>
                <a:off x="272" y="3443"/>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11113" cap="flat" cmpd="sng">
                <a:solidFill>
                  <a:srgbClr val="000000">
                    <a:alpha val="100000"/>
                  </a:srgbClr>
                </a:solidFill>
                <a:prstDash val="solid"/>
                <a:round/>
                <a:headEnd type="none" w="med" len="med"/>
                <a:tailEnd type="none" w="med" len="med"/>
              </a:ln>
            </p:spPr>
            <p:txBody>
              <a:bodyPr/>
              <a:p>
                <a:endParaRPr lang="zh-CN" altLang="en-US"/>
              </a:p>
            </p:txBody>
          </p:sp>
          <p:sp>
            <p:nvSpPr>
              <p:cNvPr id="99952" name="Line 466"/>
              <p:cNvSpPr/>
              <p:nvPr/>
            </p:nvSpPr>
            <p:spPr>
              <a:xfrm>
                <a:off x="402" y="3443"/>
                <a:ext cx="1" cy="1"/>
              </a:xfrm>
              <a:prstGeom prst="line">
                <a:avLst/>
              </a:prstGeom>
              <a:ln w="11113" cap="flat" cmpd="sng">
                <a:solidFill>
                  <a:srgbClr val="000000"/>
                </a:solidFill>
                <a:prstDash val="solid"/>
                <a:headEnd type="none" w="med" len="med"/>
                <a:tailEnd type="none" w="med" len="med"/>
              </a:ln>
            </p:spPr>
          </p:sp>
          <p:sp>
            <p:nvSpPr>
              <p:cNvPr id="99953" name="Line 467"/>
              <p:cNvSpPr/>
              <p:nvPr/>
            </p:nvSpPr>
            <p:spPr>
              <a:xfrm>
                <a:off x="531" y="3443"/>
                <a:ext cx="1" cy="1"/>
              </a:xfrm>
              <a:prstGeom prst="line">
                <a:avLst/>
              </a:prstGeom>
              <a:ln w="11113" cap="flat" cmpd="sng">
                <a:solidFill>
                  <a:srgbClr val="000000"/>
                </a:solidFill>
                <a:prstDash val="solid"/>
                <a:headEnd type="none" w="med" len="med"/>
                <a:tailEnd type="none" w="med" len="med"/>
              </a:ln>
            </p:spPr>
          </p:sp>
          <p:sp>
            <p:nvSpPr>
              <p:cNvPr id="99954" name="Line 468"/>
              <p:cNvSpPr/>
              <p:nvPr/>
            </p:nvSpPr>
            <p:spPr>
              <a:xfrm>
                <a:off x="662" y="3443"/>
                <a:ext cx="1" cy="1"/>
              </a:xfrm>
              <a:prstGeom prst="line">
                <a:avLst/>
              </a:prstGeom>
              <a:ln w="11113" cap="flat" cmpd="sng">
                <a:solidFill>
                  <a:srgbClr val="000000"/>
                </a:solidFill>
                <a:prstDash val="solid"/>
                <a:headEnd type="none" w="med" len="med"/>
                <a:tailEnd type="none" w="med" len="med"/>
              </a:ln>
            </p:spPr>
          </p:sp>
          <p:sp>
            <p:nvSpPr>
              <p:cNvPr id="99955" name="Line 469"/>
              <p:cNvSpPr/>
              <p:nvPr/>
            </p:nvSpPr>
            <p:spPr>
              <a:xfrm>
                <a:off x="792" y="3443"/>
                <a:ext cx="1" cy="1"/>
              </a:xfrm>
              <a:prstGeom prst="line">
                <a:avLst/>
              </a:prstGeom>
              <a:ln w="11113" cap="flat" cmpd="sng">
                <a:solidFill>
                  <a:srgbClr val="000000"/>
                </a:solidFill>
                <a:prstDash val="solid"/>
                <a:headEnd type="none" w="med" len="med"/>
                <a:tailEnd type="none" w="med" len="med"/>
              </a:ln>
            </p:spPr>
          </p:sp>
          <p:sp>
            <p:nvSpPr>
              <p:cNvPr id="99956" name="Line 470"/>
              <p:cNvSpPr/>
              <p:nvPr/>
            </p:nvSpPr>
            <p:spPr>
              <a:xfrm>
                <a:off x="921" y="3443"/>
                <a:ext cx="1" cy="1"/>
              </a:xfrm>
              <a:prstGeom prst="line">
                <a:avLst/>
              </a:prstGeom>
              <a:ln w="11113" cap="flat" cmpd="sng">
                <a:solidFill>
                  <a:srgbClr val="000000"/>
                </a:solidFill>
                <a:prstDash val="solid"/>
                <a:headEnd type="none" w="med" len="med"/>
                <a:tailEnd type="none" w="med" len="med"/>
              </a:ln>
            </p:spPr>
          </p:sp>
          <p:sp>
            <p:nvSpPr>
              <p:cNvPr id="99957" name="Line 471"/>
              <p:cNvSpPr/>
              <p:nvPr/>
            </p:nvSpPr>
            <p:spPr>
              <a:xfrm>
                <a:off x="1051" y="3443"/>
                <a:ext cx="1" cy="1"/>
              </a:xfrm>
              <a:prstGeom prst="line">
                <a:avLst/>
              </a:prstGeom>
              <a:ln w="11113" cap="flat" cmpd="sng">
                <a:solidFill>
                  <a:srgbClr val="000000"/>
                </a:solidFill>
                <a:prstDash val="solid"/>
                <a:headEnd type="none" w="med" len="med"/>
                <a:tailEnd type="none" w="med" len="med"/>
              </a:ln>
            </p:spPr>
          </p:sp>
          <p:sp>
            <p:nvSpPr>
              <p:cNvPr id="99958" name="Line 472"/>
              <p:cNvSpPr/>
              <p:nvPr/>
            </p:nvSpPr>
            <p:spPr>
              <a:xfrm>
                <a:off x="1182" y="3443"/>
                <a:ext cx="1" cy="1"/>
              </a:xfrm>
              <a:prstGeom prst="line">
                <a:avLst/>
              </a:prstGeom>
              <a:ln w="11113" cap="flat" cmpd="sng">
                <a:solidFill>
                  <a:srgbClr val="000000"/>
                </a:solidFill>
                <a:prstDash val="solid"/>
                <a:headEnd type="none" w="med" len="med"/>
                <a:tailEnd type="none" w="med" len="med"/>
              </a:ln>
            </p:spPr>
          </p:sp>
          <p:sp>
            <p:nvSpPr>
              <p:cNvPr id="99959" name="Line 473"/>
              <p:cNvSpPr/>
              <p:nvPr/>
            </p:nvSpPr>
            <p:spPr>
              <a:xfrm>
                <a:off x="1312" y="3443"/>
                <a:ext cx="1" cy="1"/>
              </a:xfrm>
              <a:prstGeom prst="line">
                <a:avLst/>
              </a:prstGeom>
              <a:ln w="11113" cap="flat" cmpd="sng">
                <a:solidFill>
                  <a:srgbClr val="000000"/>
                </a:solidFill>
                <a:prstDash val="solid"/>
                <a:headEnd type="none" w="med" len="med"/>
                <a:tailEnd type="none" w="med" len="med"/>
              </a:ln>
            </p:spPr>
          </p:sp>
          <p:sp>
            <p:nvSpPr>
              <p:cNvPr id="99960" name="Line 474"/>
              <p:cNvSpPr/>
              <p:nvPr/>
            </p:nvSpPr>
            <p:spPr>
              <a:xfrm>
                <a:off x="1441" y="3443"/>
                <a:ext cx="1" cy="1"/>
              </a:xfrm>
              <a:prstGeom prst="line">
                <a:avLst/>
              </a:prstGeom>
              <a:ln w="11113" cap="flat" cmpd="sng">
                <a:solidFill>
                  <a:srgbClr val="000000"/>
                </a:solidFill>
                <a:prstDash val="solid"/>
                <a:headEnd type="none" w="med" len="med"/>
                <a:tailEnd type="none" w="med" len="med"/>
              </a:ln>
            </p:spPr>
          </p:sp>
          <p:sp>
            <p:nvSpPr>
              <p:cNvPr id="99961" name="Line 475"/>
              <p:cNvSpPr/>
              <p:nvPr/>
            </p:nvSpPr>
            <p:spPr>
              <a:xfrm>
                <a:off x="1571" y="3443"/>
                <a:ext cx="1" cy="1"/>
              </a:xfrm>
              <a:prstGeom prst="line">
                <a:avLst/>
              </a:prstGeom>
              <a:ln w="11113" cap="flat" cmpd="sng">
                <a:solidFill>
                  <a:srgbClr val="000000"/>
                </a:solidFill>
                <a:prstDash val="solid"/>
                <a:headEnd type="none" w="med" len="med"/>
                <a:tailEnd type="none" w="med" len="med"/>
              </a:ln>
            </p:spPr>
          </p:sp>
          <p:sp>
            <p:nvSpPr>
              <p:cNvPr id="99962" name="Line 476"/>
              <p:cNvSpPr/>
              <p:nvPr/>
            </p:nvSpPr>
            <p:spPr>
              <a:xfrm>
                <a:off x="1701" y="3443"/>
                <a:ext cx="1" cy="1"/>
              </a:xfrm>
              <a:prstGeom prst="line">
                <a:avLst/>
              </a:prstGeom>
              <a:ln w="11113" cap="flat" cmpd="sng">
                <a:solidFill>
                  <a:srgbClr val="000000"/>
                </a:solidFill>
                <a:prstDash val="solid"/>
                <a:headEnd type="none" w="med" len="med"/>
                <a:tailEnd type="none" w="med" len="med"/>
              </a:ln>
            </p:spPr>
          </p:sp>
          <p:sp>
            <p:nvSpPr>
              <p:cNvPr id="99963" name="Line 477"/>
              <p:cNvSpPr/>
              <p:nvPr/>
            </p:nvSpPr>
            <p:spPr>
              <a:xfrm>
                <a:off x="1831" y="3443"/>
                <a:ext cx="1" cy="1"/>
              </a:xfrm>
              <a:prstGeom prst="line">
                <a:avLst/>
              </a:prstGeom>
              <a:ln w="11113" cap="flat" cmpd="sng">
                <a:solidFill>
                  <a:srgbClr val="000000"/>
                </a:solidFill>
                <a:prstDash val="solid"/>
                <a:headEnd type="none" w="med" len="med"/>
                <a:tailEnd type="none" w="med" len="med"/>
              </a:ln>
            </p:spPr>
          </p:sp>
          <p:sp>
            <p:nvSpPr>
              <p:cNvPr id="99964" name="Line 478"/>
              <p:cNvSpPr/>
              <p:nvPr/>
            </p:nvSpPr>
            <p:spPr>
              <a:xfrm>
                <a:off x="1961" y="3443"/>
                <a:ext cx="1" cy="1"/>
              </a:xfrm>
              <a:prstGeom prst="line">
                <a:avLst/>
              </a:prstGeom>
              <a:ln w="11113" cap="flat" cmpd="sng">
                <a:solidFill>
                  <a:srgbClr val="000000"/>
                </a:solidFill>
                <a:prstDash val="solid"/>
                <a:headEnd type="none" w="med" len="med"/>
                <a:tailEnd type="none" w="med" len="med"/>
              </a:ln>
            </p:spPr>
          </p:sp>
          <p:sp>
            <p:nvSpPr>
              <p:cNvPr id="99965" name="Line 479"/>
              <p:cNvSpPr/>
              <p:nvPr/>
            </p:nvSpPr>
            <p:spPr>
              <a:xfrm>
                <a:off x="2091" y="3443"/>
                <a:ext cx="1" cy="1"/>
              </a:xfrm>
              <a:prstGeom prst="line">
                <a:avLst/>
              </a:prstGeom>
              <a:ln w="11113" cap="flat" cmpd="sng">
                <a:solidFill>
                  <a:srgbClr val="000000"/>
                </a:solidFill>
                <a:prstDash val="solid"/>
                <a:headEnd type="none" w="med" len="med"/>
                <a:tailEnd type="none" w="med" len="med"/>
              </a:ln>
            </p:spPr>
          </p:sp>
          <p:sp>
            <p:nvSpPr>
              <p:cNvPr id="99966" name="Line 480"/>
              <p:cNvSpPr/>
              <p:nvPr/>
            </p:nvSpPr>
            <p:spPr>
              <a:xfrm>
                <a:off x="2221" y="3443"/>
                <a:ext cx="1" cy="1"/>
              </a:xfrm>
              <a:prstGeom prst="line">
                <a:avLst/>
              </a:prstGeom>
              <a:ln w="11113" cap="flat" cmpd="sng">
                <a:solidFill>
                  <a:srgbClr val="000000"/>
                </a:solidFill>
                <a:prstDash val="solid"/>
                <a:headEnd type="none" w="med" len="med"/>
                <a:tailEnd type="none" w="med" len="med"/>
              </a:ln>
            </p:spPr>
          </p:sp>
          <p:sp>
            <p:nvSpPr>
              <p:cNvPr id="99967" name="Line 481"/>
              <p:cNvSpPr/>
              <p:nvPr/>
            </p:nvSpPr>
            <p:spPr>
              <a:xfrm>
                <a:off x="2351" y="3443"/>
                <a:ext cx="1" cy="1"/>
              </a:xfrm>
              <a:prstGeom prst="line">
                <a:avLst/>
              </a:prstGeom>
              <a:ln w="11113" cap="flat" cmpd="sng">
                <a:solidFill>
                  <a:srgbClr val="000000"/>
                </a:solidFill>
                <a:prstDash val="solid"/>
                <a:headEnd type="none" w="med" len="med"/>
                <a:tailEnd type="none" w="med" len="med"/>
              </a:ln>
            </p:spPr>
          </p:sp>
          <p:sp>
            <p:nvSpPr>
              <p:cNvPr id="99968" name="Line 482"/>
              <p:cNvSpPr/>
              <p:nvPr/>
            </p:nvSpPr>
            <p:spPr>
              <a:xfrm>
                <a:off x="2481" y="3443"/>
                <a:ext cx="1" cy="1"/>
              </a:xfrm>
              <a:prstGeom prst="line">
                <a:avLst/>
              </a:prstGeom>
              <a:ln w="11113" cap="flat" cmpd="sng">
                <a:solidFill>
                  <a:srgbClr val="000000"/>
                </a:solidFill>
                <a:prstDash val="solid"/>
                <a:headEnd type="none" w="med" len="med"/>
                <a:tailEnd type="none" w="med" len="med"/>
              </a:ln>
            </p:spPr>
          </p:sp>
          <p:sp>
            <p:nvSpPr>
              <p:cNvPr id="99969" name="Line 483"/>
              <p:cNvSpPr/>
              <p:nvPr/>
            </p:nvSpPr>
            <p:spPr>
              <a:xfrm>
                <a:off x="2611" y="3443"/>
                <a:ext cx="1" cy="1"/>
              </a:xfrm>
              <a:prstGeom prst="line">
                <a:avLst/>
              </a:prstGeom>
              <a:ln w="11113" cap="flat" cmpd="sng">
                <a:solidFill>
                  <a:srgbClr val="000000"/>
                </a:solidFill>
                <a:prstDash val="solid"/>
                <a:headEnd type="none" w="med" len="med"/>
                <a:tailEnd type="none" w="med" len="med"/>
              </a:ln>
            </p:spPr>
          </p:sp>
          <p:sp>
            <p:nvSpPr>
              <p:cNvPr id="99970" name="Line 484"/>
              <p:cNvSpPr/>
              <p:nvPr/>
            </p:nvSpPr>
            <p:spPr>
              <a:xfrm>
                <a:off x="272" y="3443"/>
                <a:ext cx="2339" cy="1"/>
              </a:xfrm>
              <a:prstGeom prst="line">
                <a:avLst/>
              </a:prstGeom>
              <a:ln w="11113" cap="flat" cmpd="sng">
                <a:solidFill>
                  <a:srgbClr val="000000"/>
                </a:solidFill>
                <a:prstDash val="solid"/>
                <a:headEnd type="none" w="med" len="med"/>
                <a:tailEnd type="none" w="med" len="med"/>
              </a:ln>
            </p:spPr>
          </p:sp>
          <p:sp>
            <p:nvSpPr>
              <p:cNvPr id="99971" name="Line 485"/>
              <p:cNvSpPr/>
              <p:nvPr/>
            </p:nvSpPr>
            <p:spPr>
              <a:xfrm>
                <a:off x="2611" y="4099"/>
                <a:ext cx="1" cy="1"/>
              </a:xfrm>
              <a:prstGeom prst="line">
                <a:avLst/>
              </a:prstGeom>
              <a:ln w="11113" cap="flat" cmpd="sng">
                <a:solidFill>
                  <a:srgbClr val="000000"/>
                </a:solidFill>
                <a:prstDash val="solid"/>
                <a:headEnd type="none" w="med" len="med"/>
                <a:tailEnd type="none" w="med" len="med"/>
              </a:ln>
            </p:spPr>
          </p:sp>
          <p:sp>
            <p:nvSpPr>
              <p:cNvPr id="99972" name="Line 486"/>
              <p:cNvSpPr/>
              <p:nvPr/>
            </p:nvSpPr>
            <p:spPr>
              <a:xfrm>
                <a:off x="2611" y="4058"/>
                <a:ext cx="1" cy="1"/>
              </a:xfrm>
              <a:prstGeom prst="line">
                <a:avLst/>
              </a:prstGeom>
              <a:ln w="11113" cap="flat" cmpd="sng">
                <a:solidFill>
                  <a:srgbClr val="000000"/>
                </a:solidFill>
                <a:prstDash val="solid"/>
                <a:headEnd type="none" w="med" len="med"/>
                <a:tailEnd type="none" w="med" len="med"/>
              </a:ln>
            </p:spPr>
          </p:sp>
          <p:sp>
            <p:nvSpPr>
              <p:cNvPr id="99973" name="Line 487"/>
              <p:cNvSpPr/>
              <p:nvPr/>
            </p:nvSpPr>
            <p:spPr>
              <a:xfrm>
                <a:off x="2611" y="4017"/>
                <a:ext cx="1" cy="1"/>
              </a:xfrm>
              <a:prstGeom prst="line">
                <a:avLst/>
              </a:prstGeom>
              <a:ln w="11113" cap="flat" cmpd="sng">
                <a:solidFill>
                  <a:srgbClr val="000000"/>
                </a:solidFill>
                <a:prstDash val="solid"/>
                <a:headEnd type="none" w="med" len="med"/>
                <a:tailEnd type="none" w="med" len="med"/>
              </a:ln>
            </p:spPr>
          </p:sp>
          <p:sp>
            <p:nvSpPr>
              <p:cNvPr id="99974" name="Line 488"/>
              <p:cNvSpPr/>
              <p:nvPr/>
            </p:nvSpPr>
            <p:spPr>
              <a:xfrm>
                <a:off x="2611" y="3976"/>
                <a:ext cx="1" cy="1"/>
              </a:xfrm>
              <a:prstGeom prst="line">
                <a:avLst/>
              </a:prstGeom>
              <a:ln w="11113" cap="flat" cmpd="sng">
                <a:solidFill>
                  <a:srgbClr val="000000"/>
                </a:solidFill>
                <a:prstDash val="solid"/>
                <a:headEnd type="none" w="med" len="med"/>
                <a:tailEnd type="none" w="med" len="med"/>
              </a:ln>
            </p:spPr>
          </p:sp>
          <p:sp>
            <p:nvSpPr>
              <p:cNvPr id="99975" name="Line 489"/>
              <p:cNvSpPr/>
              <p:nvPr/>
            </p:nvSpPr>
            <p:spPr>
              <a:xfrm>
                <a:off x="2611" y="3935"/>
                <a:ext cx="1" cy="1"/>
              </a:xfrm>
              <a:prstGeom prst="line">
                <a:avLst/>
              </a:prstGeom>
              <a:ln w="11113" cap="flat" cmpd="sng">
                <a:solidFill>
                  <a:srgbClr val="000000"/>
                </a:solidFill>
                <a:prstDash val="solid"/>
                <a:headEnd type="none" w="med" len="med"/>
                <a:tailEnd type="none" w="med" len="med"/>
              </a:ln>
            </p:spPr>
          </p:sp>
          <p:sp>
            <p:nvSpPr>
              <p:cNvPr id="99976" name="Line 490"/>
              <p:cNvSpPr/>
              <p:nvPr/>
            </p:nvSpPr>
            <p:spPr>
              <a:xfrm>
                <a:off x="2611" y="3894"/>
                <a:ext cx="1" cy="1"/>
              </a:xfrm>
              <a:prstGeom prst="line">
                <a:avLst/>
              </a:prstGeom>
              <a:ln w="11113" cap="flat" cmpd="sng">
                <a:solidFill>
                  <a:srgbClr val="000000"/>
                </a:solidFill>
                <a:prstDash val="solid"/>
                <a:headEnd type="none" w="med" len="med"/>
                <a:tailEnd type="none" w="med" len="med"/>
              </a:ln>
            </p:spPr>
          </p:sp>
          <p:sp>
            <p:nvSpPr>
              <p:cNvPr id="99977" name="Line 491"/>
              <p:cNvSpPr/>
              <p:nvPr/>
            </p:nvSpPr>
            <p:spPr>
              <a:xfrm>
                <a:off x="2611" y="3853"/>
                <a:ext cx="1" cy="1"/>
              </a:xfrm>
              <a:prstGeom prst="line">
                <a:avLst/>
              </a:prstGeom>
              <a:ln w="11113" cap="flat" cmpd="sng">
                <a:solidFill>
                  <a:srgbClr val="000000"/>
                </a:solidFill>
                <a:prstDash val="solid"/>
                <a:headEnd type="none" w="med" len="med"/>
                <a:tailEnd type="none" w="med" len="med"/>
              </a:ln>
            </p:spPr>
          </p:sp>
          <p:sp>
            <p:nvSpPr>
              <p:cNvPr id="99978" name="Line 492"/>
              <p:cNvSpPr/>
              <p:nvPr/>
            </p:nvSpPr>
            <p:spPr>
              <a:xfrm>
                <a:off x="2611" y="3812"/>
                <a:ext cx="1" cy="1"/>
              </a:xfrm>
              <a:prstGeom prst="line">
                <a:avLst/>
              </a:prstGeom>
              <a:ln w="11113" cap="flat" cmpd="sng">
                <a:solidFill>
                  <a:srgbClr val="000000"/>
                </a:solidFill>
                <a:prstDash val="solid"/>
                <a:headEnd type="none" w="med" len="med"/>
                <a:tailEnd type="none" w="med" len="med"/>
              </a:ln>
            </p:spPr>
          </p:sp>
          <p:sp>
            <p:nvSpPr>
              <p:cNvPr id="99979" name="Line 493"/>
              <p:cNvSpPr/>
              <p:nvPr/>
            </p:nvSpPr>
            <p:spPr>
              <a:xfrm>
                <a:off x="2611" y="3771"/>
                <a:ext cx="1" cy="1"/>
              </a:xfrm>
              <a:prstGeom prst="line">
                <a:avLst/>
              </a:prstGeom>
              <a:ln w="11113" cap="flat" cmpd="sng">
                <a:solidFill>
                  <a:srgbClr val="000000"/>
                </a:solidFill>
                <a:prstDash val="solid"/>
                <a:headEnd type="none" w="med" len="med"/>
                <a:tailEnd type="none" w="med" len="med"/>
              </a:ln>
            </p:spPr>
          </p:sp>
          <p:sp>
            <p:nvSpPr>
              <p:cNvPr id="99980" name="Line 494"/>
              <p:cNvSpPr/>
              <p:nvPr/>
            </p:nvSpPr>
            <p:spPr>
              <a:xfrm>
                <a:off x="2611" y="3730"/>
                <a:ext cx="1" cy="1"/>
              </a:xfrm>
              <a:prstGeom prst="line">
                <a:avLst/>
              </a:prstGeom>
              <a:ln w="11113" cap="flat" cmpd="sng">
                <a:solidFill>
                  <a:srgbClr val="000000"/>
                </a:solidFill>
                <a:prstDash val="solid"/>
                <a:headEnd type="none" w="med" len="med"/>
                <a:tailEnd type="none" w="med" len="med"/>
              </a:ln>
            </p:spPr>
          </p:sp>
          <p:sp>
            <p:nvSpPr>
              <p:cNvPr id="99981" name="Line 495"/>
              <p:cNvSpPr/>
              <p:nvPr/>
            </p:nvSpPr>
            <p:spPr>
              <a:xfrm>
                <a:off x="2611" y="3689"/>
                <a:ext cx="1" cy="1"/>
              </a:xfrm>
              <a:prstGeom prst="line">
                <a:avLst/>
              </a:prstGeom>
              <a:ln w="11113" cap="flat" cmpd="sng">
                <a:solidFill>
                  <a:srgbClr val="000000"/>
                </a:solidFill>
                <a:prstDash val="solid"/>
                <a:headEnd type="none" w="med" len="med"/>
                <a:tailEnd type="none" w="med" len="med"/>
              </a:ln>
            </p:spPr>
          </p:sp>
          <p:sp>
            <p:nvSpPr>
              <p:cNvPr id="99982" name="Line 496"/>
              <p:cNvSpPr/>
              <p:nvPr/>
            </p:nvSpPr>
            <p:spPr>
              <a:xfrm>
                <a:off x="2611" y="3648"/>
                <a:ext cx="1" cy="1"/>
              </a:xfrm>
              <a:prstGeom prst="line">
                <a:avLst/>
              </a:prstGeom>
              <a:ln w="11113" cap="flat" cmpd="sng">
                <a:solidFill>
                  <a:srgbClr val="000000"/>
                </a:solidFill>
                <a:prstDash val="solid"/>
                <a:headEnd type="none" w="med" len="med"/>
                <a:tailEnd type="none" w="med" len="med"/>
              </a:ln>
            </p:spPr>
          </p:sp>
          <p:sp>
            <p:nvSpPr>
              <p:cNvPr id="99983" name="Line 497"/>
              <p:cNvSpPr/>
              <p:nvPr/>
            </p:nvSpPr>
            <p:spPr>
              <a:xfrm>
                <a:off x="2611" y="3607"/>
                <a:ext cx="1" cy="1"/>
              </a:xfrm>
              <a:prstGeom prst="line">
                <a:avLst/>
              </a:prstGeom>
              <a:ln w="11113" cap="flat" cmpd="sng">
                <a:solidFill>
                  <a:srgbClr val="000000"/>
                </a:solidFill>
                <a:prstDash val="solid"/>
                <a:headEnd type="none" w="med" len="med"/>
                <a:tailEnd type="none" w="med" len="med"/>
              </a:ln>
            </p:spPr>
          </p:sp>
          <p:sp>
            <p:nvSpPr>
              <p:cNvPr id="99984" name="Line 498"/>
              <p:cNvSpPr/>
              <p:nvPr/>
            </p:nvSpPr>
            <p:spPr>
              <a:xfrm>
                <a:off x="2611" y="3566"/>
                <a:ext cx="1" cy="1"/>
              </a:xfrm>
              <a:prstGeom prst="line">
                <a:avLst/>
              </a:prstGeom>
              <a:ln w="11113" cap="flat" cmpd="sng">
                <a:solidFill>
                  <a:srgbClr val="000000"/>
                </a:solidFill>
                <a:prstDash val="solid"/>
                <a:headEnd type="none" w="med" len="med"/>
                <a:tailEnd type="none" w="med" len="med"/>
              </a:ln>
            </p:spPr>
          </p:sp>
          <p:sp>
            <p:nvSpPr>
              <p:cNvPr id="99985" name="Line 499"/>
              <p:cNvSpPr/>
              <p:nvPr/>
            </p:nvSpPr>
            <p:spPr>
              <a:xfrm>
                <a:off x="2611" y="3525"/>
                <a:ext cx="1" cy="1"/>
              </a:xfrm>
              <a:prstGeom prst="line">
                <a:avLst/>
              </a:prstGeom>
              <a:ln w="11113" cap="flat" cmpd="sng">
                <a:solidFill>
                  <a:srgbClr val="000000"/>
                </a:solidFill>
                <a:prstDash val="solid"/>
                <a:headEnd type="none" w="med" len="med"/>
                <a:tailEnd type="none" w="med" len="med"/>
              </a:ln>
            </p:spPr>
          </p:sp>
          <p:sp>
            <p:nvSpPr>
              <p:cNvPr id="99986" name="Line 500"/>
              <p:cNvSpPr/>
              <p:nvPr/>
            </p:nvSpPr>
            <p:spPr>
              <a:xfrm>
                <a:off x="2611" y="3484"/>
                <a:ext cx="1" cy="1"/>
              </a:xfrm>
              <a:prstGeom prst="line">
                <a:avLst/>
              </a:prstGeom>
              <a:ln w="11113" cap="flat" cmpd="sng">
                <a:solidFill>
                  <a:srgbClr val="000000"/>
                </a:solidFill>
                <a:prstDash val="solid"/>
                <a:headEnd type="none" w="med" len="med"/>
                <a:tailEnd type="none" w="med" len="med"/>
              </a:ln>
            </p:spPr>
          </p:sp>
          <p:sp>
            <p:nvSpPr>
              <p:cNvPr id="99987" name="Line 501"/>
              <p:cNvSpPr/>
              <p:nvPr/>
            </p:nvSpPr>
            <p:spPr>
              <a:xfrm>
                <a:off x="2611" y="3443"/>
                <a:ext cx="1" cy="1"/>
              </a:xfrm>
              <a:prstGeom prst="line">
                <a:avLst/>
              </a:prstGeom>
              <a:ln w="11113" cap="flat" cmpd="sng">
                <a:solidFill>
                  <a:srgbClr val="000000"/>
                </a:solidFill>
                <a:prstDash val="solid"/>
                <a:headEnd type="none" w="med" len="med"/>
                <a:tailEnd type="none" w="med" len="med"/>
              </a:ln>
            </p:spPr>
          </p:sp>
          <p:sp>
            <p:nvSpPr>
              <p:cNvPr id="99988" name="Line 502"/>
              <p:cNvSpPr/>
              <p:nvPr/>
            </p:nvSpPr>
            <p:spPr>
              <a:xfrm flipV="1">
                <a:off x="2611" y="3443"/>
                <a:ext cx="1" cy="656"/>
              </a:xfrm>
              <a:prstGeom prst="line">
                <a:avLst/>
              </a:prstGeom>
              <a:ln w="11113" cap="flat" cmpd="sng">
                <a:solidFill>
                  <a:srgbClr val="000000"/>
                </a:solidFill>
                <a:prstDash val="solid"/>
                <a:headEnd type="none" w="med" len="med"/>
                <a:tailEnd type="none" w="med" len="med"/>
              </a:ln>
            </p:spPr>
          </p:sp>
          <p:sp>
            <p:nvSpPr>
              <p:cNvPr id="99989" name="Freeform 503"/>
              <p:cNvSpPr/>
              <p:nvPr/>
            </p:nvSpPr>
            <p:spPr>
              <a:xfrm>
                <a:off x="533" y="3509"/>
                <a:ext cx="1817" cy="590"/>
              </a:xfrm>
              <a:custGeom>
                <a:avLst/>
                <a:gdLst/>
                <a:ahLst/>
                <a:cxnLst>
                  <a:cxn ang="0">
                    <a:pos x="26" y="589"/>
                  </a:cxn>
                  <a:cxn ang="0">
                    <a:pos x="54" y="585"/>
                  </a:cxn>
                  <a:cxn ang="0">
                    <a:pos x="83" y="113"/>
                  </a:cxn>
                  <a:cxn ang="0">
                    <a:pos x="112" y="422"/>
                  </a:cxn>
                  <a:cxn ang="0">
                    <a:pos x="141" y="557"/>
                  </a:cxn>
                  <a:cxn ang="0">
                    <a:pos x="169" y="580"/>
                  </a:cxn>
                  <a:cxn ang="0">
                    <a:pos x="198" y="588"/>
                  </a:cxn>
                  <a:cxn ang="0">
                    <a:pos x="226" y="590"/>
                  </a:cxn>
                  <a:cxn ang="0">
                    <a:pos x="255" y="572"/>
                  </a:cxn>
                  <a:cxn ang="0">
                    <a:pos x="284" y="220"/>
                  </a:cxn>
                  <a:cxn ang="0">
                    <a:pos x="312" y="314"/>
                  </a:cxn>
                  <a:cxn ang="0">
                    <a:pos x="341" y="562"/>
                  </a:cxn>
                  <a:cxn ang="0">
                    <a:pos x="369" y="586"/>
                  </a:cxn>
                  <a:cxn ang="0">
                    <a:pos x="398" y="590"/>
                  </a:cxn>
                  <a:cxn ang="0">
                    <a:pos x="426" y="585"/>
                  </a:cxn>
                  <a:cxn ang="0">
                    <a:pos x="455" y="561"/>
                  </a:cxn>
                  <a:cxn ang="0">
                    <a:pos x="484" y="336"/>
                  </a:cxn>
                  <a:cxn ang="0">
                    <a:pos x="512" y="198"/>
                  </a:cxn>
                  <a:cxn ang="0">
                    <a:pos x="541" y="575"/>
                  </a:cxn>
                  <a:cxn ang="0">
                    <a:pos x="569" y="590"/>
                  </a:cxn>
                  <a:cxn ang="0">
                    <a:pos x="598" y="588"/>
                  </a:cxn>
                  <a:cxn ang="0">
                    <a:pos x="627" y="578"/>
                  </a:cxn>
                  <a:cxn ang="0">
                    <a:pos x="655" y="556"/>
                  </a:cxn>
                  <a:cxn ang="0">
                    <a:pos x="684" y="441"/>
                  </a:cxn>
                  <a:cxn ang="0">
                    <a:pos x="712" y="95"/>
                  </a:cxn>
                  <a:cxn ang="0">
                    <a:pos x="741" y="587"/>
                  </a:cxn>
                  <a:cxn ang="0">
                    <a:pos x="770" y="588"/>
                  </a:cxn>
                  <a:cxn ang="0">
                    <a:pos x="798" y="582"/>
                  </a:cxn>
                  <a:cxn ang="0">
                    <a:pos x="827" y="574"/>
                  </a:cxn>
                  <a:cxn ang="0">
                    <a:pos x="855" y="561"/>
                  </a:cxn>
                  <a:cxn ang="0">
                    <a:pos x="884" y="521"/>
                  </a:cxn>
                  <a:cxn ang="0">
                    <a:pos x="913" y="24"/>
                  </a:cxn>
                  <a:cxn ang="0">
                    <a:pos x="941" y="589"/>
                  </a:cxn>
                  <a:cxn ang="0">
                    <a:pos x="970" y="581"/>
                  </a:cxn>
                  <a:cxn ang="0">
                    <a:pos x="998" y="576"/>
                  </a:cxn>
                  <a:cxn ang="0">
                    <a:pos x="1027" y="573"/>
                  </a:cxn>
                  <a:cxn ang="0">
                    <a:pos x="1056" y="571"/>
                  </a:cxn>
                  <a:cxn ang="0">
                    <a:pos x="1084" y="570"/>
                  </a:cxn>
                  <a:cxn ang="0">
                    <a:pos x="1112" y="0"/>
                  </a:cxn>
                  <a:cxn ang="0">
                    <a:pos x="1141" y="568"/>
                  </a:cxn>
                  <a:cxn ang="0">
                    <a:pos x="1170" y="570"/>
                  </a:cxn>
                  <a:cxn ang="0">
                    <a:pos x="1199" y="573"/>
                  </a:cxn>
                  <a:cxn ang="0">
                    <a:pos x="1227" y="576"/>
                  </a:cxn>
                  <a:cxn ang="0">
                    <a:pos x="1255" y="581"/>
                  </a:cxn>
                  <a:cxn ang="0">
                    <a:pos x="1284" y="589"/>
                  </a:cxn>
                  <a:cxn ang="0">
                    <a:pos x="1313" y="27"/>
                  </a:cxn>
                  <a:cxn ang="0">
                    <a:pos x="1341" y="518"/>
                  </a:cxn>
                  <a:cxn ang="0">
                    <a:pos x="1370" y="560"/>
                  </a:cxn>
                  <a:cxn ang="0">
                    <a:pos x="1398" y="574"/>
                  </a:cxn>
                  <a:cxn ang="0">
                    <a:pos x="1427" y="582"/>
                  </a:cxn>
                  <a:cxn ang="0">
                    <a:pos x="1456" y="589"/>
                  </a:cxn>
                  <a:cxn ang="0">
                    <a:pos x="1484" y="587"/>
                  </a:cxn>
                  <a:cxn ang="0">
                    <a:pos x="1513" y="100"/>
                  </a:cxn>
                  <a:cxn ang="0">
                    <a:pos x="1542" y="436"/>
                  </a:cxn>
                  <a:cxn ang="0">
                    <a:pos x="1570" y="556"/>
                  </a:cxn>
                  <a:cxn ang="0">
                    <a:pos x="1599" y="579"/>
                  </a:cxn>
                  <a:cxn ang="0">
                    <a:pos x="1627" y="588"/>
                  </a:cxn>
                  <a:cxn ang="0">
                    <a:pos x="1656" y="590"/>
                  </a:cxn>
                  <a:cxn ang="0">
                    <a:pos x="1685" y="574"/>
                  </a:cxn>
                  <a:cxn ang="0">
                    <a:pos x="1713" y="204"/>
                  </a:cxn>
                  <a:cxn ang="0">
                    <a:pos x="1742" y="330"/>
                  </a:cxn>
                  <a:cxn ang="0">
                    <a:pos x="1770" y="561"/>
                  </a:cxn>
                  <a:cxn ang="0">
                    <a:pos x="1799" y="585"/>
                  </a:cxn>
                </a:cxnLst>
                <a:pathLst>
                  <a:path w="3634" h="3541">
                    <a:moveTo>
                      <a:pt x="0" y="3475"/>
                    </a:moveTo>
                    <a:lnTo>
                      <a:pt x="5" y="3454"/>
                    </a:lnTo>
                    <a:lnTo>
                      <a:pt x="10" y="3440"/>
                    </a:lnTo>
                    <a:lnTo>
                      <a:pt x="16" y="3435"/>
                    </a:lnTo>
                    <a:lnTo>
                      <a:pt x="21" y="3443"/>
                    </a:lnTo>
                    <a:lnTo>
                      <a:pt x="26" y="3462"/>
                    </a:lnTo>
                    <a:lnTo>
                      <a:pt x="31" y="3486"/>
                    </a:lnTo>
                    <a:lnTo>
                      <a:pt x="36" y="3511"/>
                    </a:lnTo>
                    <a:lnTo>
                      <a:pt x="41" y="3532"/>
                    </a:lnTo>
                    <a:lnTo>
                      <a:pt x="47" y="3541"/>
                    </a:lnTo>
                    <a:lnTo>
                      <a:pt x="52" y="3535"/>
                    </a:lnTo>
                    <a:lnTo>
                      <a:pt x="57" y="3515"/>
                    </a:lnTo>
                    <a:lnTo>
                      <a:pt x="62" y="3481"/>
                    </a:lnTo>
                    <a:lnTo>
                      <a:pt x="67" y="3439"/>
                    </a:lnTo>
                    <a:lnTo>
                      <a:pt x="72" y="3395"/>
                    </a:lnTo>
                    <a:lnTo>
                      <a:pt x="77" y="3360"/>
                    </a:lnTo>
                    <a:lnTo>
                      <a:pt x="83" y="3341"/>
                    </a:lnTo>
                    <a:lnTo>
                      <a:pt x="88" y="3342"/>
                    </a:lnTo>
                    <a:lnTo>
                      <a:pt x="93" y="3366"/>
                    </a:lnTo>
                    <a:lnTo>
                      <a:pt x="98" y="3410"/>
                    </a:lnTo>
                    <a:lnTo>
                      <a:pt x="103" y="3463"/>
                    </a:lnTo>
                    <a:lnTo>
                      <a:pt x="108" y="3512"/>
                    </a:lnTo>
                    <a:lnTo>
                      <a:pt x="115" y="3540"/>
                    </a:lnTo>
                    <a:lnTo>
                      <a:pt x="120" y="3527"/>
                    </a:lnTo>
                    <a:lnTo>
                      <a:pt x="125" y="3456"/>
                    </a:lnTo>
                    <a:lnTo>
                      <a:pt x="130" y="3312"/>
                    </a:lnTo>
                    <a:lnTo>
                      <a:pt x="135" y="3089"/>
                    </a:lnTo>
                    <a:lnTo>
                      <a:pt x="140" y="2784"/>
                    </a:lnTo>
                    <a:lnTo>
                      <a:pt x="146" y="2409"/>
                    </a:lnTo>
                    <a:lnTo>
                      <a:pt x="151" y="1982"/>
                    </a:lnTo>
                    <a:lnTo>
                      <a:pt x="156" y="1530"/>
                    </a:lnTo>
                    <a:lnTo>
                      <a:pt x="161" y="1084"/>
                    </a:lnTo>
                    <a:lnTo>
                      <a:pt x="166" y="679"/>
                    </a:lnTo>
                    <a:lnTo>
                      <a:pt x="171" y="348"/>
                    </a:lnTo>
                    <a:lnTo>
                      <a:pt x="177" y="117"/>
                    </a:lnTo>
                    <a:lnTo>
                      <a:pt x="182" y="7"/>
                    </a:lnTo>
                    <a:lnTo>
                      <a:pt x="187" y="29"/>
                    </a:lnTo>
                    <a:lnTo>
                      <a:pt x="192" y="178"/>
                    </a:lnTo>
                    <a:lnTo>
                      <a:pt x="197" y="443"/>
                    </a:lnTo>
                    <a:lnTo>
                      <a:pt x="202" y="802"/>
                    </a:lnTo>
                    <a:lnTo>
                      <a:pt x="208" y="1224"/>
                    </a:lnTo>
                    <a:lnTo>
                      <a:pt x="213" y="1675"/>
                    </a:lnTo>
                    <a:lnTo>
                      <a:pt x="218" y="2123"/>
                    </a:lnTo>
                    <a:lnTo>
                      <a:pt x="223" y="2535"/>
                    </a:lnTo>
                    <a:lnTo>
                      <a:pt x="228" y="2889"/>
                    </a:lnTo>
                    <a:lnTo>
                      <a:pt x="233" y="3168"/>
                    </a:lnTo>
                    <a:lnTo>
                      <a:pt x="239" y="3366"/>
                    </a:lnTo>
                    <a:lnTo>
                      <a:pt x="244" y="3486"/>
                    </a:lnTo>
                    <a:lnTo>
                      <a:pt x="249" y="3536"/>
                    </a:lnTo>
                    <a:lnTo>
                      <a:pt x="254" y="3534"/>
                    </a:lnTo>
                    <a:lnTo>
                      <a:pt x="259" y="3497"/>
                    </a:lnTo>
                    <a:lnTo>
                      <a:pt x="265" y="3446"/>
                    </a:lnTo>
                    <a:lnTo>
                      <a:pt x="271" y="3394"/>
                    </a:lnTo>
                    <a:lnTo>
                      <a:pt x="276" y="3356"/>
                    </a:lnTo>
                    <a:lnTo>
                      <a:pt x="281" y="3340"/>
                    </a:lnTo>
                    <a:lnTo>
                      <a:pt x="286" y="3344"/>
                    </a:lnTo>
                    <a:lnTo>
                      <a:pt x="291" y="3370"/>
                    </a:lnTo>
                    <a:lnTo>
                      <a:pt x="296" y="3409"/>
                    </a:lnTo>
                    <a:lnTo>
                      <a:pt x="302" y="3452"/>
                    </a:lnTo>
                    <a:lnTo>
                      <a:pt x="307" y="3493"/>
                    </a:lnTo>
                    <a:lnTo>
                      <a:pt x="312" y="3523"/>
                    </a:lnTo>
                    <a:lnTo>
                      <a:pt x="317" y="3539"/>
                    </a:lnTo>
                    <a:lnTo>
                      <a:pt x="322" y="3540"/>
                    </a:lnTo>
                    <a:lnTo>
                      <a:pt x="327" y="3526"/>
                    </a:lnTo>
                    <a:lnTo>
                      <a:pt x="333" y="3504"/>
                    </a:lnTo>
                    <a:lnTo>
                      <a:pt x="338" y="3478"/>
                    </a:lnTo>
                    <a:lnTo>
                      <a:pt x="343" y="3455"/>
                    </a:lnTo>
                    <a:lnTo>
                      <a:pt x="348" y="3440"/>
                    </a:lnTo>
                    <a:lnTo>
                      <a:pt x="353" y="3435"/>
                    </a:lnTo>
                    <a:lnTo>
                      <a:pt x="358" y="3443"/>
                    </a:lnTo>
                    <a:lnTo>
                      <a:pt x="364" y="3459"/>
                    </a:lnTo>
                    <a:lnTo>
                      <a:pt x="369" y="3482"/>
                    </a:lnTo>
                    <a:lnTo>
                      <a:pt x="374" y="3507"/>
                    </a:lnTo>
                    <a:lnTo>
                      <a:pt x="379" y="3527"/>
                    </a:lnTo>
                    <a:lnTo>
                      <a:pt x="384" y="3539"/>
                    </a:lnTo>
                    <a:lnTo>
                      <a:pt x="389" y="3540"/>
                    </a:lnTo>
                    <a:lnTo>
                      <a:pt x="395" y="3531"/>
                    </a:lnTo>
                    <a:lnTo>
                      <a:pt x="400" y="3512"/>
                    </a:lnTo>
                    <a:lnTo>
                      <a:pt x="405" y="3488"/>
                    </a:lnTo>
                    <a:lnTo>
                      <a:pt x="410" y="3464"/>
                    </a:lnTo>
                    <a:lnTo>
                      <a:pt x="416" y="3446"/>
                    </a:lnTo>
                    <a:lnTo>
                      <a:pt x="421" y="3436"/>
                    </a:lnTo>
                    <a:lnTo>
                      <a:pt x="427" y="3437"/>
                    </a:lnTo>
                    <a:lnTo>
                      <a:pt x="432" y="3451"/>
                    </a:lnTo>
                    <a:lnTo>
                      <a:pt x="437" y="3473"/>
                    </a:lnTo>
                    <a:lnTo>
                      <a:pt x="442" y="3498"/>
                    </a:lnTo>
                    <a:lnTo>
                      <a:pt x="447" y="3522"/>
                    </a:lnTo>
                    <a:lnTo>
                      <a:pt x="452" y="3538"/>
                    </a:lnTo>
                    <a:lnTo>
                      <a:pt x="457" y="3540"/>
                    </a:lnTo>
                    <a:lnTo>
                      <a:pt x="463" y="3528"/>
                    </a:lnTo>
                    <a:lnTo>
                      <a:pt x="468" y="3501"/>
                    </a:lnTo>
                    <a:lnTo>
                      <a:pt x="473" y="3462"/>
                    </a:lnTo>
                    <a:lnTo>
                      <a:pt x="478" y="3418"/>
                    </a:lnTo>
                    <a:lnTo>
                      <a:pt x="483" y="3378"/>
                    </a:lnTo>
                    <a:lnTo>
                      <a:pt x="488" y="3349"/>
                    </a:lnTo>
                    <a:lnTo>
                      <a:pt x="494" y="3338"/>
                    </a:lnTo>
                    <a:lnTo>
                      <a:pt x="499" y="3350"/>
                    </a:lnTo>
                    <a:lnTo>
                      <a:pt x="504" y="3385"/>
                    </a:lnTo>
                    <a:lnTo>
                      <a:pt x="509" y="3433"/>
                    </a:lnTo>
                    <a:lnTo>
                      <a:pt x="514" y="3487"/>
                    </a:lnTo>
                    <a:lnTo>
                      <a:pt x="519" y="3528"/>
                    </a:lnTo>
                    <a:lnTo>
                      <a:pt x="525" y="3540"/>
                    </a:lnTo>
                    <a:lnTo>
                      <a:pt x="530" y="3503"/>
                    </a:lnTo>
                    <a:lnTo>
                      <a:pt x="535" y="3399"/>
                    </a:lnTo>
                    <a:lnTo>
                      <a:pt x="540" y="3220"/>
                    </a:lnTo>
                    <a:lnTo>
                      <a:pt x="545" y="2957"/>
                    </a:lnTo>
                    <a:lnTo>
                      <a:pt x="550" y="2619"/>
                    </a:lnTo>
                    <a:lnTo>
                      <a:pt x="556" y="2217"/>
                    </a:lnTo>
                    <a:lnTo>
                      <a:pt x="561" y="1775"/>
                    </a:lnTo>
                    <a:lnTo>
                      <a:pt x="567" y="1323"/>
                    </a:lnTo>
                    <a:lnTo>
                      <a:pt x="572" y="891"/>
                    </a:lnTo>
                    <a:lnTo>
                      <a:pt x="577" y="516"/>
                    </a:lnTo>
                    <a:lnTo>
                      <a:pt x="582" y="228"/>
                    </a:lnTo>
                    <a:lnTo>
                      <a:pt x="588" y="51"/>
                    </a:lnTo>
                    <a:lnTo>
                      <a:pt x="593" y="1"/>
                    </a:lnTo>
                    <a:lnTo>
                      <a:pt x="598" y="82"/>
                    </a:lnTo>
                    <a:lnTo>
                      <a:pt x="603" y="287"/>
                    </a:lnTo>
                    <a:lnTo>
                      <a:pt x="608" y="599"/>
                    </a:lnTo>
                    <a:lnTo>
                      <a:pt x="613" y="990"/>
                    </a:lnTo>
                    <a:lnTo>
                      <a:pt x="619" y="1430"/>
                    </a:lnTo>
                    <a:lnTo>
                      <a:pt x="624" y="1883"/>
                    </a:lnTo>
                    <a:lnTo>
                      <a:pt x="629" y="2319"/>
                    </a:lnTo>
                    <a:lnTo>
                      <a:pt x="634" y="2706"/>
                    </a:lnTo>
                    <a:lnTo>
                      <a:pt x="639" y="3028"/>
                    </a:lnTo>
                    <a:lnTo>
                      <a:pt x="644" y="3269"/>
                    </a:lnTo>
                    <a:lnTo>
                      <a:pt x="650" y="3431"/>
                    </a:lnTo>
                    <a:lnTo>
                      <a:pt x="655" y="3517"/>
                    </a:lnTo>
                    <a:lnTo>
                      <a:pt x="660" y="3541"/>
                    </a:lnTo>
                    <a:lnTo>
                      <a:pt x="665" y="3520"/>
                    </a:lnTo>
                    <a:lnTo>
                      <a:pt x="670" y="3474"/>
                    </a:lnTo>
                    <a:lnTo>
                      <a:pt x="675" y="3420"/>
                    </a:lnTo>
                    <a:lnTo>
                      <a:pt x="681" y="3374"/>
                    </a:lnTo>
                    <a:lnTo>
                      <a:pt x="686" y="3345"/>
                    </a:lnTo>
                    <a:lnTo>
                      <a:pt x="691" y="3338"/>
                    </a:lnTo>
                    <a:lnTo>
                      <a:pt x="696" y="3355"/>
                    </a:lnTo>
                    <a:lnTo>
                      <a:pt x="701" y="3387"/>
                    </a:lnTo>
                    <a:lnTo>
                      <a:pt x="706" y="3428"/>
                    </a:lnTo>
                    <a:lnTo>
                      <a:pt x="712" y="3472"/>
                    </a:lnTo>
                    <a:lnTo>
                      <a:pt x="717" y="3509"/>
                    </a:lnTo>
                    <a:lnTo>
                      <a:pt x="723" y="3532"/>
                    </a:lnTo>
                    <a:lnTo>
                      <a:pt x="728" y="3541"/>
                    </a:lnTo>
                    <a:lnTo>
                      <a:pt x="733" y="3535"/>
                    </a:lnTo>
                    <a:lnTo>
                      <a:pt x="738" y="3517"/>
                    </a:lnTo>
                    <a:lnTo>
                      <a:pt x="744" y="3492"/>
                    </a:lnTo>
                    <a:lnTo>
                      <a:pt x="749" y="3467"/>
                    </a:lnTo>
                    <a:lnTo>
                      <a:pt x="754" y="3447"/>
                    </a:lnTo>
                    <a:lnTo>
                      <a:pt x="759" y="3436"/>
                    </a:lnTo>
                    <a:lnTo>
                      <a:pt x="764" y="3437"/>
                    </a:lnTo>
                    <a:lnTo>
                      <a:pt x="769" y="3449"/>
                    </a:lnTo>
                    <a:lnTo>
                      <a:pt x="775" y="3470"/>
                    </a:lnTo>
                    <a:lnTo>
                      <a:pt x="780" y="3494"/>
                    </a:lnTo>
                    <a:lnTo>
                      <a:pt x="785" y="3517"/>
                    </a:lnTo>
                    <a:lnTo>
                      <a:pt x="790" y="3534"/>
                    </a:lnTo>
                    <a:lnTo>
                      <a:pt x="795" y="3541"/>
                    </a:lnTo>
                    <a:lnTo>
                      <a:pt x="800" y="3536"/>
                    </a:lnTo>
                    <a:lnTo>
                      <a:pt x="806" y="3523"/>
                    </a:lnTo>
                    <a:lnTo>
                      <a:pt x="811" y="3501"/>
                    </a:lnTo>
                    <a:lnTo>
                      <a:pt x="816" y="3477"/>
                    </a:lnTo>
                    <a:lnTo>
                      <a:pt x="821" y="3455"/>
                    </a:lnTo>
                    <a:lnTo>
                      <a:pt x="826" y="3440"/>
                    </a:lnTo>
                    <a:lnTo>
                      <a:pt x="831" y="3435"/>
                    </a:lnTo>
                    <a:lnTo>
                      <a:pt x="837" y="3443"/>
                    </a:lnTo>
                    <a:lnTo>
                      <a:pt x="842" y="3460"/>
                    </a:lnTo>
                    <a:lnTo>
                      <a:pt x="847" y="3485"/>
                    </a:lnTo>
                    <a:lnTo>
                      <a:pt x="852" y="3510"/>
                    </a:lnTo>
                    <a:lnTo>
                      <a:pt x="857" y="3531"/>
                    </a:lnTo>
                    <a:lnTo>
                      <a:pt x="862" y="3541"/>
                    </a:lnTo>
                    <a:lnTo>
                      <a:pt x="867" y="3536"/>
                    </a:lnTo>
                    <a:lnTo>
                      <a:pt x="874" y="3517"/>
                    </a:lnTo>
                    <a:lnTo>
                      <a:pt x="879" y="3484"/>
                    </a:lnTo>
                    <a:lnTo>
                      <a:pt x="884" y="3442"/>
                    </a:lnTo>
                    <a:lnTo>
                      <a:pt x="889" y="3398"/>
                    </a:lnTo>
                    <a:lnTo>
                      <a:pt x="894" y="3363"/>
                    </a:lnTo>
                    <a:lnTo>
                      <a:pt x="899" y="3342"/>
                    </a:lnTo>
                    <a:lnTo>
                      <a:pt x="905" y="3341"/>
                    </a:lnTo>
                    <a:lnTo>
                      <a:pt x="910" y="3364"/>
                    </a:lnTo>
                    <a:lnTo>
                      <a:pt x="915" y="3405"/>
                    </a:lnTo>
                    <a:lnTo>
                      <a:pt x="920" y="3458"/>
                    </a:lnTo>
                    <a:lnTo>
                      <a:pt x="925" y="3509"/>
                    </a:lnTo>
                    <a:lnTo>
                      <a:pt x="930" y="3539"/>
                    </a:lnTo>
                    <a:lnTo>
                      <a:pt x="936" y="3530"/>
                    </a:lnTo>
                    <a:lnTo>
                      <a:pt x="941" y="3464"/>
                    </a:lnTo>
                    <a:lnTo>
                      <a:pt x="946" y="3327"/>
                    </a:lnTo>
                    <a:lnTo>
                      <a:pt x="951" y="3109"/>
                    </a:lnTo>
                    <a:lnTo>
                      <a:pt x="956" y="2811"/>
                    </a:lnTo>
                    <a:lnTo>
                      <a:pt x="961" y="2442"/>
                    </a:lnTo>
                    <a:lnTo>
                      <a:pt x="967" y="2018"/>
                    </a:lnTo>
                    <a:lnTo>
                      <a:pt x="972" y="1567"/>
                    </a:lnTo>
                    <a:lnTo>
                      <a:pt x="977" y="1119"/>
                    </a:lnTo>
                    <a:lnTo>
                      <a:pt x="982" y="709"/>
                    </a:lnTo>
                    <a:lnTo>
                      <a:pt x="987" y="371"/>
                    </a:lnTo>
                    <a:lnTo>
                      <a:pt x="992" y="131"/>
                    </a:lnTo>
                    <a:lnTo>
                      <a:pt x="998" y="11"/>
                    </a:lnTo>
                    <a:lnTo>
                      <a:pt x="1003" y="22"/>
                    </a:lnTo>
                    <a:lnTo>
                      <a:pt x="1008" y="161"/>
                    </a:lnTo>
                    <a:lnTo>
                      <a:pt x="1013" y="419"/>
                    </a:lnTo>
                    <a:lnTo>
                      <a:pt x="1018" y="771"/>
                    </a:lnTo>
                    <a:lnTo>
                      <a:pt x="1024" y="1189"/>
                    </a:lnTo>
                    <a:lnTo>
                      <a:pt x="1030" y="1639"/>
                    </a:lnTo>
                    <a:lnTo>
                      <a:pt x="1035" y="2088"/>
                    </a:lnTo>
                    <a:lnTo>
                      <a:pt x="1040" y="2504"/>
                    </a:lnTo>
                    <a:lnTo>
                      <a:pt x="1045" y="2863"/>
                    </a:lnTo>
                    <a:lnTo>
                      <a:pt x="1050" y="3150"/>
                    </a:lnTo>
                    <a:lnTo>
                      <a:pt x="1055" y="3353"/>
                    </a:lnTo>
                    <a:lnTo>
                      <a:pt x="1061" y="3479"/>
                    </a:lnTo>
                    <a:lnTo>
                      <a:pt x="1066" y="3535"/>
                    </a:lnTo>
                    <a:lnTo>
                      <a:pt x="1071" y="3536"/>
                    </a:lnTo>
                    <a:lnTo>
                      <a:pt x="1076" y="3501"/>
                    </a:lnTo>
                    <a:lnTo>
                      <a:pt x="1081" y="3450"/>
                    </a:lnTo>
                    <a:lnTo>
                      <a:pt x="1086" y="3398"/>
                    </a:lnTo>
                    <a:lnTo>
                      <a:pt x="1092" y="3358"/>
                    </a:lnTo>
                    <a:lnTo>
                      <a:pt x="1097" y="3340"/>
                    </a:lnTo>
                    <a:lnTo>
                      <a:pt x="1102" y="3343"/>
                    </a:lnTo>
                    <a:lnTo>
                      <a:pt x="1107" y="3367"/>
                    </a:lnTo>
                    <a:lnTo>
                      <a:pt x="1112" y="3405"/>
                    </a:lnTo>
                    <a:lnTo>
                      <a:pt x="1117" y="3449"/>
                    </a:lnTo>
                    <a:lnTo>
                      <a:pt x="1123" y="3489"/>
                    </a:lnTo>
                    <a:lnTo>
                      <a:pt x="1128" y="3522"/>
                    </a:lnTo>
                    <a:lnTo>
                      <a:pt x="1133" y="3539"/>
                    </a:lnTo>
                    <a:lnTo>
                      <a:pt x="1138" y="3540"/>
                    </a:lnTo>
                    <a:lnTo>
                      <a:pt x="1143" y="3527"/>
                    </a:lnTo>
                    <a:lnTo>
                      <a:pt x="1148" y="3505"/>
                    </a:lnTo>
                    <a:lnTo>
                      <a:pt x="1154" y="3480"/>
                    </a:lnTo>
                    <a:lnTo>
                      <a:pt x="1159" y="3457"/>
                    </a:lnTo>
                    <a:lnTo>
                      <a:pt x="1164" y="3441"/>
                    </a:lnTo>
                    <a:lnTo>
                      <a:pt x="1169" y="3435"/>
                    </a:lnTo>
                    <a:lnTo>
                      <a:pt x="1175" y="3442"/>
                    </a:lnTo>
                    <a:lnTo>
                      <a:pt x="1180" y="3458"/>
                    </a:lnTo>
                    <a:lnTo>
                      <a:pt x="1186" y="3481"/>
                    </a:lnTo>
                    <a:lnTo>
                      <a:pt x="1191" y="3505"/>
                    </a:lnTo>
                    <a:lnTo>
                      <a:pt x="1196" y="3526"/>
                    </a:lnTo>
                    <a:lnTo>
                      <a:pt x="1201" y="3539"/>
                    </a:lnTo>
                    <a:lnTo>
                      <a:pt x="1206" y="3541"/>
                    </a:lnTo>
                    <a:lnTo>
                      <a:pt x="1211" y="3532"/>
                    </a:lnTo>
                    <a:lnTo>
                      <a:pt x="1217" y="3513"/>
                    </a:lnTo>
                    <a:lnTo>
                      <a:pt x="1222" y="3490"/>
                    </a:lnTo>
                    <a:lnTo>
                      <a:pt x="1227" y="3466"/>
                    </a:lnTo>
                    <a:lnTo>
                      <a:pt x="1232" y="3447"/>
                    </a:lnTo>
                    <a:lnTo>
                      <a:pt x="1237" y="3436"/>
                    </a:lnTo>
                    <a:lnTo>
                      <a:pt x="1242" y="3437"/>
                    </a:lnTo>
                    <a:lnTo>
                      <a:pt x="1247" y="3450"/>
                    </a:lnTo>
                    <a:lnTo>
                      <a:pt x="1253" y="3471"/>
                    </a:lnTo>
                    <a:lnTo>
                      <a:pt x="1258" y="3496"/>
                    </a:lnTo>
                    <a:lnTo>
                      <a:pt x="1263" y="3520"/>
                    </a:lnTo>
                    <a:lnTo>
                      <a:pt x="1268" y="3536"/>
                    </a:lnTo>
                    <a:lnTo>
                      <a:pt x="1273" y="3541"/>
                    </a:lnTo>
                    <a:lnTo>
                      <a:pt x="1278" y="3530"/>
                    </a:lnTo>
                    <a:lnTo>
                      <a:pt x="1284" y="3503"/>
                    </a:lnTo>
                    <a:lnTo>
                      <a:pt x="1289" y="3465"/>
                    </a:lnTo>
                    <a:lnTo>
                      <a:pt x="1294" y="3421"/>
                    </a:lnTo>
                    <a:lnTo>
                      <a:pt x="1299" y="3381"/>
                    </a:lnTo>
                    <a:lnTo>
                      <a:pt x="1304" y="3350"/>
                    </a:lnTo>
                    <a:lnTo>
                      <a:pt x="1309" y="3338"/>
                    </a:lnTo>
                    <a:lnTo>
                      <a:pt x="1315" y="3349"/>
                    </a:lnTo>
                    <a:lnTo>
                      <a:pt x="1320" y="3381"/>
                    </a:lnTo>
                    <a:lnTo>
                      <a:pt x="1326" y="3429"/>
                    </a:lnTo>
                    <a:lnTo>
                      <a:pt x="1331" y="3482"/>
                    </a:lnTo>
                    <a:lnTo>
                      <a:pt x="1336" y="3526"/>
                    </a:lnTo>
                    <a:lnTo>
                      <a:pt x="1341" y="3541"/>
                    </a:lnTo>
                    <a:lnTo>
                      <a:pt x="1347" y="3508"/>
                    </a:lnTo>
                    <a:lnTo>
                      <a:pt x="1352" y="3411"/>
                    </a:lnTo>
                    <a:lnTo>
                      <a:pt x="1357" y="3237"/>
                    </a:lnTo>
                    <a:lnTo>
                      <a:pt x="1362" y="2982"/>
                    </a:lnTo>
                    <a:lnTo>
                      <a:pt x="1367" y="2649"/>
                    </a:lnTo>
                    <a:lnTo>
                      <a:pt x="1372" y="2252"/>
                    </a:lnTo>
                    <a:lnTo>
                      <a:pt x="1378" y="1812"/>
                    </a:lnTo>
                    <a:lnTo>
                      <a:pt x="1383" y="1358"/>
                    </a:lnTo>
                    <a:lnTo>
                      <a:pt x="1388" y="923"/>
                    </a:lnTo>
                    <a:lnTo>
                      <a:pt x="1393" y="543"/>
                    </a:lnTo>
                    <a:lnTo>
                      <a:pt x="1398" y="246"/>
                    </a:lnTo>
                    <a:lnTo>
                      <a:pt x="1403" y="60"/>
                    </a:lnTo>
                    <a:lnTo>
                      <a:pt x="1409" y="0"/>
                    </a:lnTo>
                    <a:lnTo>
                      <a:pt x="1414" y="70"/>
                    </a:lnTo>
                    <a:lnTo>
                      <a:pt x="1419" y="267"/>
                    </a:lnTo>
                    <a:lnTo>
                      <a:pt x="1424" y="571"/>
                    </a:lnTo>
                    <a:lnTo>
                      <a:pt x="1429" y="957"/>
                    </a:lnTo>
                    <a:lnTo>
                      <a:pt x="1434" y="1394"/>
                    </a:lnTo>
                    <a:lnTo>
                      <a:pt x="1440" y="1848"/>
                    </a:lnTo>
                    <a:lnTo>
                      <a:pt x="1445" y="2285"/>
                    </a:lnTo>
                    <a:lnTo>
                      <a:pt x="1450" y="2678"/>
                    </a:lnTo>
                    <a:lnTo>
                      <a:pt x="1455" y="3005"/>
                    </a:lnTo>
                    <a:lnTo>
                      <a:pt x="1460" y="3253"/>
                    </a:lnTo>
                    <a:lnTo>
                      <a:pt x="1465" y="3421"/>
                    </a:lnTo>
                    <a:lnTo>
                      <a:pt x="1471" y="3512"/>
                    </a:lnTo>
                    <a:lnTo>
                      <a:pt x="1477" y="3541"/>
                    </a:lnTo>
                    <a:lnTo>
                      <a:pt x="1482" y="3524"/>
                    </a:lnTo>
                    <a:lnTo>
                      <a:pt x="1487" y="3479"/>
                    </a:lnTo>
                    <a:lnTo>
                      <a:pt x="1492" y="3425"/>
                    </a:lnTo>
                    <a:lnTo>
                      <a:pt x="1497" y="3378"/>
                    </a:lnTo>
                    <a:lnTo>
                      <a:pt x="1503" y="3348"/>
                    </a:lnTo>
                    <a:lnTo>
                      <a:pt x="1508" y="3338"/>
                    </a:lnTo>
                    <a:lnTo>
                      <a:pt x="1513" y="3352"/>
                    </a:lnTo>
                    <a:lnTo>
                      <a:pt x="1518" y="3383"/>
                    </a:lnTo>
                    <a:lnTo>
                      <a:pt x="1523" y="3425"/>
                    </a:lnTo>
                    <a:lnTo>
                      <a:pt x="1528" y="3469"/>
                    </a:lnTo>
                    <a:lnTo>
                      <a:pt x="1534" y="3505"/>
                    </a:lnTo>
                    <a:lnTo>
                      <a:pt x="1539" y="3531"/>
                    </a:lnTo>
                    <a:lnTo>
                      <a:pt x="1544" y="3541"/>
                    </a:lnTo>
                    <a:lnTo>
                      <a:pt x="1549" y="3535"/>
                    </a:lnTo>
                    <a:lnTo>
                      <a:pt x="1554" y="3518"/>
                    </a:lnTo>
                    <a:lnTo>
                      <a:pt x="1559" y="3494"/>
                    </a:lnTo>
                    <a:lnTo>
                      <a:pt x="1565" y="3469"/>
                    </a:lnTo>
                    <a:lnTo>
                      <a:pt x="1570" y="3448"/>
                    </a:lnTo>
                    <a:lnTo>
                      <a:pt x="1575" y="3436"/>
                    </a:lnTo>
                    <a:lnTo>
                      <a:pt x="1580" y="3437"/>
                    </a:lnTo>
                    <a:lnTo>
                      <a:pt x="1585" y="3448"/>
                    </a:lnTo>
                    <a:lnTo>
                      <a:pt x="1590" y="3469"/>
                    </a:lnTo>
                    <a:lnTo>
                      <a:pt x="1596" y="3492"/>
                    </a:lnTo>
                    <a:lnTo>
                      <a:pt x="1601" y="3516"/>
                    </a:lnTo>
                    <a:lnTo>
                      <a:pt x="1606" y="3533"/>
                    </a:lnTo>
                    <a:lnTo>
                      <a:pt x="1611" y="3541"/>
                    </a:lnTo>
                    <a:lnTo>
                      <a:pt x="1616" y="3538"/>
                    </a:lnTo>
                    <a:lnTo>
                      <a:pt x="1621" y="3524"/>
                    </a:lnTo>
                    <a:lnTo>
                      <a:pt x="1626" y="3503"/>
                    </a:lnTo>
                    <a:lnTo>
                      <a:pt x="1633" y="3479"/>
                    </a:lnTo>
                    <a:lnTo>
                      <a:pt x="1638" y="3456"/>
                    </a:lnTo>
                    <a:lnTo>
                      <a:pt x="1643" y="3441"/>
                    </a:lnTo>
                    <a:lnTo>
                      <a:pt x="1648" y="3435"/>
                    </a:lnTo>
                    <a:lnTo>
                      <a:pt x="1653" y="3442"/>
                    </a:lnTo>
                    <a:lnTo>
                      <a:pt x="1658" y="3458"/>
                    </a:lnTo>
                    <a:lnTo>
                      <a:pt x="1664" y="3482"/>
                    </a:lnTo>
                    <a:lnTo>
                      <a:pt x="1669" y="3508"/>
                    </a:lnTo>
                    <a:lnTo>
                      <a:pt x="1674" y="3530"/>
                    </a:lnTo>
                    <a:lnTo>
                      <a:pt x="1679" y="3540"/>
                    </a:lnTo>
                    <a:lnTo>
                      <a:pt x="1684" y="3538"/>
                    </a:lnTo>
                    <a:lnTo>
                      <a:pt x="1689" y="3519"/>
                    </a:lnTo>
                    <a:lnTo>
                      <a:pt x="1695" y="3487"/>
                    </a:lnTo>
                    <a:lnTo>
                      <a:pt x="1700" y="3446"/>
                    </a:lnTo>
                    <a:lnTo>
                      <a:pt x="1705" y="3402"/>
                    </a:lnTo>
                    <a:lnTo>
                      <a:pt x="1710" y="3365"/>
                    </a:lnTo>
                    <a:lnTo>
                      <a:pt x="1715" y="3342"/>
                    </a:lnTo>
                    <a:lnTo>
                      <a:pt x="1720" y="3341"/>
                    </a:lnTo>
                    <a:lnTo>
                      <a:pt x="1726" y="3361"/>
                    </a:lnTo>
                    <a:lnTo>
                      <a:pt x="1731" y="3402"/>
                    </a:lnTo>
                    <a:lnTo>
                      <a:pt x="1736" y="3454"/>
                    </a:lnTo>
                    <a:lnTo>
                      <a:pt x="1741" y="3505"/>
                    </a:lnTo>
                    <a:lnTo>
                      <a:pt x="1746" y="3538"/>
                    </a:lnTo>
                    <a:lnTo>
                      <a:pt x="1751" y="3533"/>
                    </a:lnTo>
                    <a:lnTo>
                      <a:pt x="1757" y="3472"/>
                    </a:lnTo>
                    <a:lnTo>
                      <a:pt x="1762" y="3341"/>
                    </a:lnTo>
                    <a:lnTo>
                      <a:pt x="1767" y="3129"/>
                    </a:lnTo>
                    <a:lnTo>
                      <a:pt x="1772" y="2838"/>
                    </a:lnTo>
                    <a:lnTo>
                      <a:pt x="1777" y="2473"/>
                    </a:lnTo>
                    <a:lnTo>
                      <a:pt x="1783" y="2053"/>
                    </a:lnTo>
                    <a:lnTo>
                      <a:pt x="1789" y="1602"/>
                    </a:lnTo>
                    <a:lnTo>
                      <a:pt x="1794" y="1153"/>
                    </a:lnTo>
                    <a:lnTo>
                      <a:pt x="1799" y="740"/>
                    </a:lnTo>
                    <a:lnTo>
                      <a:pt x="1804" y="395"/>
                    </a:lnTo>
                    <a:lnTo>
                      <a:pt x="1809" y="146"/>
                    </a:lnTo>
                    <a:lnTo>
                      <a:pt x="1814" y="16"/>
                    </a:lnTo>
                    <a:lnTo>
                      <a:pt x="1820" y="16"/>
                    </a:lnTo>
                    <a:lnTo>
                      <a:pt x="1825" y="146"/>
                    </a:lnTo>
                    <a:lnTo>
                      <a:pt x="1830" y="395"/>
                    </a:lnTo>
                    <a:lnTo>
                      <a:pt x="1835" y="740"/>
                    </a:lnTo>
                    <a:lnTo>
                      <a:pt x="1840" y="1153"/>
                    </a:lnTo>
                    <a:lnTo>
                      <a:pt x="1845" y="1602"/>
                    </a:lnTo>
                    <a:lnTo>
                      <a:pt x="1851" y="2053"/>
                    </a:lnTo>
                    <a:lnTo>
                      <a:pt x="1856" y="2473"/>
                    </a:lnTo>
                    <a:lnTo>
                      <a:pt x="1861" y="2838"/>
                    </a:lnTo>
                    <a:lnTo>
                      <a:pt x="1866" y="3129"/>
                    </a:lnTo>
                    <a:lnTo>
                      <a:pt x="1871" y="3341"/>
                    </a:lnTo>
                    <a:lnTo>
                      <a:pt x="1876" y="3472"/>
                    </a:lnTo>
                    <a:lnTo>
                      <a:pt x="1882" y="3533"/>
                    </a:lnTo>
                    <a:lnTo>
                      <a:pt x="1887" y="3538"/>
                    </a:lnTo>
                    <a:lnTo>
                      <a:pt x="1892" y="3505"/>
                    </a:lnTo>
                    <a:lnTo>
                      <a:pt x="1897" y="3454"/>
                    </a:lnTo>
                    <a:lnTo>
                      <a:pt x="1902" y="3402"/>
                    </a:lnTo>
                    <a:lnTo>
                      <a:pt x="1907" y="3361"/>
                    </a:lnTo>
                    <a:lnTo>
                      <a:pt x="1913" y="3341"/>
                    </a:lnTo>
                    <a:lnTo>
                      <a:pt x="1918" y="3342"/>
                    </a:lnTo>
                    <a:lnTo>
                      <a:pt x="1923" y="3365"/>
                    </a:lnTo>
                    <a:lnTo>
                      <a:pt x="1928" y="3402"/>
                    </a:lnTo>
                    <a:lnTo>
                      <a:pt x="1934" y="3446"/>
                    </a:lnTo>
                    <a:lnTo>
                      <a:pt x="1939" y="3487"/>
                    </a:lnTo>
                    <a:lnTo>
                      <a:pt x="1945" y="3519"/>
                    </a:lnTo>
                    <a:lnTo>
                      <a:pt x="1950" y="3538"/>
                    </a:lnTo>
                    <a:lnTo>
                      <a:pt x="1955" y="3540"/>
                    </a:lnTo>
                    <a:lnTo>
                      <a:pt x="1960" y="3530"/>
                    </a:lnTo>
                    <a:lnTo>
                      <a:pt x="1965" y="3508"/>
                    </a:lnTo>
                    <a:lnTo>
                      <a:pt x="1970" y="3482"/>
                    </a:lnTo>
                    <a:lnTo>
                      <a:pt x="1976" y="3458"/>
                    </a:lnTo>
                    <a:lnTo>
                      <a:pt x="1981" y="3442"/>
                    </a:lnTo>
                    <a:lnTo>
                      <a:pt x="1986" y="3435"/>
                    </a:lnTo>
                    <a:lnTo>
                      <a:pt x="1991" y="3441"/>
                    </a:lnTo>
                    <a:lnTo>
                      <a:pt x="1996" y="3456"/>
                    </a:lnTo>
                    <a:lnTo>
                      <a:pt x="2001" y="3479"/>
                    </a:lnTo>
                    <a:lnTo>
                      <a:pt x="2007" y="3503"/>
                    </a:lnTo>
                    <a:lnTo>
                      <a:pt x="2012" y="3524"/>
                    </a:lnTo>
                    <a:lnTo>
                      <a:pt x="2017" y="3538"/>
                    </a:lnTo>
                    <a:lnTo>
                      <a:pt x="2022" y="3541"/>
                    </a:lnTo>
                    <a:lnTo>
                      <a:pt x="2027" y="3533"/>
                    </a:lnTo>
                    <a:lnTo>
                      <a:pt x="2032" y="3516"/>
                    </a:lnTo>
                    <a:lnTo>
                      <a:pt x="2037" y="3492"/>
                    </a:lnTo>
                    <a:lnTo>
                      <a:pt x="2043" y="3469"/>
                    </a:lnTo>
                    <a:lnTo>
                      <a:pt x="2048" y="3448"/>
                    </a:lnTo>
                    <a:lnTo>
                      <a:pt x="2053" y="3437"/>
                    </a:lnTo>
                    <a:lnTo>
                      <a:pt x="2058" y="3436"/>
                    </a:lnTo>
                    <a:lnTo>
                      <a:pt x="2063" y="3448"/>
                    </a:lnTo>
                    <a:lnTo>
                      <a:pt x="2068" y="3469"/>
                    </a:lnTo>
                    <a:lnTo>
                      <a:pt x="2074" y="3494"/>
                    </a:lnTo>
                    <a:lnTo>
                      <a:pt x="2079" y="3518"/>
                    </a:lnTo>
                    <a:lnTo>
                      <a:pt x="2085" y="3535"/>
                    </a:lnTo>
                    <a:lnTo>
                      <a:pt x="2090" y="3541"/>
                    </a:lnTo>
                    <a:lnTo>
                      <a:pt x="2095" y="3531"/>
                    </a:lnTo>
                    <a:lnTo>
                      <a:pt x="2100" y="3505"/>
                    </a:lnTo>
                    <a:lnTo>
                      <a:pt x="2106" y="3469"/>
                    </a:lnTo>
                    <a:lnTo>
                      <a:pt x="2111" y="3425"/>
                    </a:lnTo>
                    <a:lnTo>
                      <a:pt x="2116" y="3383"/>
                    </a:lnTo>
                    <a:lnTo>
                      <a:pt x="2121" y="3352"/>
                    </a:lnTo>
                    <a:lnTo>
                      <a:pt x="2126" y="3338"/>
                    </a:lnTo>
                    <a:lnTo>
                      <a:pt x="2131" y="3348"/>
                    </a:lnTo>
                    <a:lnTo>
                      <a:pt x="2137" y="3378"/>
                    </a:lnTo>
                    <a:lnTo>
                      <a:pt x="2142" y="3425"/>
                    </a:lnTo>
                    <a:lnTo>
                      <a:pt x="2147" y="3479"/>
                    </a:lnTo>
                    <a:lnTo>
                      <a:pt x="2152" y="3524"/>
                    </a:lnTo>
                    <a:lnTo>
                      <a:pt x="2157" y="3541"/>
                    </a:lnTo>
                    <a:lnTo>
                      <a:pt x="2162" y="3512"/>
                    </a:lnTo>
                    <a:lnTo>
                      <a:pt x="2168" y="3421"/>
                    </a:lnTo>
                    <a:lnTo>
                      <a:pt x="2173" y="3253"/>
                    </a:lnTo>
                    <a:lnTo>
                      <a:pt x="2178" y="3005"/>
                    </a:lnTo>
                    <a:lnTo>
                      <a:pt x="2183" y="2678"/>
                    </a:lnTo>
                    <a:lnTo>
                      <a:pt x="2188" y="2285"/>
                    </a:lnTo>
                    <a:lnTo>
                      <a:pt x="2193" y="1848"/>
                    </a:lnTo>
                    <a:lnTo>
                      <a:pt x="2199" y="1394"/>
                    </a:lnTo>
                    <a:lnTo>
                      <a:pt x="2204" y="957"/>
                    </a:lnTo>
                    <a:lnTo>
                      <a:pt x="2209" y="571"/>
                    </a:lnTo>
                    <a:lnTo>
                      <a:pt x="2214" y="267"/>
                    </a:lnTo>
                    <a:lnTo>
                      <a:pt x="2219" y="70"/>
                    </a:lnTo>
                    <a:lnTo>
                      <a:pt x="2224" y="0"/>
                    </a:lnTo>
                    <a:lnTo>
                      <a:pt x="2230" y="60"/>
                    </a:lnTo>
                    <a:lnTo>
                      <a:pt x="2236" y="246"/>
                    </a:lnTo>
                    <a:lnTo>
                      <a:pt x="2241" y="543"/>
                    </a:lnTo>
                    <a:lnTo>
                      <a:pt x="2246" y="923"/>
                    </a:lnTo>
                    <a:lnTo>
                      <a:pt x="2251" y="1358"/>
                    </a:lnTo>
                    <a:lnTo>
                      <a:pt x="2256" y="1812"/>
                    </a:lnTo>
                    <a:lnTo>
                      <a:pt x="2262" y="2252"/>
                    </a:lnTo>
                    <a:lnTo>
                      <a:pt x="2267" y="2649"/>
                    </a:lnTo>
                    <a:lnTo>
                      <a:pt x="2272" y="2982"/>
                    </a:lnTo>
                    <a:lnTo>
                      <a:pt x="2277" y="3237"/>
                    </a:lnTo>
                    <a:lnTo>
                      <a:pt x="2282" y="3411"/>
                    </a:lnTo>
                    <a:lnTo>
                      <a:pt x="2287" y="3508"/>
                    </a:lnTo>
                    <a:lnTo>
                      <a:pt x="2293" y="3541"/>
                    </a:lnTo>
                    <a:lnTo>
                      <a:pt x="2298" y="3526"/>
                    </a:lnTo>
                    <a:lnTo>
                      <a:pt x="2303" y="3482"/>
                    </a:lnTo>
                    <a:lnTo>
                      <a:pt x="2308" y="3429"/>
                    </a:lnTo>
                    <a:lnTo>
                      <a:pt x="2313" y="3381"/>
                    </a:lnTo>
                    <a:lnTo>
                      <a:pt x="2318" y="3349"/>
                    </a:lnTo>
                    <a:lnTo>
                      <a:pt x="2324" y="3338"/>
                    </a:lnTo>
                    <a:lnTo>
                      <a:pt x="2329" y="3350"/>
                    </a:lnTo>
                    <a:lnTo>
                      <a:pt x="2334" y="3381"/>
                    </a:lnTo>
                    <a:lnTo>
                      <a:pt x="2339" y="3421"/>
                    </a:lnTo>
                    <a:lnTo>
                      <a:pt x="2344" y="3465"/>
                    </a:lnTo>
                    <a:lnTo>
                      <a:pt x="2349" y="3503"/>
                    </a:lnTo>
                    <a:lnTo>
                      <a:pt x="2355" y="3530"/>
                    </a:lnTo>
                    <a:lnTo>
                      <a:pt x="2360" y="3541"/>
                    </a:lnTo>
                    <a:lnTo>
                      <a:pt x="2365" y="3536"/>
                    </a:lnTo>
                    <a:lnTo>
                      <a:pt x="2370" y="3520"/>
                    </a:lnTo>
                    <a:lnTo>
                      <a:pt x="2375" y="3496"/>
                    </a:lnTo>
                    <a:lnTo>
                      <a:pt x="2380" y="3471"/>
                    </a:lnTo>
                    <a:lnTo>
                      <a:pt x="2387" y="3450"/>
                    </a:lnTo>
                    <a:lnTo>
                      <a:pt x="2392" y="3437"/>
                    </a:lnTo>
                    <a:lnTo>
                      <a:pt x="2397" y="3436"/>
                    </a:lnTo>
                    <a:lnTo>
                      <a:pt x="2402" y="3447"/>
                    </a:lnTo>
                    <a:lnTo>
                      <a:pt x="2407" y="3466"/>
                    </a:lnTo>
                    <a:lnTo>
                      <a:pt x="2412" y="3490"/>
                    </a:lnTo>
                    <a:lnTo>
                      <a:pt x="2417" y="3513"/>
                    </a:lnTo>
                    <a:lnTo>
                      <a:pt x="2423" y="3532"/>
                    </a:lnTo>
                    <a:lnTo>
                      <a:pt x="2428" y="3541"/>
                    </a:lnTo>
                    <a:lnTo>
                      <a:pt x="2433" y="3539"/>
                    </a:lnTo>
                    <a:lnTo>
                      <a:pt x="2438" y="3526"/>
                    </a:lnTo>
                    <a:lnTo>
                      <a:pt x="2443" y="3505"/>
                    </a:lnTo>
                    <a:lnTo>
                      <a:pt x="2448" y="3481"/>
                    </a:lnTo>
                    <a:lnTo>
                      <a:pt x="2454" y="3458"/>
                    </a:lnTo>
                    <a:lnTo>
                      <a:pt x="2459" y="3442"/>
                    </a:lnTo>
                    <a:lnTo>
                      <a:pt x="2464" y="3435"/>
                    </a:lnTo>
                    <a:lnTo>
                      <a:pt x="2469" y="3441"/>
                    </a:lnTo>
                    <a:lnTo>
                      <a:pt x="2474" y="3457"/>
                    </a:lnTo>
                    <a:lnTo>
                      <a:pt x="2479" y="3480"/>
                    </a:lnTo>
                    <a:lnTo>
                      <a:pt x="2485" y="3505"/>
                    </a:lnTo>
                    <a:lnTo>
                      <a:pt x="2490" y="3527"/>
                    </a:lnTo>
                    <a:lnTo>
                      <a:pt x="2495" y="3540"/>
                    </a:lnTo>
                    <a:lnTo>
                      <a:pt x="2500" y="3539"/>
                    </a:lnTo>
                    <a:lnTo>
                      <a:pt x="2505" y="3522"/>
                    </a:lnTo>
                    <a:lnTo>
                      <a:pt x="2510" y="3489"/>
                    </a:lnTo>
                    <a:lnTo>
                      <a:pt x="2516" y="3449"/>
                    </a:lnTo>
                    <a:lnTo>
                      <a:pt x="2521" y="3405"/>
                    </a:lnTo>
                    <a:lnTo>
                      <a:pt x="2526" y="3367"/>
                    </a:lnTo>
                    <a:lnTo>
                      <a:pt x="2531" y="3343"/>
                    </a:lnTo>
                    <a:lnTo>
                      <a:pt x="2536" y="3340"/>
                    </a:lnTo>
                    <a:lnTo>
                      <a:pt x="2542" y="3358"/>
                    </a:lnTo>
                    <a:lnTo>
                      <a:pt x="2548" y="3398"/>
                    </a:lnTo>
                    <a:lnTo>
                      <a:pt x="2553" y="3450"/>
                    </a:lnTo>
                    <a:lnTo>
                      <a:pt x="2558" y="3501"/>
                    </a:lnTo>
                    <a:lnTo>
                      <a:pt x="2563" y="3536"/>
                    </a:lnTo>
                    <a:lnTo>
                      <a:pt x="2568" y="3535"/>
                    </a:lnTo>
                    <a:lnTo>
                      <a:pt x="2573" y="3479"/>
                    </a:lnTo>
                    <a:lnTo>
                      <a:pt x="2579" y="3353"/>
                    </a:lnTo>
                    <a:lnTo>
                      <a:pt x="2584" y="3150"/>
                    </a:lnTo>
                    <a:lnTo>
                      <a:pt x="2589" y="2863"/>
                    </a:lnTo>
                    <a:lnTo>
                      <a:pt x="2594" y="2504"/>
                    </a:lnTo>
                    <a:lnTo>
                      <a:pt x="2599" y="2088"/>
                    </a:lnTo>
                    <a:lnTo>
                      <a:pt x="2604" y="1639"/>
                    </a:lnTo>
                    <a:lnTo>
                      <a:pt x="2610" y="1189"/>
                    </a:lnTo>
                    <a:lnTo>
                      <a:pt x="2615" y="771"/>
                    </a:lnTo>
                    <a:lnTo>
                      <a:pt x="2620" y="419"/>
                    </a:lnTo>
                    <a:lnTo>
                      <a:pt x="2625" y="161"/>
                    </a:lnTo>
                    <a:lnTo>
                      <a:pt x="2630" y="22"/>
                    </a:lnTo>
                    <a:lnTo>
                      <a:pt x="2635" y="11"/>
                    </a:lnTo>
                    <a:lnTo>
                      <a:pt x="2641" y="131"/>
                    </a:lnTo>
                    <a:lnTo>
                      <a:pt x="2646" y="371"/>
                    </a:lnTo>
                    <a:lnTo>
                      <a:pt x="2651" y="709"/>
                    </a:lnTo>
                    <a:lnTo>
                      <a:pt x="2656" y="1119"/>
                    </a:lnTo>
                    <a:lnTo>
                      <a:pt x="2661" y="1567"/>
                    </a:lnTo>
                    <a:lnTo>
                      <a:pt x="2666" y="2018"/>
                    </a:lnTo>
                    <a:lnTo>
                      <a:pt x="2672" y="2442"/>
                    </a:lnTo>
                    <a:lnTo>
                      <a:pt x="2677" y="2811"/>
                    </a:lnTo>
                    <a:lnTo>
                      <a:pt x="2682" y="3109"/>
                    </a:lnTo>
                    <a:lnTo>
                      <a:pt x="2687" y="3327"/>
                    </a:lnTo>
                    <a:lnTo>
                      <a:pt x="2693" y="3464"/>
                    </a:lnTo>
                    <a:lnTo>
                      <a:pt x="2698" y="3530"/>
                    </a:lnTo>
                    <a:lnTo>
                      <a:pt x="2704" y="3539"/>
                    </a:lnTo>
                    <a:lnTo>
                      <a:pt x="2709" y="3509"/>
                    </a:lnTo>
                    <a:lnTo>
                      <a:pt x="2714" y="3458"/>
                    </a:lnTo>
                    <a:lnTo>
                      <a:pt x="2719" y="3405"/>
                    </a:lnTo>
                    <a:lnTo>
                      <a:pt x="2724" y="3364"/>
                    </a:lnTo>
                    <a:lnTo>
                      <a:pt x="2729" y="3341"/>
                    </a:lnTo>
                    <a:lnTo>
                      <a:pt x="2735" y="3342"/>
                    </a:lnTo>
                    <a:lnTo>
                      <a:pt x="2740" y="3363"/>
                    </a:lnTo>
                    <a:lnTo>
                      <a:pt x="2745" y="3398"/>
                    </a:lnTo>
                    <a:lnTo>
                      <a:pt x="2750" y="3442"/>
                    </a:lnTo>
                    <a:lnTo>
                      <a:pt x="2755" y="3484"/>
                    </a:lnTo>
                    <a:lnTo>
                      <a:pt x="2760" y="3517"/>
                    </a:lnTo>
                    <a:lnTo>
                      <a:pt x="2766" y="3536"/>
                    </a:lnTo>
                    <a:lnTo>
                      <a:pt x="2771" y="3541"/>
                    </a:lnTo>
                    <a:lnTo>
                      <a:pt x="2776" y="3531"/>
                    </a:lnTo>
                    <a:lnTo>
                      <a:pt x="2781" y="3510"/>
                    </a:lnTo>
                    <a:lnTo>
                      <a:pt x="2786" y="3485"/>
                    </a:lnTo>
                    <a:lnTo>
                      <a:pt x="2791" y="3460"/>
                    </a:lnTo>
                    <a:lnTo>
                      <a:pt x="2796" y="3443"/>
                    </a:lnTo>
                    <a:lnTo>
                      <a:pt x="2802" y="3435"/>
                    </a:lnTo>
                    <a:lnTo>
                      <a:pt x="2807" y="3440"/>
                    </a:lnTo>
                    <a:lnTo>
                      <a:pt x="2812" y="3455"/>
                    </a:lnTo>
                    <a:lnTo>
                      <a:pt x="2817" y="3477"/>
                    </a:lnTo>
                    <a:lnTo>
                      <a:pt x="2822" y="3501"/>
                    </a:lnTo>
                    <a:lnTo>
                      <a:pt x="2827" y="3523"/>
                    </a:lnTo>
                    <a:lnTo>
                      <a:pt x="2833" y="3536"/>
                    </a:lnTo>
                    <a:lnTo>
                      <a:pt x="2838" y="3541"/>
                    </a:lnTo>
                    <a:lnTo>
                      <a:pt x="2844" y="3534"/>
                    </a:lnTo>
                    <a:lnTo>
                      <a:pt x="2849" y="3517"/>
                    </a:lnTo>
                    <a:lnTo>
                      <a:pt x="2854" y="3494"/>
                    </a:lnTo>
                    <a:lnTo>
                      <a:pt x="2859" y="3470"/>
                    </a:lnTo>
                    <a:lnTo>
                      <a:pt x="2865" y="3449"/>
                    </a:lnTo>
                    <a:lnTo>
                      <a:pt x="2870" y="3437"/>
                    </a:lnTo>
                    <a:lnTo>
                      <a:pt x="2875" y="3436"/>
                    </a:lnTo>
                    <a:lnTo>
                      <a:pt x="2880" y="3447"/>
                    </a:lnTo>
                    <a:lnTo>
                      <a:pt x="2885" y="3467"/>
                    </a:lnTo>
                    <a:lnTo>
                      <a:pt x="2890" y="3492"/>
                    </a:lnTo>
                    <a:lnTo>
                      <a:pt x="2896" y="3517"/>
                    </a:lnTo>
                    <a:lnTo>
                      <a:pt x="2901" y="3535"/>
                    </a:lnTo>
                    <a:lnTo>
                      <a:pt x="2906" y="3541"/>
                    </a:lnTo>
                    <a:lnTo>
                      <a:pt x="2911" y="3532"/>
                    </a:lnTo>
                    <a:lnTo>
                      <a:pt x="2916" y="3509"/>
                    </a:lnTo>
                    <a:lnTo>
                      <a:pt x="2921" y="3472"/>
                    </a:lnTo>
                    <a:lnTo>
                      <a:pt x="2927" y="3428"/>
                    </a:lnTo>
                    <a:lnTo>
                      <a:pt x="2932" y="3387"/>
                    </a:lnTo>
                    <a:lnTo>
                      <a:pt x="2937" y="3355"/>
                    </a:lnTo>
                    <a:lnTo>
                      <a:pt x="2942" y="3338"/>
                    </a:lnTo>
                    <a:lnTo>
                      <a:pt x="2947" y="3345"/>
                    </a:lnTo>
                    <a:lnTo>
                      <a:pt x="2952" y="3374"/>
                    </a:lnTo>
                    <a:lnTo>
                      <a:pt x="2958" y="3420"/>
                    </a:lnTo>
                    <a:lnTo>
                      <a:pt x="2963" y="3474"/>
                    </a:lnTo>
                    <a:lnTo>
                      <a:pt x="2968" y="3520"/>
                    </a:lnTo>
                    <a:lnTo>
                      <a:pt x="2973" y="3541"/>
                    </a:lnTo>
                    <a:lnTo>
                      <a:pt x="2978" y="3517"/>
                    </a:lnTo>
                    <a:lnTo>
                      <a:pt x="2983" y="3431"/>
                    </a:lnTo>
                    <a:lnTo>
                      <a:pt x="2989" y="3269"/>
                    </a:lnTo>
                    <a:lnTo>
                      <a:pt x="2995" y="3028"/>
                    </a:lnTo>
                    <a:lnTo>
                      <a:pt x="3000" y="2706"/>
                    </a:lnTo>
                    <a:lnTo>
                      <a:pt x="3005" y="2319"/>
                    </a:lnTo>
                    <a:lnTo>
                      <a:pt x="3010" y="1883"/>
                    </a:lnTo>
                    <a:lnTo>
                      <a:pt x="3015" y="1430"/>
                    </a:lnTo>
                    <a:lnTo>
                      <a:pt x="3021" y="990"/>
                    </a:lnTo>
                    <a:lnTo>
                      <a:pt x="3026" y="599"/>
                    </a:lnTo>
                    <a:lnTo>
                      <a:pt x="3031" y="287"/>
                    </a:lnTo>
                    <a:lnTo>
                      <a:pt x="3036" y="82"/>
                    </a:lnTo>
                    <a:lnTo>
                      <a:pt x="3041" y="1"/>
                    </a:lnTo>
                    <a:lnTo>
                      <a:pt x="3046" y="51"/>
                    </a:lnTo>
                    <a:lnTo>
                      <a:pt x="3052" y="228"/>
                    </a:lnTo>
                    <a:lnTo>
                      <a:pt x="3057" y="516"/>
                    </a:lnTo>
                    <a:lnTo>
                      <a:pt x="3062" y="891"/>
                    </a:lnTo>
                    <a:lnTo>
                      <a:pt x="3067" y="1323"/>
                    </a:lnTo>
                    <a:lnTo>
                      <a:pt x="3072" y="1775"/>
                    </a:lnTo>
                    <a:lnTo>
                      <a:pt x="3077" y="2217"/>
                    </a:lnTo>
                    <a:lnTo>
                      <a:pt x="3083" y="2619"/>
                    </a:lnTo>
                    <a:lnTo>
                      <a:pt x="3088" y="2957"/>
                    </a:lnTo>
                    <a:lnTo>
                      <a:pt x="3093" y="3220"/>
                    </a:lnTo>
                    <a:lnTo>
                      <a:pt x="3098" y="3399"/>
                    </a:lnTo>
                    <a:lnTo>
                      <a:pt x="3103" y="3503"/>
                    </a:lnTo>
                    <a:lnTo>
                      <a:pt x="3108" y="3540"/>
                    </a:lnTo>
                    <a:lnTo>
                      <a:pt x="3114" y="3528"/>
                    </a:lnTo>
                    <a:lnTo>
                      <a:pt x="3119" y="3487"/>
                    </a:lnTo>
                    <a:lnTo>
                      <a:pt x="3124" y="3433"/>
                    </a:lnTo>
                    <a:lnTo>
                      <a:pt x="3129" y="3385"/>
                    </a:lnTo>
                    <a:lnTo>
                      <a:pt x="3134" y="3350"/>
                    </a:lnTo>
                    <a:lnTo>
                      <a:pt x="3139" y="3338"/>
                    </a:lnTo>
                    <a:lnTo>
                      <a:pt x="3146" y="3349"/>
                    </a:lnTo>
                    <a:lnTo>
                      <a:pt x="3151" y="3378"/>
                    </a:lnTo>
                    <a:lnTo>
                      <a:pt x="3156" y="3418"/>
                    </a:lnTo>
                    <a:lnTo>
                      <a:pt x="3161" y="3462"/>
                    </a:lnTo>
                    <a:lnTo>
                      <a:pt x="3166" y="3501"/>
                    </a:lnTo>
                    <a:lnTo>
                      <a:pt x="3171" y="3528"/>
                    </a:lnTo>
                    <a:lnTo>
                      <a:pt x="3177" y="3540"/>
                    </a:lnTo>
                    <a:lnTo>
                      <a:pt x="3182" y="3538"/>
                    </a:lnTo>
                    <a:lnTo>
                      <a:pt x="3187" y="3522"/>
                    </a:lnTo>
                    <a:lnTo>
                      <a:pt x="3192" y="3498"/>
                    </a:lnTo>
                    <a:lnTo>
                      <a:pt x="3197" y="3473"/>
                    </a:lnTo>
                    <a:lnTo>
                      <a:pt x="3202" y="3451"/>
                    </a:lnTo>
                    <a:lnTo>
                      <a:pt x="3207" y="3437"/>
                    </a:lnTo>
                    <a:lnTo>
                      <a:pt x="3213" y="3436"/>
                    </a:lnTo>
                    <a:lnTo>
                      <a:pt x="3218" y="3446"/>
                    </a:lnTo>
                    <a:lnTo>
                      <a:pt x="3223" y="3464"/>
                    </a:lnTo>
                    <a:lnTo>
                      <a:pt x="3228" y="3488"/>
                    </a:lnTo>
                    <a:lnTo>
                      <a:pt x="3233" y="3512"/>
                    </a:lnTo>
                    <a:lnTo>
                      <a:pt x="3238" y="3531"/>
                    </a:lnTo>
                    <a:lnTo>
                      <a:pt x="3244" y="3540"/>
                    </a:lnTo>
                    <a:lnTo>
                      <a:pt x="3249" y="3539"/>
                    </a:lnTo>
                    <a:lnTo>
                      <a:pt x="3254" y="3527"/>
                    </a:lnTo>
                    <a:lnTo>
                      <a:pt x="3259" y="3507"/>
                    </a:lnTo>
                    <a:lnTo>
                      <a:pt x="3264" y="3482"/>
                    </a:lnTo>
                    <a:lnTo>
                      <a:pt x="3269" y="3459"/>
                    </a:lnTo>
                    <a:lnTo>
                      <a:pt x="3275" y="3443"/>
                    </a:lnTo>
                    <a:lnTo>
                      <a:pt x="3280" y="3435"/>
                    </a:lnTo>
                    <a:lnTo>
                      <a:pt x="3285" y="3440"/>
                    </a:lnTo>
                    <a:lnTo>
                      <a:pt x="3290" y="3455"/>
                    </a:lnTo>
                    <a:lnTo>
                      <a:pt x="3296" y="3478"/>
                    </a:lnTo>
                    <a:lnTo>
                      <a:pt x="3301" y="3504"/>
                    </a:lnTo>
                    <a:lnTo>
                      <a:pt x="3307" y="3526"/>
                    </a:lnTo>
                    <a:lnTo>
                      <a:pt x="3312" y="3540"/>
                    </a:lnTo>
                    <a:lnTo>
                      <a:pt x="3317" y="3539"/>
                    </a:lnTo>
                    <a:lnTo>
                      <a:pt x="3322" y="3523"/>
                    </a:lnTo>
                    <a:lnTo>
                      <a:pt x="3327" y="3493"/>
                    </a:lnTo>
                    <a:lnTo>
                      <a:pt x="3332" y="3452"/>
                    </a:lnTo>
                    <a:lnTo>
                      <a:pt x="3338" y="3409"/>
                    </a:lnTo>
                    <a:lnTo>
                      <a:pt x="3343" y="3370"/>
                    </a:lnTo>
                    <a:lnTo>
                      <a:pt x="3348" y="3344"/>
                    </a:lnTo>
                    <a:lnTo>
                      <a:pt x="3353" y="3340"/>
                    </a:lnTo>
                    <a:lnTo>
                      <a:pt x="3358" y="3356"/>
                    </a:lnTo>
                    <a:lnTo>
                      <a:pt x="3363" y="3394"/>
                    </a:lnTo>
                    <a:lnTo>
                      <a:pt x="3369" y="3446"/>
                    </a:lnTo>
                    <a:lnTo>
                      <a:pt x="3374" y="3497"/>
                    </a:lnTo>
                    <a:lnTo>
                      <a:pt x="3379" y="3534"/>
                    </a:lnTo>
                    <a:lnTo>
                      <a:pt x="3384" y="3536"/>
                    </a:lnTo>
                    <a:lnTo>
                      <a:pt x="3389" y="3486"/>
                    </a:lnTo>
                    <a:lnTo>
                      <a:pt x="3394" y="3366"/>
                    </a:lnTo>
                    <a:lnTo>
                      <a:pt x="3400" y="3168"/>
                    </a:lnTo>
                    <a:lnTo>
                      <a:pt x="3405" y="2889"/>
                    </a:lnTo>
                    <a:lnTo>
                      <a:pt x="3410" y="2535"/>
                    </a:lnTo>
                    <a:lnTo>
                      <a:pt x="3415" y="2123"/>
                    </a:lnTo>
                    <a:lnTo>
                      <a:pt x="3420" y="1675"/>
                    </a:lnTo>
                    <a:lnTo>
                      <a:pt x="3425" y="1224"/>
                    </a:lnTo>
                    <a:lnTo>
                      <a:pt x="3431" y="802"/>
                    </a:lnTo>
                    <a:lnTo>
                      <a:pt x="3436" y="443"/>
                    </a:lnTo>
                    <a:lnTo>
                      <a:pt x="3441" y="178"/>
                    </a:lnTo>
                    <a:lnTo>
                      <a:pt x="3447" y="29"/>
                    </a:lnTo>
                    <a:lnTo>
                      <a:pt x="3452" y="7"/>
                    </a:lnTo>
                    <a:lnTo>
                      <a:pt x="3457" y="117"/>
                    </a:lnTo>
                    <a:lnTo>
                      <a:pt x="3463" y="348"/>
                    </a:lnTo>
                    <a:lnTo>
                      <a:pt x="3468" y="679"/>
                    </a:lnTo>
                    <a:lnTo>
                      <a:pt x="3473" y="1084"/>
                    </a:lnTo>
                    <a:lnTo>
                      <a:pt x="3478" y="1530"/>
                    </a:lnTo>
                    <a:lnTo>
                      <a:pt x="3483" y="1982"/>
                    </a:lnTo>
                    <a:lnTo>
                      <a:pt x="3488" y="2409"/>
                    </a:lnTo>
                    <a:lnTo>
                      <a:pt x="3494" y="2784"/>
                    </a:lnTo>
                    <a:lnTo>
                      <a:pt x="3499" y="3089"/>
                    </a:lnTo>
                    <a:lnTo>
                      <a:pt x="3504" y="3312"/>
                    </a:lnTo>
                    <a:lnTo>
                      <a:pt x="3509" y="3456"/>
                    </a:lnTo>
                    <a:lnTo>
                      <a:pt x="3514" y="3527"/>
                    </a:lnTo>
                    <a:lnTo>
                      <a:pt x="3519" y="3540"/>
                    </a:lnTo>
                    <a:lnTo>
                      <a:pt x="3525" y="3512"/>
                    </a:lnTo>
                    <a:lnTo>
                      <a:pt x="3530" y="3463"/>
                    </a:lnTo>
                    <a:lnTo>
                      <a:pt x="3535" y="3410"/>
                    </a:lnTo>
                    <a:lnTo>
                      <a:pt x="3540" y="3366"/>
                    </a:lnTo>
                    <a:lnTo>
                      <a:pt x="3545" y="3342"/>
                    </a:lnTo>
                    <a:lnTo>
                      <a:pt x="3550" y="3341"/>
                    </a:lnTo>
                    <a:lnTo>
                      <a:pt x="3556" y="3360"/>
                    </a:lnTo>
                    <a:lnTo>
                      <a:pt x="3561" y="3395"/>
                    </a:lnTo>
                    <a:lnTo>
                      <a:pt x="3566" y="3439"/>
                    </a:lnTo>
                    <a:lnTo>
                      <a:pt x="3571" y="3481"/>
                    </a:lnTo>
                    <a:lnTo>
                      <a:pt x="3576" y="3515"/>
                    </a:lnTo>
                    <a:lnTo>
                      <a:pt x="3581" y="3535"/>
                    </a:lnTo>
                    <a:lnTo>
                      <a:pt x="3586" y="3541"/>
                    </a:lnTo>
                    <a:lnTo>
                      <a:pt x="3592" y="3532"/>
                    </a:lnTo>
                    <a:lnTo>
                      <a:pt x="3597" y="3511"/>
                    </a:lnTo>
                    <a:lnTo>
                      <a:pt x="3603" y="3486"/>
                    </a:lnTo>
                    <a:lnTo>
                      <a:pt x="3608" y="3462"/>
                    </a:lnTo>
                    <a:lnTo>
                      <a:pt x="3613" y="3443"/>
                    </a:lnTo>
                    <a:lnTo>
                      <a:pt x="3618" y="3435"/>
                    </a:lnTo>
                    <a:lnTo>
                      <a:pt x="3624" y="3440"/>
                    </a:lnTo>
                    <a:lnTo>
                      <a:pt x="3629" y="3454"/>
                    </a:lnTo>
                    <a:lnTo>
                      <a:pt x="3634" y="3475"/>
                    </a:lnTo>
                  </a:path>
                </a:pathLst>
              </a:custGeom>
              <a:noFill/>
              <a:ln w="14288" cap="flat" cmpd="sng">
                <a:solidFill>
                  <a:srgbClr val="FF0000">
                    <a:alpha val="100000"/>
                  </a:srgbClr>
                </a:solidFill>
                <a:prstDash val="solid"/>
                <a:round/>
                <a:headEnd type="none" w="med" len="med"/>
                <a:tailEnd type="none" w="med" len="med"/>
              </a:ln>
            </p:spPr>
            <p:txBody>
              <a:bodyPr/>
              <a:p>
                <a:endParaRPr lang="zh-CN" altLang="en-US"/>
              </a:p>
            </p:txBody>
          </p:sp>
          <p:sp>
            <p:nvSpPr>
              <p:cNvPr id="99990" name="Rectangle 504"/>
              <p:cNvSpPr/>
              <p:nvPr/>
            </p:nvSpPr>
            <p:spPr>
              <a:xfrm rot="-5400000">
                <a:off x="2744" y="3770"/>
                <a:ext cx="10" cy="34"/>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991" name="Rectangle 505"/>
              <p:cNvSpPr/>
              <p:nvPr/>
            </p:nvSpPr>
            <p:spPr>
              <a:xfrm>
                <a:off x="1430" y="3379"/>
                <a:ext cx="8" cy="44"/>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913" name="Text Box 588"/>
            <p:cNvSpPr txBox="1"/>
            <p:nvPr/>
          </p:nvSpPr>
          <p:spPr>
            <a:xfrm>
              <a:off x="96" y="3120"/>
              <a:ext cx="372" cy="232"/>
            </a:xfrm>
            <a:prstGeom prst="rect">
              <a:avLst/>
            </a:prstGeom>
            <a:noFill/>
            <a:ln w="9525">
              <a:noFill/>
            </a:ln>
          </p:spPr>
          <p:txBody>
            <a:bodyPr wrap="none">
              <a:spAutoFit/>
            </a:bodyPr>
            <a:p>
              <a:r>
                <a:rPr lang="en-US" altLang="zh-CN" dirty="0">
                  <a:latin typeface="Times New Roman" panose="02020603050405020304" pitchFamily="18" charset="0"/>
                </a:rPr>
                <a:t>N=6</a:t>
              </a:r>
              <a:endParaRPr lang="en-US" altLang="zh-CN" dirty="0">
                <a:latin typeface="Times New Roman" panose="02020603050405020304" pitchFamily="18" charset="0"/>
              </a:endParaRPr>
            </a:p>
          </p:txBody>
        </p:sp>
      </p:grpSp>
      <p:grpSp>
        <p:nvGrpSpPr>
          <p:cNvPr id="93775" name="Group 591"/>
          <p:cNvGrpSpPr/>
          <p:nvPr/>
        </p:nvGrpSpPr>
        <p:grpSpPr>
          <a:xfrm>
            <a:off x="1727200" y="5775325"/>
            <a:ext cx="4484688" cy="1008063"/>
            <a:chOff x="128" y="3638"/>
            <a:chExt cx="2825" cy="635"/>
          </a:xfrm>
        </p:grpSpPr>
        <p:grpSp>
          <p:nvGrpSpPr>
            <p:cNvPr id="99842" name="Group 577"/>
            <p:cNvGrpSpPr/>
            <p:nvPr/>
          </p:nvGrpSpPr>
          <p:grpSpPr>
            <a:xfrm>
              <a:off x="128" y="3638"/>
              <a:ext cx="2825" cy="635"/>
              <a:chOff x="2508" y="1800"/>
              <a:chExt cx="2513" cy="721"/>
            </a:xfrm>
          </p:grpSpPr>
          <p:sp>
            <p:nvSpPr>
              <p:cNvPr id="99844" name="Line 509"/>
              <p:cNvSpPr/>
              <p:nvPr/>
            </p:nvSpPr>
            <p:spPr>
              <a:xfrm>
                <a:off x="2508" y="2520"/>
                <a:ext cx="1" cy="1"/>
              </a:xfrm>
              <a:prstGeom prst="line">
                <a:avLst/>
              </a:prstGeom>
              <a:ln w="11113" cap="flat" cmpd="sng">
                <a:solidFill>
                  <a:srgbClr val="000000"/>
                </a:solidFill>
                <a:prstDash val="solid"/>
                <a:headEnd type="none" w="med" len="med"/>
                <a:tailEnd type="none" w="med" len="med"/>
              </a:ln>
            </p:spPr>
          </p:sp>
          <p:sp>
            <p:nvSpPr>
              <p:cNvPr id="99845" name="Line 510"/>
              <p:cNvSpPr/>
              <p:nvPr/>
            </p:nvSpPr>
            <p:spPr>
              <a:xfrm>
                <a:off x="2639" y="2520"/>
                <a:ext cx="1" cy="1"/>
              </a:xfrm>
              <a:prstGeom prst="line">
                <a:avLst/>
              </a:prstGeom>
              <a:ln w="11113" cap="flat" cmpd="sng">
                <a:solidFill>
                  <a:srgbClr val="000000"/>
                </a:solidFill>
                <a:prstDash val="solid"/>
                <a:headEnd type="none" w="med" len="med"/>
                <a:tailEnd type="none" w="med" len="med"/>
              </a:ln>
            </p:spPr>
          </p:sp>
          <p:sp>
            <p:nvSpPr>
              <p:cNvPr id="99846" name="Line 511"/>
              <p:cNvSpPr/>
              <p:nvPr/>
            </p:nvSpPr>
            <p:spPr>
              <a:xfrm>
                <a:off x="2770" y="2520"/>
                <a:ext cx="1" cy="1"/>
              </a:xfrm>
              <a:prstGeom prst="line">
                <a:avLst/>
              </a:prstGeom>
              <a:ln w="11113" cap="flat" cmpd="sng">
                <a:solidFill>
                  <a:srgbClr val="000000"/>
                </a:solidFill>
                <a:prstDash val="solid"/>
                <a:headEnd type="none" w="med" len="med"/>
                <a:tailEnd type="none" w="med" len="med"/>
              </a:ln>
            </p:spPr>
          </p:sp>
          <p:sp>
            <p:nvSpPr>
              <p:cNvPr id="99847" name="Line 512"/>
              <p:cNvSpPr/>
              <p:nvPr/>
            </p:nvSpPr>
            <p:spPr>
              <a:xfrm>
                <a:off x="2901" y="2520"/>
                <a:ext cx="1" cy="1"/>
              </a:xfrm>
              <a:prstGeom prst="line">
                <a:avLst/>
              </a:prstGeom>
              <a:ln w="11113" cap="flat" cmpd="sng">
                <a:solidFill>
                  <a:srgbClr val="000000"/>
                </a:solidFill>
                <a:prstDash val="solid"/>
                <a:headEnd type="none" w="med" len="med"/>
                <a:tailEnd type="none" w="med" len="med"/>
              </a:ln>
            </p:spPr>
          </p:sp>
          <p:sp>
            <p:nvSpPr>
              <p:cNvPr id="99848" name="Line 513"/>
              <p:cNvSpPr/>
              <p:nvPr/>
            </p:nvSpPr>
            <p:spPr>
              <a:xfrm>
                <a:off x="3032" y="2520"/>
                <a:ext cx="1" cy="1"/>
              </a:xfrm>
              <a:prstGeom prst="line">
                <a:avLst/>
              </a:prstGeom>
              <a:ln w="11113" cap="flat" cmpd="sng">
                <a:solidFill>
                  <a:srgbClr val="000000"/>
                </a:solidFill>
                <a:prstDash val="solid"/>
                <a:headEnd type="none" w="med" len="med"/>
                <a:tailEnd type="none" w="med" len="med"/>
              </a:ln>
            </p:spPr>
          </p:sp>
          <p:sp>
            <p:nvSpPr>
              <p:cNvPr id="99849" name="Line 514"/>
              <p:cNvSpPr/>
              <p:nvPr/>
            </p:nvSpPr>
            <p:spPr>
              <a:xfrm>
                <a:off x="3162" y="2520"/>
                <a:ext cx="1" cy="1"/>
              </a:xfrm>
              <a:prstGeom prst="line">
                <a:avLst/>
              </a:prstGeom>
              <a:ln w="11113" cap="flat" cmpd="sng">
                <a:solidFill>
                  <a:srgbClr val="000000"/>
                </a:solidFill>
                <a:prstDash val="solid"/>
                <a:headEnd type="none" w="med" len="med"/>
                <a:tailEnd type="none" w="med" len="med"/>
              </a:ln>
            </p:spPr>
          </p:sp>
          <p:sp>
            <p:nvSpPr>
              <p:cNvPr id="99850" name="Line 515"/>
              <p:cNvSpPr/>
              <p:nvPr/>
            </p:nvSpPr>
            <p:spPr>
              <a:xfrm>
                <a:off x="3293" y="2520"/>
                <a:ext cx="1" cy="1"/>
              </a:xfrm>
              <a:prstGeom prst="line">
                <a:avLst/>
              </a:prstGeom>
              <a:ln w="11113" cap="flat" cmpd="sng">
                <a:solidFill>
                  <a:srgbClr val="000000"/>
                </a:solidFill>
                <a:prstDash val="solid"/>
                <a:headEnd type="none" w="med" len="med"/>
                <a:tailEnd type="none" w="med" len="med"/>
              </a:ln>
            </p:spPr>
          </p:sp>
          <p:sp>
            <p:nvSpPr>
              <p:cNvPr id="99851" name="Line 516"/>
              <p:cNvSpPr/>
              <p:nvPr/>
            </p:nvSpPr>
            <p:spPr>
              <a:xfrm>
                <a:off x="3425" y="2520"/>
                <a:ext cx="1" cy="1"/>
              </a:xfrm>
              <a:prstGeom prst="line">
                <a:avLst/>
              </a:prstGeom>
              <a:ln w="11113" cap="flat" cmpd="sng">
                <a:solidFill>
                  <a:srgbClr val="000000"/>
                </a:solidFill>
                <a:prstDash val="solid"/>
                <a:headEnd type="none" w="med" len="med"/>
                <a:tailEnd type="none" w="med" len="med"/>
              </a:ln>
            </p:spPr>
          </p:sp>
          <p:sp>
            <p:nvSpPr>
              <p:cNvPr id="99852" name="Line 517"/>
              <p:cNvSpPr/>
              <p:nvPr/>
            </p:nvSpPr>
            <p:spPr>
              <a:xfrm>
                <a:off x="3555" y="2520"/>
                <a:ext cx="1" cy="1"/>
              </a:xfrm>
              <a:prstGeom prst="line">
                <a:avLst/>
              </a:prstGeom>
              <a:ln w="11113" cap="flat" cmpd="sng">
                <a:solidFill>
                  <a:srgbClr val="000000"/>
                </a:solidFill>
                <a:prstDash val="solid"/>
                <a:headEnd type="none" w="med" len="med"/>
                <a:tailEnd type="none" w="med" len="med"/>
              </a:ln>
            </p:spPr>
          </p:sp>
          <p:sp>
            <p:nvSpPr>
              <p:cNvPr id="99853" name="Line 518"/>
              <p:cNvSpPr/>
              <p:nvPr/>
            </p:nvSpPr>
            <p:spPr>
              <a:xfrm>
                <a:off x="3686" y="2520"/>
                <a:ext cx="1" cy="1"/>
              </a:xfrm>
              <a:prstGeom prst="line">
                <a:avLst/>
              </a:prstGeom>
              <a:ln w="11113" cap="flat" cmpd="sng">
                <a:solidFill>
                  <a:srgbClr val="000000"/>
                </a:solidFill>
                <a:prstDash val="solid"/>
                <a:headEnd type="none" w="med" len="med"/>
                <a:tailEnd type="none" w="med" len="med"/>
              </a:ln>
            </p:spPr>
          </p:sp>
          <p:sp>
            <p:nvSpPr>
              <p:cNvPr id="99854" name="Line 519"/>
              <p:cNvSpPr/>
              <p:nvPr/>
            </p:nvSpPr>
            <p:spPr>
              <a:xfrm>
                <a:off x="3817" y="2520"/>
                <a:ext cx="1" cy="1"/>
              </a:xfrm>
              <a:prstGeom prst="line">
                <a:avLst/>
              </a:prstGeom>
              <a:ln w="11113" cap="flat" cmpd="sng">
                <a:solidFill>
                  <a:srgbClr val="000000"/>
                </a:solidFill>
                <a:prstDash val="solid"/>
                <a:headEnd type="none" w="med" len="med"/>
                <a:tailEnd type="none" w="med" len="med"/>
              </a:ln>
            </p:spPr>
          </p:sp>
          <p:sp>
            <p:nvSpPr>
              <p:cNvPr id="99855" name="Line 520"/>
              <p:cNvSpPr/>
              <p:nvPr/>
            </p:nvSpPr>
            <p:spPr>
              <a:xfrm>
                <a:off x="3948" y="2520"/>
                <a:ext cx="1" cy="1"/>
              </a:xfrm>
              <a:prstGeom prst="line">
                <a:avLst/>
              </a:prstGeom>
              <a:ln w="11113" cap="flat" cmpd="sng">
                <a:solidFill>
                  <a:srgbClr val="000000"/>
                </a:solidFill>
                <a:prstDash val="solid"/>
                <a:headEnd type="none" w="med" len="med"/>
                <a:tailEnd type="none" w="med" len="med"/>
              </a:ln>
            </p:spPr>
          </p:sp>
          <p:sp>
            <p:nvSpPr>
              <p:cNvPr id="99856" name="Line 521"/>
              <p:cNvSpPr/>
              <p:nvPr/>
            </p:nvSpPr>
            <p:spPr>
              <a:xfrm>
                <a:off x="4079" y="2520"/>
                <a:ext cx="1" cy="1"/>
              </a:xfrm>
              <a:prstGeom prst="line">
                <a:avLst/>
              </a:prstGeom>
              <a:ln w="11113" cap="flat" cmpd="sng">
                <a:solidFill>
                  <a:srgbClr val="000000"/>
                </a:solidFill>
                <a:prstDash val="solid"/>
                <a:headEnd type="none" w="med" len="med"/>
                <a:tailEnd type="none" w="med" len="med"/>
              </a:ln>
            </p:spPr>
          </p:sp>
          <p:sp>
            <p:nvSpPr>
              <p:cNvPr id="99857" name="Line 522"/>
              <p:cNvSpPr/>
              <p:nvPr/>
            </p:nvSpPr>
            <p:spPr>
              <a:xfrm>
                <a:off x="4210" y="2520"/>
                <a:ext cx="1" cy="1"/>
              </a:xfrm>
              <a:prstGeom prst="line">
                <a:avLst/>
              </a:prstGeom>
              <a:ln w="11113" cap="flat" cmpd="sng">
                <a:solidFill>
                  <a:srgbClr val="000000"/>
                </a:solidFill>
                <a:prstDash val="solid"/>
                <a:headEnd type="none" w="med" len="med"/>
                <a:tailEnd type="none" w="med" len="med"/>
              </a:ln>
            </p:spPr>
          </p:sp>
          <p:sp>
            <p:nvSpPr>
              <p:cNvPr id="99858" name="Line 523"/>
              <p:cNvSpPr/>
              <p:nvPr/>
            </p:nvSpPr>
            <p:spPr>
              <a:xfrm>
                <a:off x="4341" y="2520"/>
                <a:ext cx="1" cy="1"/>
              </a:xfrm>
              <a:prstGeom prst="line">
                <a:avLst/>
              </a:prstGeom>
              <a:ln w="11113" cap="flat" cmpd="sng">
                <a:solidFill>
                  <a:srgbClr val="000000"/>
                </a:solidFill>
                <a:prstDash val="solid"/>
                <a:headEnd type="none" w="med" len="med"/>
                <a:tailEnd type="none" w="med" len="med"/>
              </a:ln>
            </p:spPr>
          </p:sp>
          <p:sp>
            <p:nvSpPr>
              <p:cNvPr id="99859" name="Line 524"/>
              <p:cNvSpPr/>
              <p:nvPr/>
            </p:nvSpPr>
            <p:spPr>
              <a:xfrm>
                <a:off x="4472" y="2520"/>
                <a:ext cx="1" cy="1"/>
              </a:xfrm>
              <a:prstGeom prst="line">
                <a:avLst/>
              </a:prstGeom>
              <a:ln w="11113" cap="flat" cmpd="sng">
                <a:solidFill>
                  <a:srgbClr val="000000"/>
                </a:solidFill>
                <a:prstDash val="solid"/>
                <a:headEnd type="none" w="med" len="med"/>
                <a:tailEnd type="none" w="med" len="med"/>
              </a:ln>
            </p:spPr>
          </p:sp>
          <p:sp>
            <p:nvSpPr>
              <p:cNvPr id="99860" name="Line 525"/>
              <p:cNvSpPr/>
              <p:nvPr/>
            </p:nvSpPr>
            <p:spPr>
              <a:xfrm>
                <a:off x="4603" y="2520"/>
                <a:ext cx="1" cy="1"/>
              </a:xfrm>
              <a:prstGeom prst="line">
                <a:avLst/>
              </a:prstGeom>
              <a:ln w="11113" cap="flat" cmpd="sng">
                <a:solidFill>
                  <a:srgbClr val="000000"/>
                </a:solidFill>
                <a:prstDash val="solid"/>
                <a:headEnd type="none" w="med" len="med"/>
                <a:tailEnd type="none" w="med" len="med"/>
              </a:ln>
            </p:spPr>
          </p:sp>
          <p:sp>
            <p:nvSpPr>
              <p:cNvPr id="99861" name="Line 526"/>
              <p:cNvSpPr/>
              <p:nvPr/>
            </p:nvSpPr>
            <p:spPr>
              <a:xfrm>
                <a:off x="4734" y="2520"/>
                <a:ext cx="1" cy="1"/>
              </a:xfrm>
              <a:prstGeom prst="line">
                <a:avLst/>
              </a:prstGeom>
              <a:ln w="11113" cap="flat" cmpd="sng">
                <a:solidFill>
                  <a:srgbClr val="000000"/>
                </a:solidFill>
                <a:prstDash val="solid"/>
                <a:headEnd type="none" w="med" len="med"/>
                <a:tailEnd type="none" w="med" len="med"/>
              </a:ln>
            </p:spPr>
          </p:sp>
          <p:sp>
            <p:nvSpPr>
              <p:cNvPr id="99862" name="Line 527"/>
              <p:cNvSpPr/>
              <p:nvPr/>
            </p:nvSpPr>
            <p:spPr>
              <a:xfrm>
                <a:off x="4864" y="2520"/>
                <a:ext cx="1" cy="1"/>
              </a:xfrm>
              <a:prstGeom prst="line">
                <a:avLst/>
              </a:prstGeom>
              <a:ln w="11113" cap="flat" cmpd="sng">
                <a:solidFill>
                  <a:srgbClr val="000000"/>
                </a:solidFill>
                <a:prstDash val="solid"/>
                <a:headEnd type="none" w="med" len="med"/>
                <a:tailEnd type="none" w="med" len="med"/>
              </a:ln>
            </p:spPr>
          </p:sp>
          <p:sp>
            <p:nvSpPr>
              <p:cNvPr id="99863" name="Line 528"/>
              <p:cNvSpPr/>
              <p:nvPr/>
            </p:nvSpPr>
            <p:spPr>
              <a:xfrm>
                <a:off x="2508" y="2520"/>
                <a:ext cx="2356" cy="1"/>
              </a:xfrm>
              <a:prstGeom prst="line">
                <a:avLst/>
              </a:prstGeom>
              <a:ln w="11113" cap="flat" cmpd="sng">
                <a:solidFill>
                  <a:srgbClr val="000000"/>
                </a:solidFill>
                <a:prstDash val="solid"/>
                <a:headEnd type="none" w="med" len="med"/>
                <a:tailEnd type="none" w="med" len="med"/>
              </a:ln>
            </p:spPr>
          </p:sp>
          <p:sp>
            <p:nvSpPr>
              <p:cNvPr id="99864" name="Line 529"/>
              <p:cNvSpPr/>
              <p:nvPr/>
            </p:nvSpPr>
            <p:spPr>
              <a:xfrm>
                <a:off x="2508" y="2520"/>
                <a:ext cx="1" cy="1"/>
              </a:xfrm>
              <a:prstGeom prst="line">
                <a:avLst/>
              </a:prstGeom>
              <a:ln w="11113" cap="flat" cmpd="sng">
                <a:solidFill>
                  <a:srgbClr val="000000"/>
                </a:solidFill>
                <a:prstDash val="solid"/>
                <a:headEnd type="none" w="med" len="med"/>
                <a:tailEnd type="none" w="med" len="med"/>
              </a:ln>
            </p:spPr>
          </p:sp>
          <p:sp>
            <p:nvSpPr>
              <p:cNvPr id="99865" name="Line 530"/>
              <p:cNvSpPr/>
              <p:nvPr/>
            </p:nvSpPr>
            <p:spPr>
              <a:xfrm>
                <a:off x="2508" y="2460"/>
                <a:ext cx="1" cy="1"/>
              </a:xfrm>
              <a:prstGeom prst="line">
                <a:avLst/>
              </a:prstGeom>
              <a:ln w="11113" cap="flat" cmpd="sng">
                <a:solidFill>
                  <a:srgbClr val="000000"/>
                </a:solidFill>
                <a:prstDash val="solid"/>
                <a:headEnd type="none" w="med" len="med"/>
                <a:tailEnd type="none" w="med" len="med"/>
              </a:ln>
            </p:spPr>
          </p:sp>
          <p:sp>
            <p:nvSpPr>
              <p:cNvPr id="99866" name="Line 531"/>
              <p:cNvSpPr/>
              <p:nvPr/>
            </p:nvSpPr>
            <p:spPr>
              <a:xfrm>
                <a:off x="2508" y="2401"/>
                <a:ext cx="1" cy="1"/>
              </a:xfrm>
              <a:prstGeom prst="line">
                <a:avLst/>
              </a:prstGeom>
              <a:ln w="11113" cap="flat" cmpd="sng">
                <a:solidFill>
                  <a:srgbClr val="000000"/>
                </a:solidFill>
                <a:prstDash val="solid"/>
                <a:headEnd type="none" w="med" len="med"/>
                <a:tailEnd type="none" w="med" len="med"/>
              </a:ln>
            </p:spPr>
          </p:sp>
          <p:sp>
            <p:nvSpPr>
              <p:cNvPr id="99867" name="Line 532"/>
              <p:cNvSpPr/>
              <p:nvPr/>
            </p:nvSpPr>
            <p:spPr>
              <a:xfrm>
                <a:off x="2508" y="2341"/>
                <a:ext cx="1" cy="1"/>
              </a:xfrm>
              <a:prstGeom prst="line">
                <a:avLst/>
              </a:prstGeom>
              <a:ln w="11113" cap="flat" cmpd="sng">
                <a:solidFill>
                  <a:srgbClr val="000000"/>
                </a:solidFill>
                <a:prstDash val="solid"/>
                <a:headEnd type="none" w="med" len="med"/>
                <a:tailEnd type="none" w="med" len="med"/>
              </a:ln>
            </p:spPr>
          </p:sp>
          <p:sp>
            <p:nvSpPr>
              <p:cNvPr id="99868" name="Line 533"/>
              <p:cNvSpPr/>
              <p:nvPr/>
            </p:nvSpPr>
            <p:spPr>
              <a:xfrm>
                <a:off x="2508" y="2281"/>
                <a:ext cx="1" cy="1"/>
              </a:xfrm>
              <a:prstGeom prst="line">
                <a:avLst/>
              </a:prstGeom>
              <a:ln w="11113" cap="flat" cmpd="sng">
                <a:solidFill>
                  <a:srgbClr val="000000"/>
                </a:solidFill>
                <a:prstDash val="solid"/>
                <a:headEnd type="none" w="med" len="med"/>
                <a:tailEnd type="none" w="med" len="med"/>
              </a:ln>
            </p:spPr>
          </p:sp>
          <p:sp>
            <p:nvSpPr>
              <p:cNvPr id="99869" name="Line 534"/>
              <p:cNvSpPr/>
              <p:nvPr/>
            </p:nvSpPr>
            <p:spPr>
              <a:xfrm>
                <a:off x="2508" y="2222"/>
                <a:ext cx="1" cy="1"/>
              </a:xfrm>
              <a:prstGeom prst="line">
                <a:avLst/>
              </a:prstGeom>
              <a:ln w="11113" cap="flat" cmpd="sng">
                <a:solidFill>
                  <a:srgbClr val="000000"/>
                </a:solidFill>
                <a:prstDash val="solid"/>
                <a:headEnd type="none" w="med" len="med"/>
                <a:tailEnd type="none" w="med" len="med"/>
              </a:ln>
            </p:spPr>
          </p:sp>
          <p:sp>
            <p:nvSpPr>
              <p:cNvPr id="99870" name="Line 535"/>
              <p:cNvSpPr/>
              <p:nvPr/>
            </p:nvSpPr>
            <p:spPr>
              <a:xfrm>
                <a:off x="2508" y="2162"/>
                <a:ext cx="1" cy="1"/>
              </a:xfrm>
              <a:prstGeom prst="line">
                <a:avLst/>
              </a:prstGeom>
              <a:ln w="11113" cap="flat" cmpd="sng">
                <a:solidFill>
                  <a:srgbClr val="000000"/>
                </a:solidFill>
                <a:prstDash val="solid"/>
                <a:headEnd type="none" w="med" len="med"/>
                <a:tailEnd type="none" w="med" len="med"/>
              </a:ln>
            </p:spPr>
          </p:sp>
          <p:sp>
            <p:nvSpPr>
              <p:cNvPr id="99871" name="Line 536"/>
              <p:cNvSpPr/>
              <p:nvPr/>
            </p:nvSpPr>
            <p:spPr>
              <a:xfrm>
                <a:off x="2508" y="2103"/>
                <a:ext cx="1" cy="1"/>
              </a:xfrm>
              <a:prstGeom prst="line">
                <a:avLst/>
              </a:prstGeom>
              <a:ln w="11113" cap="flat" cmpd="sng">
                <a:solidFill>
                  <a:srgbClr val="000000"/>
                </a:solidFill>
                <a:prstDash val="solid"/>
                <a:headEnd type="none" w="med" len="med"/>
                <a:tailEnd type="none" w="med" len="med"/>
              </a:ln>
            </p:spPr>
          </p:sp>
          <p:sp>
            <p:nvSpPr>
              <p:cNvPr id="99872" name="Line 537"/>
              <p:cNvSpPr/>
              <p:nvPr/>
            </p:nvSpPr>
            <p:spPr>
              <a:xfrm>
                <a:off x="2508" y="2043"/>
                <a:ext cx="1" cy="1"/>
              </a:xfrm>
              <a:prstGeom prst="line">
                <a:avLst/>
              </a:prstGeom>
              <a:ln w="11113" cap="flat" cmpd="sng">
                <a:solidFill>
                  <a:srgbClr val="000000"/>
                </a:solidFill>
                <a:prstDash val="solid"/>
                <a:headEnd type="none" w="med" len="med"/>
                <a:tailEnd type="none" w="med" len="med"/>
              </a:ln>
            </p:spPr>
          </p:sp>
          <p:sp>
            <p:nvSpPr>
              <p:cNvPr id="99873" name="Line 538"/>
              <p:cNvSpPr/>
              <p:nvPr/>
            </p:nvSpPr>
            <p:spPr>
              <a:xfrm>
                <a:off x="2508" y="1983"/>
                <a:ext cx="1" cy="1"/>
              </a:xfrm>
              <a:prstGeom prst="line">
                <a:avLst/>
              </a:prstGeom>
              <a:ln w="11113" cap="flat" cmpd="sng">
                <a:solidFill>
                  <a:srgbClr val="000000"/>
                </a:solidFill>
                <a:prstDash val="solid"/>
                <a:headEnd type="none" w="med" len="med"/>
                <a:tailEnd type="none" w="med" len="med"/>
              </a:ln>
            </p:spPr>
          </p:sp>
          <p:sp>
            <p:nvSpPr>
              <p:cNvPr id="99874" name="Line 539"/>
              <p:cNvSpPr/>
              <p:nvPr/>
            </p:nvSpPr>
            <p:spPr>
              <a:xfrm>
                <a:off x="2508" y="1924"/>
                <a:ext cx="1" cy="1"/>
              </a:xfrm>
              <a:prstGeom prst="line">
                <a:avLst/>
              </a:prstGeom>
              <a:ln w="11113" cap="flat" cmpd="sng">
                <a:solidFill>
                  <a:srgbClr val="000000"/>
                </a:solidFill>
                <a:prstDash val="solid"/>
                <a:headEnd type="none" w="med" len="med"/>
                <a:tailEnd type="none" w="med" len="med"/>
              </a:ln>
            </p:spPr>
          </p:sp>
          <p:sp>
            <p:nvSpPr>
              <p:cNvPr id="99875" name="Line 540"/>
              <p:cNvSpPr/>
              <p:nvPr/>
            </p:nvSpPr>
            <p:spPr>
              <a:xfrm>
                <a:off x="2508" y="1864"/>
                <a:ext cx="1" cy="1"/>
              </a:xfrm>
              <a:prstGeom prst="line">
                <a:avLst/>
              </a:prstGeom>
              <a:ln w="11113" cap="flat" cmpd="sng">
                <a:solidFill>
                  <a:srgbClr val="000000"/>
                </a:solidFill>
                <a:prstDash val="solid"/>
                <a:headEnd type="none" w="med" len="med"/>
                <a:tailEnd type="none" w="med" len="med"/>
              </a:ln>
            </p:spPr>
          </p:sp>
          <p:sp>
            <p:nvSpPr>
              <p:cNvPr id="99876" name="Freeform 541"/>
              <p:cNvSpPr/>
              <p:nvPr/>
            </p:nvSpPr>
            <p:spPr>
              <a:xfrm>
                <a:off x="2508" y="1864"/>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11113" cap="flat" cmpd="sng">
                <a:solidFill>
                  <a:srgbClr val="000000">
                    <a:alpha val="100000"/>
                  </a:srgbClr>
                </a:solidFill>
                <a:prstDash val="solid"/>
                <a:round/>
                <a:headEnd type="none" w="med" len="med"/>
                <a:tailEnd type="none" w="med" len="med"/>
              </a:ln>
            </p:spPr>
            <p:txBody>
              <a:bodyPr/>
              <a:p>
                <a:endParaRPr lang="zh-CN" altLang="en-US"/>
              </a:p>
            </p:txBody>
          </p:sp>
          <p:sp>
            <p:nvSpPr>
              <p:cNvPr id="99877" name="Line 542"/>
              <p:cNvSpPr/>
              <p:nvPr/>
            </p:nvSpPr>
            <p:spPr>
              <a:xfrm>
                <a:off x="2639" y="1864"/>
                <a:ext cx="1" cy="1"/>
              </a:xfrm>
              <a:prstGeom prst="line">
                <a:avLst/>
              </a:prstGeom>
              <a:ln w="11113" cap="flat" cmpd="sng">
                <a:solidFill>
                  <a:srgbClr val="000000"/>
                </a:solidFill>
                <a:prstDash val="solid"/>
                <a:headEnd type="none" w="med" len="med"/>
                <a:tailEnd type="none" w="med" len="med"/>
              </a:ln>
            </p:spPr>
          </p:sp>
          <p:sp>
            <p:nvSpPr>
              <p:cNvPr id="99878" name="Line 543"/>
              <p:cNvSpPr/>
              <p:nvPr/>
            </p:nvSpPr>
            <p:spPr>
              <a:xfrm>
                <a:off x="2770" y="1864"/>
                <a:ext cx="1" cy="1"/>
              </a:xfrm>
              <a:prstGeom prst="line">
                <a:avLst/>
              </a:prstGeom>
              <a:ln w="11113" cap="flat" cmpd="sng">
                <a:solidFill>
                  <a:srgbClr val="000000"/>
                </a:solidFill>
                <a:prstDash val="solid"/>
                <a:headEnd type="none" w="med" len="med"/>
                <a:tailEnd type="none" w="med" len="med"/>
              </a:ln>
            </p:spPr>
          </p:sp>
          <p:sp>
            <p:nvSpPr>
              <p:cNvPr id="99879" name="Line 544"/>
              <p:cNvSpPr/>
              <p:nvPr/>
            </p:nvSpPr>
            <p:spPr>
              <a:xfrm>
                <a:off x="2901" y="1864"/>
                <a:ext cx="1" cy="1"/>
              </a:xfrm>
              <a:prstGeom prst="line">
                <a:avLst/>
              </a:prstGeom>
              <a:ln w="11113" cap="flat" cmpd="sng">
                <a:solidFill>
                  <a:srgbClr val="000000"/>
                </a:solidFill>
                <a:prstDash val="solid"/>
                <a:headEnd type="none" w="med" len="med"/>
                <a:tailEnd type="none" w="med" len="med"/>
              </a:ln>
            </p:spPr>
          </p:sp>
          <p:sp>
            <p:nvSpPr>
              <p:cNvPr id="99880" name="Line 545"/>
              <p:cNvSpPr/>
              <p:nvPr/>
            </p:nvSpPr>
            <p:spPr>
              <a:xfrm>
                <a:off x="3032" y="1864"/>
                <a:ext cx="1" cy="1"/>
              </a:xfrm>
              <a:prstGeom prst="line">
                <a:avLst/>
              </a:prstGeom>
              <a:ln w="11113" cap="flat" cmpd="sng">
                <a:solidFill>
                  <a:srgbClr val="000000"/>
                </a:solidFill>
                <a:prstDash val="solid"/>
                <a:headEnd type="none" w="med" len="med"/>
                <a:tailEnd type="none" w="med" len="med"/>
              </a:ln>
            </p:spPr>
          </p:sp>
          <p:sp>
            <p:nvSpPr>
              <p:cNvPr id="99881" name="Line 546"/>
              <p:cNvSpPr/>
              <p:nvPr/>
            </p:nvSpPr>
            <p:spPr>
              <a:xfrm>
                <a:off x="3162" y="1864"/>
                <a:ext cx="1" cy="1"/>
              </a:xfrm>
              <a:prstGeom prst="line">
                <a:avLst/>
              </a:prstGeom>
              <a:ln w="11113" cap="flat" cmpd="sng">
                <a:solidFill>
                  <a:srgbClr val="000000"/>
                </a:solidFill>
                <a:prstDash val="solid"/>
                <a:headEnd type="none" w="med" len="med"/>
                <a:tailEnd type="none" w="med" len="med"/>
              </a:ln>
            </p:spPr>
          </p:sp>
          <p:sp>
            <p:nvSpPr>
              <p:cNvPr id="99882" name="Line 547"/>
              <p:cNvSpPr/>
              <p:nvPr/>
            </p:nvSpPr>
            <p:spPr>
              <a:xfrm>
                <a:off x="3293" y="1864"/>
                <a:ext cx="1" cy="1"/>
              </a:xfrm>
              <a:prstGeom prst="line">
                <a:avLst/>
              </a:prstGeom>
              <a:ln w="11113" cap="flat" cmpd="sng">
                <a:solidFill>
                  <a:srgbClr val="000000"/>
                </a:solidFill>
                <a:prstDash val="solid"/>
                <a:headEnd type="none" w="med" len="med"/>
                <a:tailEnd type="none" w="med" len="med"/>
              </a:ln>
            </p:spPr>
          </p:sp>
          <p:sp>
            <p:nvSpPr>
              <p:cNvPr id="99883" name="Line 548"/>
              <p:cNvSpPr/>
              <p:nvPr/>
            </p:nvSpPr>
            <p:spPr>
              <a:xfrm>
                <a:off x="3425" y="1864"/>
                <a:ext cx="1" cy="1"/>
              </a:xfrm>
              <a:prstGeom prst="line">
                <a:avLst/>
              </a:prstGeom>
              <a:ln w="11113" cap="flat" cmpd="sng">
                <a:solidFill>
                  <a:srgbClr val="000000"/>
                </a:solidFill>
                <a:prstDash val="solid"/>
                <a:headEnd type="none" w="med" len="med"/>
                <a:tailEnd type="none" w="med" len="med"/>
              </a:ln>
            </p:spPr>
          </p:sp>
          <p:sp>
            <p:nvSpPr>
              <p:cNvPr id="99884" name="Line 549"/>
              <p:cNvSpPr/>
              <p:nvPr/>
            </p:nvSpPr>
            <p:spPr>
              <a:xfrm>
                <a:off x="3555" y="1864"/>
                <a:ext cx="1" cy="1"/>
              </a:xfrm>
              <a:prstGeom prst="line">
                <a:avLst/>
              </a:prstGeom>
              <a:ln w="11113" cap="flat" cmpd="sng">
                <a:solidFill>
                  <a:srgbClr val="000000"/>
                </a:solidFill>
                <a:prstDash val="solid"/>
                <a:headEnd type="none" w="med" len="med"/>
                <a:tailEnd type="none" w="med" len="med"/>
              </a:ln>
            </p:spPr>
          </p:sp>
          <p:sp>
            <p:nvSpPr>
              <p:cNvPr id="99885" name="Line 550"/>
              <p:cNvSpPr/>
              <p:nvPr/>
            </p:nvSpPr>
            <p:spPr>
              <a:xfrm>
                <a:off x="3686" y="1864"/>
                <a:ext cx="1" cy="1"/>
              </a:xfrm>
              <a:prstGeom prst="line">
                <a:avLst/>
              </a:prstGeom>
              <a:ln w="11113" cap="flat" cmpd="sng">
                <a:solidFill>
                  <a:srgbClr val="000000"/>
                </a:solidFill>
                <a:prstDash val="solid"/>
                <a:headEnd type="none" w="med" len="med"/>
                <a:tailEnd type="none" w="med" len="med"/>
              </a:ln>
            </p:spPr>
          </p:sp>
          <p:sp>
            <p:nvSpPr>
              <p:cNvPr id="99886" name="Line 551"/>
              <p:cNvSpPr/>
              <p:nvPr/>
            </p:nvSpPr>
            <p:spPr>
              <a:xfrm>
                <a:off x="3817" y="1864"/>
                <a:ext cx="1" cy="1"/>
              </a:xfrm>
              <a:prstGeom prst="line">
                <a:avLst/>
              </a:prstGeom>
              <a:ln w="11113" cap="flat" cmpd="sng">
                <a:solidFill>
                  <a:srgbClr val="000000"/>
                </a:solidFill>
                <a:prstDash val="solid"/>
                <a:headEnd type="none" w="med" len="med"/>
                <a:tailEnd type="none" w="med" len="med"/>
              </a:ln>
            </p:spPr>
          </p:sp>
          <p:sp>
            <p:nvSpPr>
              <p:cNvPr id="99887" name="Line 552"/>
              <p:cNvSpPr/>
              <p:nvPr/>
            </p:nvSpPr>
            <p:spPr>
              <a:xfrm>
                <a:off x="3948" y="1864"/>
                <a:ext cx="1" cy="1"/>
              </a:xfrm>
              <a:prstGeom prst="line">
                <a:avLst/>
              </a:prstGeom>
              <a:ln w="11113" cap="flat" cmpd="sng">
                <a:solidFill>
                  <a:srgbClr val="000000"/>
                </a:solidFill>
                <a:prstDash val="solid"/>
                <a:headEnd type="none" w="med" len="med"/>
                <a:tailEnd type="none" w="med" len="med"/>
              </a:ln>
            </p:spPr>
          </p:sp>
          <p:sp>
            <p:nvSpPr>
              <p:cNvPr id="99888" name="Line 553"/>
              <p:cNvSpPr/>
              <p:nvPr/>
            </p:nvSpPr>
            <p:spPr>
              <a:xfrm>
                <a:off x="4079" y="1864"/>
                <a:ext cx="1" cy="1"/>
              </a:xfrm>
              <a:prstGeom prst="line">
                <a:avLst/>
              </a:prstGeom>
              <a:ln w="11113" cap="flat" cmpd="sng">
                <a:solidFill>
                  <a:srgbClr val="000000"/>
                </a:solidFill>
                <a:prstDash val="solid"/>
                <a:headEnd type="none" w="med" len="med"/>
                <a:tailEnd type="none" w="med" len="med"/>
              </a:ln>
            </p:spPr>
          </p:sp>
          <p:sp>
            <p:nvSpPr>
              <p:cNvPr id="99889" name="Line 554"/>
              <p:cNvSpPr/>
              <p:nvPr/>
            </p:nvSpPr>
            <p:spPr>
              <a:xfrm>
                <a:off x="4210" y="1864"/>
                <a:ext cx="1" cy="1"/>
              </a:xfrm>
              <a:prstGeom prst="line">
                <a:avLst/>
              </a:prstGeom>
              <a:ln w="11113" cap="flat" cmpd="sng">
                <a:solidFill>
                  <a:srgbClr val="000000"/>
                </a:solidFill>
                <a:prstDash val="solid"/>
                <a:headEnd type="none" w="med" len="med"/>
                <a:tailEnd type="none" w="med" len="med"/>
              </a:ln>
            </p:spPr>
          </p:sp>
          <p:sp>
            <p:nvSpPr>
              <p:cNvPr id="99890" name="Line 555"/>
              <p:cNvSpPr/>
              <p:nvPr/>
            </p:nvSpPr>
            <p:spPr>
              <a:xfrm>
                <a:off x="4341" y="1864"/>
                <a:ext cx="1" cy="1"/>
              </a:xfrm>
              <a:prstGeom prst="line">
                <a:avLst/>
              </a:prstGeom>
              <a:ln w="11113" cap="flat" cmpd="sng">
                <a:solidFill>
                  <a:srgbClr val="000000"/>
                </a:solidFill>
                <a:prstDash val="solid"/>
                <a:headEnd type="none" w="med" len="med"/>
                <a:tailEnd type="none" w="med" len="med"/>
              </a:ln>
            </p:spPr>
          </p:sp>
          <p:sp>
            <p:nvSpPr>
              <p:cNvPr id="99891" name="Line 556"/>
              <p:cNvSpPr/>
              <p:nvPr/>
            </p:nvSpPr>
            <p:spPr>
              <a:xfrm>
                <a:off x="4472" y="1864"/>
                <a:ext cx="1" cy="1"/>
              </a:xfrm>
              <a:prstGeom prst="line">
                <a:avLst/>
              </a:prstGeom>
              <a:ln w="11113" cap="flat" cmpd="sng">
                <a:solidFill>
                  <a:srgbClr val="000000"/>
                </a:solidFill>
                <a:prstDash val="solid"/>
                <a:headEnd type="none" w="med" len="med"/>
                <a:tailEnd type="none" w="med" len="med"/>
              </a:ln>
            </p:spPr>
          </p:sp>
          <p:sp>
            <p:nvSpPr>
              <p:cNvPr id="99892" name="Line 557"/>
              <p:cNvSpPr/>
              <p:nvPr/>
            </p:nvSpPr>
            <p:spPr>
              <a:xfrm>
                <a:off x="4603" y="1864"/>
                <a:ext cx="1" cy="1"/>
              </a:xfrm>
              <a:prstGeom prst="line">
                <a:avLst/>
              </a:prstGeom>
              <a:ln w="11113" cap="flat" cmpd="sng">
                <a:solidFill>
                  <a:srgbClr val="000000"/>
                </a:solidFill>
                <a:prstDash val="solid"/>
                <a:headEnd type="none" w="med" len="med"/>
                <a:tailEnd type="none" w="med" len="med"/>
              </a:ln>
            </p:spPr>
          </p:sp>
          <p:sp>
            <p:nvSpPr>
              <p:cNvPr id="99893" name="Line 558"/>
              <p:cNvSpPr/>
              <p:nvPr/>
            </p:nvSpPr>
            <p:spPr>
              <a:xfrm>
                <a:off x="4734" y="1864"/>
                <a:ext cx="1" cy="1"/>
              </a:xfrm>
              <a:prstGeom prst="line">
                <a:avLst/>
              </a:prstGeom>
              <a:ln w="11113" cap="flat" cmpd="sng">
                <a:solidFill>
                  <a:srgbClr val="000000"/>
                </a:solidFill>
                <a:prstDash val="solid"/>
                <a:headEnd type="none" w="med" len="med"/>
                <a:tailEnd type="none" w="med" len="med"/>
              </a:ln>
            </p:spPr>
          </p:sp>
          <p:sp>
            <p:nvSpPr>
              <p:cNvPr id="99894" name="Line 559"/>
              <p:cNvSpPr/>
              <p:nvPr/>
            </p:nvSpPr>
            <p:spPr>
              <a:xfrm>
                <a:off x="4864" y="1864"/>
                <a:ext cx="1" cy="1"/>
              </a:xfrm>
              <a:prstGeom prst="line">
                <a:avLst/>
              </a:prstGeom>
              <a:ln w="11113" cap="flat" cmpd="sng">
                <a:solidFill>
                  <a:srgbClr val="000000"/>
                </a:solidFill>
                <a:prstDash val="solid"/>
                <a:headEnd type="none" w="med" len="med"/>
                <a:tailEnd type="none" w="med" len="med"/>
              </a:ln>
            </p:spPr>
          </p:sp>
          <p:sp>
            <p:nvSpPr>
              <p:cNvPr id="99895" name="Line 560"/>
              <p:cNvSpPr/>
              <p:nvPr/>
            </p:nvSpPr>
            <p:spPr>
              <a:xfrm>
                <a:off x="2508" y="1864"/>
                <a:ext cx="2356" cy="1"/>
              </a:xfrm>
              <a:prstGeom prst="line">
                <a:avLst/>
              </a:prstGeom>
              <a:ln w="11113" cap="flat" cmpd="sng">
                <a:solidFill>
                  <a:srgbClr val="000000"/>
                </a:solidFill>
                <a:prstDash val="solid"/>
                <a:headEnd type="none" w="med" len="med"/>
                <a:tailEnd type="none" w="med" len="med"/>
              </a:ln>
            </p:spPr>
          </p:sp>
          <p:sp>
            <p:nvSpPr>
              <p:cNvPr id="99896" name="Line 561"/>
              <p:cNvSpPr/>
              <p:nvPr/>
            </p:nvSpPr>
            <p:spPr>
              <a:xfrm>
                <a:off x="4864" y="2520"/>
                <a:ext cx="1" cy="1"/>
              </a:xfrm>
              <a:prstGeom prst="line">
                <a:avLst/>
              </a:prstGeom>
              <a:ln w="11113" cap="flat" cmpd="sng">
                <a:solidFill>
                  <a:srgbClr val="000000"/>
                </a:solidFill>
                <a:prstDash val="solid"/>
                <a:headEnd type="none" w="med" len="med"/>
                <a:tailEnd type="none" w="med" len="med"/>
              </a:ln>
            </p:spPr>
          </p:sp>
          <p:sp>
            <p:nvSpPr>
              <p:cNvPr id="99897" name="Line 562"/>
              <p:cNvSpPr/>
              <p:nvPr/>
            </p:nvSpPr>
            <p:spPr>
              <a:xfrm>
                <a:off x="4864" y="2460"/>
                <a:ext cx="1" cy="1"/>
              </a:xfrm>
              <a:prstGeom prst="line">
                <a:avLst/>
              </a:prstGeom>
              <a:ln w="11113" cap="flat" cmpd="sng">
                <a:solidFill>
                  <a:srgbClr val="000000"/>
                </a:solidFill>
                <a:prstDash val="solid"/>
                <a:headEnd type="none" w="med" len="med"/>
                <a:tailEnd type="none" w="med" len="med"/>
              </a:ln>
            </p:spPr>
          </p:sp>
          <p:sp>
            <p:nvSpPr>
              <p:cNvPr id="99898" name="Line 563"/>
              <p:cNvSpPr/>
              <p:nvPr/>
            </p:nvSpPr>
            <p:spPr>
              <a:xfrm>
                <a:off x="4864" y="2401"/>
                <a:ext cx="1" cy="1"/>
              </a:xfrm>
              <a:prstGeom prst="line">
                <a:avLst/>
              </a:prstGeom>
              <a:ln w="11113" cap="flat" cmpd="sng">
                <a:solidFill>
                  <a:srgbClr val="000000"/>
                </a:solidFill>
                <a:prstDash val="solid"/>
                <a:headEnd type="none" w="med" len="med"/>
                <a:tailEnd type="none" w="med" len="med"/>
              </a:ln>
            </p:spPr>
          </p:sp>
          <p:sp>
            <p:nvSpPr>
              <p:cNvPr id="99899" name="Line 564"/>
              <p:cNvSpPr/>
              <p:nvPr/>
            </p:nvSpPr>
            <p:spPr>
              <a:xfrm>
                <a:off x="4864" y="2341"/>
                <a:ext cx="1" cy="1"/>
              </a:xfrm>
              <a:prstGeom prst="line">
                <a:avLst/>
              </a:prstGeom>
              <a:ln w="11113" cap="flat" cmpd="sng">
                <a:solidFill>
                  <a:srgbClr val="000000"/>
                </a:solidFill>
                <a:prstDash val="solid"/>
                <a:headEnd type="none" w="med" len="med"/>
                <a:tailEnd type="none" w="med" len="med"/>
              </a:ln>
            </p:spPr>
          </p:sp>
          <p:sp>
            <p:nvSpPr>
              <p:cNvPr id="99900" name="Line 565"/>
              <p:cNvSpPr/>
              <p:nvPr/>
            </p:nvSpPr>
            <p:spPr>
              <a:xfrm>
                <a:off x="4864" y="2281"/>
                <a:ext cx="1" cy="1"/>
              </a:xfrm>
              <a:prstGeom prst="line">
                <a:avLst/>
              </a:prstGeom>
              <a:ln w="11113" cap="flat" cmpd="sng">
                <a:solidFill>
                  <a:srgbClr val="000000"/>
                </a:solidFill>
                <a:prstDash val="solid"/>
                <a:headEnd type="none" w="med" len="med"/>
                <a:tailEnd type="none" w="med" len="med"/>
              </a:ln>
            </p:spPr>
          </p:sp>
          <p:sp>
            <p:nvSpPr>
              <p:cNvPr id="99901" name="Line 566"/>
              <p:cNvSpPr/>
              <p:nvPr/>
            </p:nvSpPr>
            <p:spPr>
              <a:xfrm>
                <a:off x="4864" y="2222"/>
                <a:ext cx="1" cy="1"/>
              </a:xfrm>
              <a:prstGeom prst="line">
                <a:avLst/>
              </a:prstGeom>
              <a:ln w="11113" cap="flat" cmpd="sng">
                <a:solidFill>
                  <a:srgbClr val="000000"/>
                </a:solidFill>
                <a:prstDash val="solid"/>
                <a:headEnd type="none" w="med" len="med"/>
                <a:tailEnd type="none" w="med" len="med"/>
              </a:ln>
            </p:spPr>
          </p:sp>
          <p:sp>
            <p:nvSpPr>
              <p:cNvPr id="99902" name="Line 567"/>
              <p:cNvSpPr/>
              <p:nvPr/>
            </p:nvSpPr>
            <p:spPr>
              <a:xfrm>
                <a:off x="4864" y="2162"/>
                <a:ext cx="1" cy="1"/>
              </a:xfrm>
              <a:prstGeom prst="line">
                <a:avLst/>
              </a:prstGeom>
              <a:ln w="11113" cap="flat" cmpd="sng">
                <a:solidFill>
                  <a:srgbClr val="000000"/>
                </a:solidFill>
                <a:prstDash val="solid"/>
                <a:headEnd type="none" w="med" len="med"/>
                <a:tailEnd type="none" w="med" len="med"/>
              </a:ln>
            </p:spPr>
          </p:sp>
          <p:sp>
            <p:nvSpPr>
              <p:cNvPr id="99903" name="Line 568"/>
              <p:cNvSpPr/>
              <p:nvPr/>
            </p:nvSpPr>
            <p:spPr>
              <a:xfrm>
                <a:off x="4864" y="2103"/>
                <a:ext cx="1" cy="1"/>
              </a:xfrm>
              <a:prstGeom prst="line">
                <a:avLst/>
              </a:prstGeom>
              <a:ln w="11113" cap="flat" cmpd="sng">
                <a:solidFill>
                  <a:srgbClr val="000000"/>
                </a:solidFill>
                <a:prstDash val="solid"/>
                <a:headEnd type="none" w="med" len="med"/>
                <a:tailEnd type="none" w="med" len="med"/>
              </a:ln>
            </p:spPr>
          </p:sp>
          <p:sp>
            <p:nvSpPr>
              <p:cNvPr id="99904" name="Line 569"/>
              <p:cNvSpPr/>
              <p:nvPr/>
            </p:nvSpPr>
            <p:spPr>
              <a:xfrm>
                <a:off x="4864" y="2043"/>
                <a:ext cx="1" cy="1"/>
              </a:xfrm>
              <a:prstGeom prst="line">
                <a:avLst/>
              </a:prstGeom>
              <a:ln w="11113" cap="flat" cmpd="sng">
                <a:solidFill>
                  <a:srgbClr val="000000"/>
                </a:solidFill>
                <a:prstDash val="solid"/>
                <a:headEnd type="none" w="med" len="med"/>
                <a:tailEnd type="none" w="med" len="med"/>
              </a:ln>
            </p:spPr>
          </p:sp>
          <p:sp>
            <p:nvSpPr>
              <p:cNvPr id="99905" name="Line 570"/>
              <p:cNvSpPr/>
              <p:nvPr/>
            </p:nvSpPr>
            <p:spPr>
              <a:xfrm>
                <a:off x="4864" y="1983"/>
                <a:ext cx="1" cy="1"/>
              </a:xfrm>
              <a:prstGeom prst="line">
                <a:avLst/>
              </a:prstGeom>
              <a:ln w="11113" cap="flat" cmpd="sng">
                <a:solidFill>
                  <a:srgbClr val="000000"/>
                </a:solidFill>
                <a:prstDash val="solid"/>
                <a:headEnd type="none" w="med" len="med"/>
                <a:tailEnd type="none" w="med" len="med"/>
              </a:ln>
            </p:spPr>
          </p:sp>
          <p:sp>
            <p:nvSpPr>
              <p:cNvPr id="99906" name="Line 571"/>
              <p:cNvSpPr/>
              <p:nvPr/>
            </p:nvSpPr>
            <p:spPr>
              <a:xfrm>
                <a:off x="4864" y="1924"/>
                <a:ext cx="1" cy="1"/>
              </a:xfrm>
              <a:prstGeom prst="line">
                <a:avLst/>
              </a:prstGeom>
              <a:ln w="11113" cap="flat" cmpd="sng">
                <a:solidFill>
                  <a:srgbClr val="000000"/>
                </a:solidFill>
                <a:prstDash val="solid"/>
                <a:headEnd type="none" w="med" len="med"/>
                <a:tailEnd type="none" w="med" len="med"/>
              </a:ln>
            </p:spPr>
          </p:sp>
          <p:sp>
            <p:nvSpPr>
              <p:cNvPr id="99907" name="Line 572"/>
              <p:cNvSpPr/>
              <p:nvPr/>
            </p:nvSpPr>
            <p:spPr>
              <a:xfrm>
                <a:off x="4864" y="1864"/>
                <a:ext cx="1" cy="1"/>
              </a:xfrm>
              <a:prstGeom prst="line">
                <a:avLst/>
              </a:prstGeom>
              <a:ln w="11113" cap="flat" cmpd="sng">
                <a:solidFill>
                  <a:srgbClr val="000000"/>
                </a:solidFill>
                <a:prstDash val="solid"/>
                <a:headEnd type="none" w="med" len="med"/>
                <a:tailEnd type="none" w="med" len="med"/>
              </a:ln>
            </p:spPr>
          </p:sp>
          <p:sp>
            <p:nvSpPr>
              <p:cNvPr id="99908" name="Line 573"/>
              <p:cNvSpPr/>
              <p:nvPr/>
            </p:nvSpPr>
            <p:spPr>
              <a:xfrm flipV="1">
                <a:off x="4864" y="1864"/>
                <a:ext cx="1" cy="656"/>
              </a:xfrm>
              <a:prstGeom prst="line">
                <a:avLst/>
              </a:prstGeom>
              <a:ln w="11113" cap="flat" cmpd="sng">
                <a:solidFill>
                  <a:srgbClr val="000000"/>
                </a:solidFill>
                <a:prstDash val="solid"/>
                <a:headEnd type="none" w="med" len="med"/>
                <a:tailEnd type="none" w="med" len="med"/>
              </a:ln>
            </p:spPr>
          </p:sp>
          <p:sp>
            <p:nvSpPr>
              <p:cNvPr id="99909" name="Freeform 574"/>
              <p:cNvSpPr/>
              <p:nvPr/>
            </p:nvSpPr>
            <p:spPr>
              <a:xfrm>
                <a:off x="2771" y="1936"/>
                <a:ext cx="1830" cy="584"/>
              </a:xfrm>
              <a:custGeom>
                <a:avLst/>
                <a:gdLst/>
                <a:ahLst/>
                <a:cxnLst>
                  <a:cxn ang="0">
                    <a:pos x="26" y="575"/>
                  </a:cxn>
                  <a:cxn ang="0">
                    <a:pos x="55" y="560"/>
                  </a:cxn>
                  <a:cxn ang="0">
                    <a:pos x="83" y="149"/>
                  </a:cxn>
                  <a:cxn ang="0">
                    <a:pos x="112" y="492"/>
                  </a:cxn>
                  <a:cxn ang="0">
                    <a:pos x="141" y="565"/>
                  </a:cxn>
                  <a:cxn ang="0">
                    <a:pos x="170" y="573"/>
                  </a:cxn>
                  <a:cxn ang="0">
                    <a:pos x="199" y="574"/>
                  </a:cxn>
                  <a:cxn ang="0">
                    <a:pos x="227" y="570"/>
                  </a:cxn>
                  <a:cxn ang="0">
                    <a:pos x="256" y="553"/>
                  </a:cxn>
                  <a:cxn ang="0">
                    <a:pos x="285" y="280"/>
                  </a:cxn>
                  <a:cxn ang="0">
                    <a:pos x="314" y="385"/>
                  </a:cxn>
                  <a:cxn ang="0">
                    <a:pos x="343" y="555"/>
                  </a:cxn>
                  <a:cxn ang="0">
                    <a:pos x="371" y="570"/>
                  </a:cxn>
                  <a:cxn ang="0">
                    <a:pos x="400" y="572"/>
                  </a:cxn>
                  <a:cxn ang="0">
                    <a:pos x="429" y="570"/>
                  </a:cxn>
                  <a:cxn ang="0">
                    <a:pos x="458" y="556"/>
                  </a:cxn>
                  <a:cxn ang="0">
                    <a:pos x="487" y="409"/>
                  </a:cxn>
                  <a:cxn ang="0">
                    <a:pos x="515" y="254"/>
                  </a:cxn>
                  <a:cxn ang="0">
                    <a:pos x="544" y="553"/>
                  </a:cxn>
                  <a:cxn ang="0">
                    <a:pos x="573" y="571"/>
                  </a:cxn>
                  <a:cxn ang="0">
                    <a:pos x="602" y="575"/>
                  </a:cxn>
                  <a:cxn ang="0">
                    <a:pos x="631" y="574"/>
                  </a:cxn>
                  <a:cxn ang="0">
                    <a:pos x="659" y="567"/>
                  </a:cxn>
                  <a:cxn ang="0">
                    <a:pos x="688" y="508"/>
                  </a:cxn>
                  <a:cxn ang="0">
                    <a:pos x="717" y="126"/>
                  </a:cxn>
                  <a:cxn ang="0">
                    <a:pos x="746" y="563"/>
                  </a:cxn>
                  <a:cxn ang="0">
                    <a:pos x="775" y="577"/>
                  </a:cxn>
                  <a:cxn ang="0">
                    <a:pos x="804" y="579"/>
                  </a:cxn>
                  <a:cxn ang="0">
                    <a:pos x="832" y="580"/>
                  </a:cxn>
                  <a:cxn ang="0">
                    <a:pos x="861" y="578"/>
                  </a:cxn>
                  <a:cxn ang="0">
                    <a:pos x="890" y="565"/>
                  </a:cxn>
                  <a:cxn ang="0">
                    <a:pos x="919" y="33"/>
                  </a:cxn>
                  <a:cxn ang="0">
                    <a:pos x="948" y="578"/>
                  </a:cxn>
                  <a:cxn ang="0">
                    <a:pos x="976" y="583"/>
                  </a:cxn>
                  <a:cxn ang="0">
                    <a:pos x="1005" y="583"/>
                  </a:cxn>
                  <a:cxn ang="0">
                    <a:pos x="1034" y="584"/>
                  </a:cxn>
                  <a:cxn ang="0">
                    <a:pos x="1063" y="584"/>
                  </a:cxn>
                  <a:cxn ang="0">
                    <a:pos x="1092" y="584"/>
                  </a:cxn>
                  <a:cxn ang="0">
                    <a:pos x="1120" y="0"/>
                  </a:cxn>
                  <a:cxn ang="0">
                    <a:pos x="1149" y="584"/>
                  </a:cxn>
                  <a:cxn ang="0">
                    <a:pos x="1178" y="584"/>
                  </a:cxn>
                  <a:cxn ang="0">
                    <a:pos x="1207" y="584"/>
                  </a:cxn>
                  <a:cxn ang="0">
                    <a:pos x="1236" y="583"/>
                  </a:cxn>
                  <a:cxn ang="0">
                    <a:pos x="1264" y="582"/>
                  </a:cxn>
                  <a:cxn ang="0">
                    <a:pos x="1293" y="577"/>
                  </a:cxn>
                  <a:cxn ang="0">
                    <a:pos x="1322" y="36"/>
                  </a:cxn>
                  <a:cxn ang="0">
                    <a:pos x="1351" y="564"/>
                  </a:cxn>
                  <a:cxn ang="0">
                    <a:pos x="1380" y="578"/>
                  </a:cxn>
                  <a:cxn ang="0">
                    <a:pos x="1408" y="579"/>
                  </a:cxn>
                  <a:cxn ang="0">
                    <a:pos x="1437" y="579"/>
                  </a:cxn>
                  <a:cxn ang="0">
                    <a:pos x="1466" y="576"/>
                  </a:cxn>
                  <a:cxn ang="0">
                    <a:pos x="1495" y="562"/>
                  </a:cxn>
                  <a:cxn ang="0">
                    <a:pos x="1524" y="132"/>
                  </a:cxn>
                  <a:cxn ang="0">
                    <a:pos x="1553" y="504"/>
                  </a:cxn>
                  <a:cxn ang="0">
                    <a:pos x="1581" y="566"/>
                  </a:cxn>
                  <a:cxn ang="0">
                    <a:pos x="1610" y="574"/>
                  </a:cxn>
                  <a:cxn ang="0">
                    <a:pos x="1639" y="574"/>
                  </a:cxn>
                  <a:cxn ang="0">
                    <a:pos x="1668" y="571"/>
                  </a:cxn>
                  <a:cxn ang="0">
                    <a:pos x="1697" y="553"/>
                  </a:cxn>
                  <a:cxn ang="0">
                    <a:pos x="1725" y="261"/>
                  </a:cxn>
                  <a:cxn ang="0">
                    <a:pos x="1754" y="403"/>
                  </a:cxn>
                  <a:cxn ang="0">
                    <a:pos x="1783" y="556"/>
                  </a:cxn>
                  <a:cxn ang="0">
                    <a:pos x="1812" y="570"/>
                  </a:cxn>
                </a:cxnLst>
                <a:pathLst>
                  <a:path w="3661" h="3505">
                    <a:moveTo>
                      <a:pt x="0" y="3490"/>
                    </a:moveTo>
                    <a:lnTo>
                      <a:pt x="5" y="3503"/>
                    </a:lnTo>
                    <a:lnTo>
                      <a:pt x="10" y="3504"/>
                    </a:lnTo>
                    <a:lnTo>
                      <a:pt x="16" y="3495"/>
                    </a:lnTo>
                    <a:lnTo>
                      <a:pt x="21" y="3476"/>
                    </a:lnTo>
                    <a:lnTo>
                      <a:pt x="26" y="3453"/>
                    </a:lnTo>
                    <a:lnTo>
                      <a:pt x="32" y="3431"/>
                    </a:lnTo>
                    <a:lnTo>
                      <a:pt x="37" y="3419"/>
                    </a:lnTo>
                    <a:lnTo>
                      <a:pt x="42" y="3418"/>
                    </a:lnTo>
                    <a:lnTo>
                      <a:pt x="48" y="3430"/>
                    </a:lnTo>
                    <a:lnTo>
                      <a:pt x="53" y="3453"/>
                    </a:lnTo>
                    <a:lnTo>
                      <a:pt x="58" y="3479"/>
                    </a:lnTo>
                    <a:lnTo>
                      <a:pt x="63" y="3498"/>
                    </a:lnTo>
                    <a:lnTo>
                      <a:pt x="68" y="3505"/>
                    </a:lnTo>
                    <a:lnTo>
                      <a:pt x="73" y="3494"/>
                    </a:lnTo>
                    <a:lnTo>
                      <a:pt x="78" y="3464"/>
                    </a:lnTo>
                    <a:lnTo>
                      <a:pt x="84" y="3420"/>
                    </a:lnTo>
                    <a:lnTo>
                      <a:pt x="89" y="3373"/>
                    </a:lnTo>
                    <a:lnTo>
                      <a:pt x="94" y="3334"/>
                    </a:lnTo>
                    <a:lnTo>
                      <a:pt x="100" y="3315"/>
                    </a:lnTo>
                    <a:lnTo>
                      <a:pt x="105" y="3324"/>
                    </a:lnTo>
                    <a:lnTo>
                      <a:pt x="110" y="3362"/>
                    </a:lnTo>
                    <a:lnTo>
                      <a:pt x="116" y="3419"/>
                    </a:lnTo>
                    <a:lnTo>
                      <a:pt x="121" y="3475"/>
                    </a:lnTo>
                    <a:lnTo>
                      <a:pt x="126" y="3505"/>
                    </a:lnTo>
                    <a:lnTo>
                      <a:pt x="131" y="3479"/>
                    </a:lnTo>
                    <a:lnTo>
                      <a:pt x="136" y="3369"/>
                    </a:lnTo>
                    <a:lnTo>
                      <a:pt x="141" y="3157"/>
                    </a:lnTo>
                    <a:lnTo>
                      <a:pt x="147" y="2836"/>
                    </a:lnTo>
                    <a:lnTo>
                      <a:pt x="152" y="2416"/>
                    </a:lnTo>
                    <a:lnTo>
                      <a:pt x="157" y="1922"/>
                    </a:lnTo>
                    <a:lnTo>
                      <a:pt x="162" y="1398"/>
                    </a:lnTo>
                    <a:lnTo>
                      <a:pt x="167" y="894"/>
                    </a:lnTo>
                    <a:lnTo>
                      <a:pt x="173" y="465"/>
                    </a:lnTo>
                    <a:lnTo>
                      <a:pt x="179" y="157"/>
                    </a:lnTo>
                    <a:lnTo>
                      <a:pt x="184" y="10"/>
                    </a:lnTo>
                    <a:lnTo>
                      <a:pt x="189" y="39"/>
                    </a:lnTo>
                    <a:lnTo>
                      <a:pt x="194" y="240"/>
                    </a:lnTo>
                    <a:lnTo>
                      <a:pt x="199" y="590"/>
                    </a:lnTo>
                    <a:lnTo>
                      <a:pt x="204" y="1050"/>
                    </a:lnTo>
                    <a:lnTo>
                      <a:pt x="210" y="1565"/>
                    </a:lnTo>
                    <a:lnTo>
                      <a:pt x="215" y="2086"/>
                    </a:lnTo>
                    <a:lnTo>
                      <a:pt x="220" y="2559"/>
                    </a:lnTo>
                    <a:lnTo>
                      <a:pt x="225" y="2950"/>
                    </a:lnTo>
                    <a:lnTo>
                      <a:pt x="230" y="3237"/>
                    </a:lnTo>
                    <a:lnTo>
                      <a:pt x="235" y="3415"/>
                    </a:lnTo>
                    <a:lnTo>
                      <a:pt x="241" y="3495"/>
                    </a:lnTo>
                    <a:lnTo>
                      <a:pt x="247" y="3499"/>
                    </a:lnTo>
                    <a:lnTo>
                      <a:pt x="252" y="3458"/>
                    </a:lnTo>
                    <a:lnTo>
                      <a:pt x="257" y="3399"/>
                    </a:lnTo>
                    <a:lnTo>
                      <a:pt x="262" y="3347"/>
                    </a:lnTo>
                    <a:lnTo>
                      <a:pt x="267" y="3319"/>
                    </a:lnTo>
                    <a:lnTo>
                      <a:pt x="273" y="3319"/>
                    </a:lnTo>
                    <a:lnTo>
                      <a:pt x="278" y="3344"/>
                    </a:lnTo>
                    <a:lnTo>
                      <a:pt x="283" y="3388"/>
                    </a:lnTo>
                    <a:lnTo>
                      <a:pt x="288" y="3435"/>
                    </a:lnTo>
                    <a:lnTo>
                      <a:pt x="293" y="3475"/>
                    </a:lnTo>
                    <a:lnTo>
                      <a:pt x="298" y="3499"/>
                    </a:lnTo>
                    <a:lnTo>
                      <a:pt x="304" y="3505"/>
                    </a:lnTo>
                    <a:lnTo>
                      <a:pt x="309" y="3492"/>
                    </a:lnTo>
                    <a:lnTo>
                      <a:pt x="314" y="3471"/>
                    </a:lnTo>
                    <a:lnTo>
                      <a:pt x="320" y="3445"/>
                    </a:lnTo>
                    <a:lnTo>
                      <a:pt x="325" y="3426"/>
                    </a:lnTo>
                    <a:lnTo>
                      <a:pt x="330" y="3416"/>
                    </a:lnTo>
                    <a:lnTo>
                      <a:pt x="336" y="3421"/>
                    </a:lnTo>
                    <a:lnTo>
                      <a:pt x="341" y="3437"/>
                    </a:lnTo>
                    <a:lnTo>
                      <a:pt x="346" y="3460"/>
                    </a:lnTo>
                    <a:lnTo>
                      <a:pt x="351" y="3483"/>
                    </a:lnTo>
                    <a:lnTo>
                      <a:pt x="356" y="3499"/>
                    </a:lnTo>
                    <a:lnTo>
                      <a:pt x="361" y="3505"/>
                    </a:lnTo>
                    <a:lnTo>
                      <a:pt x="367" y="3499"/>
                    </a:lnTo>
                    <a:lnTo>
                      <a:pt x="372" y="3484"/>
                    </a:lnTo>
                    <a:lnTo>
                      <a:pt x="377" y="3465"/>
                    </a:lnTo>
                    <a:lnTo>
                      <a:pt x="382" y="3446"/>
                    </a:lnTo>
                    <a:lnTo>
                      <a:pt x="387" y="3436"/>
                    </a:lnTo>
                    <a:lnTo>
                      <a:pt x="393" y="3435"/>
                    </a:lnTo>
                    <a:lnTo>
                      <a:pt x="399" y="3444"/>
                    </a:lnTo>
                    <a:lnTo>
                      <a:pt x="404" y="3460"/>
                    </a:lnTo>
                    <a:lnTo>
                      <a:pt x="409" y="3481"/>
                    </a:lnTo>
                    <a:lnTo>
                      <a:pt x="414" y="3497"/>
                    </a:lnTo>
                    <a:lnTo>
                      <a:pt x="419" y="3505"/>
                    </a:lnTo>
                    <a:lnTo>
                      <a:pt x="424" y="3502"/>
                    </a:lnTo>
                    <a:lnTo>
                      <a:pt x="430" y="3487"/>
                    </a:lnTo>
                    <a:lnTo>
                      <a:pt x="435" y="3466"/>
                    </a:lnTo>
                    <a:lnTo>
                      <a:pt x="440" y="3442"/>
                    </a:lnTo>
                    <a:lnTo>
                      <a:pt x="445" y="3424"/>
                    </a:lnTo>
                    <a:lnTo>
                      <a:pt x="450" y="3416"/>
                    </a:lnTo>
                    <a:lnTo>
                      <a:pt x="455" y="3422"/>
                    </a:lnTo>
                    <a:lnTo>
                      <a:pt x="460" y="3439"/>
                    </a:lnTo>
                    <a:lnTo>
                      <a:pt x="467" y="3465"/>
                    </a:lnTo>
                    <a:lnTo>
                      <a:pt x="472" y="3489"/>
                    </a:lnTo>
                    <a:lnTo>
                      <a:pt x="477" y="3504"/>
                    </a:lnTo>
                    <a:lnTo>
                      <a:pt x="482" y="3502"/>
                    </a:lnTo>
                    <a:lnTo>
                      <a:pt x="487" y="3482"/>
                    </a:lnTo>
                    <a:lnTo>
                      <a:pt x="492" y="3444"/>
                    </a:lnTo>
                    <a:lnTo>
                      <a:pt x="498" y="3398"/>
                    </a:lnTo>
                    <a:lnTo>
                      <a:pt x="503" y="3353"/>
                    </a:lnTo>
                    <a:lnTo>
                      <a:pt x="508" y="3322"/>
                    </a:lnTo>
                    <a:lnTo>
                      <a:pt x="513" y="3316"/>
                    </a:lnTo>
                    <a:lnTo>
                      <a:pt x="518" y="3339"/>
                    </a:lnTo>
                    <a:lnTo>
                      <a:pt x="523" y="3387"/>
                    </a:lnTo>
                    <a:lnTo>
                      <a:pt x="529" y="3446"/>
                    </a:lnTo>
                    <a:lnTo>
                      <a:pt x="535" y="3494"/>
                    </a:lnTo>
                    <a:lnTo>
                      <a:pt x="540" y="3502"/>
                    </a:lnTo>
                    <a:lnTo>
                      <a:pt x="545" y="3441"/>
                    </a:lnTo>
                    <a:lnTo>
                      <a:pt x="550" y="3285"/>
                    </a:lnTo>
                    <a:lnTo>
                      <a:pt x="555" y="3023"/>
                    </a:lnTo>
                    <a:lnTo>
                      <a:pt x="561" y="2654"/>
                    </a:lnTo>
                    <a:lnTo>
                      <a:pt x="566" y="2195"/>
                    </a:lnTo>
                    <a:lnTo>
                      <a:pt x="571" y="1682"/>
                    </a:lnTo>
                    <a:lnTo>
                      <a:pt x="576" y="1160"/>
                    </a:lnTo>
                    <a:lnTo>
                      <a:pt x="581" y="685"/>
                    </a:lnTo>
                    <a:lnTo>
                      <a:pt x="586" y="306"/>
                    </a:lnTo>
                    <a:lnTo>
                      <a:pt x="592" y="69"/>
                    </a:lnTo>
                    <a:lnTo>
                      <a:pt x="597" y="1"/>
                    </a:lnTo>
                    <a:lnTo>
                      <a:pt x="602" y="110"/>
                    </a:lnTo>
                    <a:lnTo>
                      <a:pt x="608" y="384"/>
                    </a:lnTo>
                    <a:lnTo>
                      <a:pt x="613" y="791"/>
                    </a:lnTo>
                    <a:lnTo>
                      <a:pt x="618" y="1283"/>
                    </a:lnTo>
                    <a:lnTo>
                      <a:pt x="624" y="1807"/>
                    </a:lnTo>
                    <a:lnTo>
                      <a:pt x="629" y="2311"/>
                    </a:lnTo>
                    <a:lnTo>
                      <a:pt x="634" y="2751"/>
                    </a:lnTo>
                    <a:lnTo>
                      <a:pt x="639" y="3096"/>
                    </a:lnTo>
                    <a:lnTo>
                      <a:pt x="644" y="3332"/>
                    </a:lnTo>
                    <a:lnTo>
                      <a:pt x="649" y="3462"/>
                    </a:lnTo>
                    <a:lnTo>
                      <a:pt x="655" y="3505"/>
                    </a:lnTo>
                    <a:lnTo>
                      <a:pt x="660" y="3484"/>
                    </a:lnTo>
                    <a:lnTo>
                      <a:pt x="665" y="3431"/>
                    </a:lnTo>
                    <a:lnTo>
                      <a:pt x="670" y="3374"/>
                    </a:lnTo>
                    <a:lnTo>
                      <a:pt x="675" y="3331"/>
                    </a:lnTo>
                    <a:lnTo>
                      <a:pt x="681" y="3315"/>
                    </a:lnTo>
                    <a:lnTo>
                      <a:pt x="687" y="3328"/>
                    </a:lnTo>
                    <a:lnTo>
                      <a:pt x="692" y="3362"/>
                    </a:lnTo>
                    <a:lnTo>
                      <a:pt x="697" y="3410"/>
                    </a:lnTo>
                    <a:lnTo>
                      <a:pt x="702" y="3454"/>
                    </a:lnTo>
                    <a:lnTo>
                      <a:pt x="707" y="3488"/>
                    </a:lnTo>
                    <a:lnTo>
                      <a:pt x="712" y="3504"/>
                    </a:lnTo>
                    <a:lnTo>
                      <a:pt x="718" y="3502"/>
                    </a:lnTo>
                    <a:lnTo>
                      <a:pt x="723" y="3483"/>
                    </a:lnTo>
                    <a:lnTo>
                      <a:pt x="728" y="3458"/>
                    </a:lnTo>
                    <a:lnTo>
                      <a:pt x="733" y="3435"/>
                    </a:lnTo>
                    <a:lnTo>
                      <a:pt x="738" y="3420"/>
                    </a:lnTo>
                    <a:lnTo>
                      <a:pt x="743" y="3418"/>
                    </a:lnTo>
                    <a:lnTo>
                      <a:pt x="749" y="3428"/>
                    </a:lnTo>
                    <a:lnTo>
                      <a:pt x="755" y="3448"/>
                    </a:lnTo>
                    <a:lnTo>
                      <a:pt x="760" y="3471"/>
                    </a:lnTo>
                    <a:lnTo>
                      <a:pt x="765" y="3491"/>
                    </a:lnTo>
                    <a:lnTo>
                      <a:pt x="770" y="3503"/>
                    </a:lnTo>
                    <a:lnTo>
                      <a:pt x="775" y="3504"/>
                    </a:lnTo>
                    <a:lnTo>
                      <a:pt x="781" y="3494"/>
                    </a:lnTo>
                    <a:lnTo>
                      <a:pt x="786" y="3475"/>
                    </a:lnTo>
                    <a:lnTo>
                      <a:pt x="791" y="3456"/>
                    </a:lnTo>
                    <a:lnTo>
                      <a:pt x="796" y="3441"/>
                    </a:lnTo>
                    <a:lnTo>
                      <a:pt x="801" y="3434"/>
                    </a:lnTo>
                    <a:lnTo>
                      <a:pt x="806" y="3437"/>
                    </a:lnTo>
                    <a:lnTo>
                      <a:pt x="812" y="3451"/>
                    </a:lnTo>
                    <a:lnTo>
                      <a:pt x="817" y="3469"/>
                    </a:lnTo>
                    <a:lnTo>
                      <a:pt x="822" y="3489"/>
                    </a:lnTo>
                    <a:lnTo>
                      <a:pt x="828" y="3502"/>
                    </a:lnTo>
                    <a:lnTo>
                      <a:pt x="833" y="3505"/>
                    </a:lnTo>
                    <a:lnTo>
                      <a:pt x="838" y="3496"/>
                    </a:lnTo>
                    <a:lnTo>
                      <a:pt x="844" y="3477"/>
                    </a:lnTo>
                    <a:lnTo>
                      <a:pt x="849" y="3454"/>
                    </a:lnTo>
                    <a:lnTo>
                      <a:pt x="854" y="3433"/>
                    </a:lnTo>
                    <a:lnTo>
                      <a:pt x="859" y="3419"/>
                    </a:lnTo>
                    <a:lnTo>
                      <a:pt x="864" y="3418"/>
                    </a:lnTo>
                    <a:lnTo>
                      <a:pt x="869" y="3429"/>
                    </a:lnTo>
                    <a:lnTo>
                      <a:pt x="874" y="3451"/>
                    </a:lnTo>
                    <a:lnTo>
                      <a:pt x="880" y="3476"/>
                    </a:lnTo>
                    <a:lnTo>
                      <a:pt x="885" y="3497"/>
                    </a:lnTo>
                    <a:lnTo>
                      <a:pt x="890" y="3505"/>
                    </a:lnTo>
                    <a:lnTo>
                      <a:pt x="895" y="3495"/>
                    </a:lnTo>
                    <a:lnTo>
                      <a:pt x="901" y="3466"/>
                    </a:lnTo>
                    <a:lnTo>
                      <a:pt x="906" y="3423"/>
                    </a:lnTo>
                    <a:lnTo>
                      <a:pt x="912" y="3376"/>
                    </a:lnTo>
                    <a:lnTo>
                      <a:pt x="917" y="3336"/>
                    </a:lnTo>
                    <a:lnTo>
                      <a:pt x="922" y="3315"/>
                    </a:lnTo>
                    <a:lnTo>
                      <a:pt x="927" y="3323"/>
                    </a:lnTo>
                    <a:lnTo>
                      <a:pt x="932" y="3359"/>
                    </a:lnTo>
                    <a:lnTo>
                      <a:pt x="937" y="3414"/>
                    </a:lnTo>
                    <a:lnTo>
                      <a:pt x="943" y="3471"/>
                    </a:lnTo>
                    <a:lnTo>
                      <a:pt x="948" y="3504"/>
                    </a:lnTo>
                    <a:lnTo>
                      <a:pt x="953" y="3483"/>
                    </a:lnTo>
                    <a:lnTo>
                      <a:pt x="958" y="3382"/>
                    </a:lnTo>
                    <a:lnTo>
                      <a:pt x="963" y="3178"/>
                    </a:lnTo>
                    <a:lnTo>
                      <a:pt x="968" y="2866"/>
                    </a:lnTo>
                    <a:lnTo>
                      <a:pt x="975" y="2453"/>
                    </a:lnTo>
                    <a:lnTo>
                      <a:pt x="980" y="1964"/>
                    </a:lnTo>
                    <a:lnTo>
                      <a:pt x="985" y="1440"/>
                    </a:lnTo>
                    <a:lnTo>
                      <a:pt x="990" y="932"/>
                    </a:lnTo>
                    <a:lnTo>
                      <a:pt x="995" y="495"/>
                    </a:lnTo>
                    <a:lnTo>
                      <a:pt x="1000" y="177"/>
                    </a:lnTo>
                    <a:lnTo>
                      <a:pt x="1006" y="16"/>
                    </a:lnTo>
                    <a:lnTo>
                      <a:pt x="1011" y="30"/>
                    </a:lnTo>
                    <a:lnTo>
                      <a:pt x="1016" y="218"/>
                    </a:lnTo>
                    <a:lnTo>
                      <a:pt x="1021" y="558"/>
                    </a:lnTo>
                    <a:lnTo>
                      <a:pt x="1026" y="1010"/>
                    </a:lnTo>
                    <a:lnTo>
                      <a:pt x="1031" y="1524"/>
                    </a:lnTo>
                    <a:lnTo>
                      <a:pt x="1037" y="2045"/>
                    </a:lnTo>
                    <a:lnTo>
                      <a:pt x="1043" y="2524"/>
                    </a:lnTo>
                    <a:lnTo>
                      <a:pt x="1048" y="2923"/>
                    </a:lnTo>
                    <a:lnTo>
                      <a:pt x="1053" y="3218"/>
                    </a:lnTo>
                    <a:lnTo>
                      <a:pt x="1058" y="3405"/>
                    </a:lnTo>
                    <a:lnTo>
                      <a:pt x="1063" y="3491"/>
                    </a:lnTo>
                    <a:lnTo>
                      <a:pt x="1069" y="3502"/>
                    </a:lnTo>
                    <a:lnTo>
                      <a:pt x="1074" y="3462"/>
                    </a:lnTo>
                    <a:lnTo>
                      <a:pt x="1079" y="3404"/>
                    </a:lnTo>
                    <a:lnTo>
                      <a:pt x="1084" y="3351"/>
                    </a:lnTo>
                    <a:lnTo>
                      <a:pt x="1089" y="3320"/>
                    </a:lnTo>
                    <a:lnTo>
                      <a:pt x="1094" y="3317"/>
                    </a:lnTo>
                    <a:lnTo>
                      <a:pt x="1100" y="3342"/>
                    </a:lnTo>
                    <a:lnTo>
                      <a:pt x="1105" y="3383"/>
                    </a:lnTo>
                    <a:lnTo>
                      <a:pt x="1110" y="3431"/>
                    </a:lnTo>
                    <a:lnTo>
                      <a:pt x="1116" y="3472"/>
                    </a:lnTo>
                    <a:lnTo>
                      <a:pt x="1121" y="3498"/>
                    </a:lnTo>
                    <a:lnTo>
                      <a:pt x="1126" y="3505"/>
                    </a:lnTo>
                    <a:lnTo>
                      <a:pt x="1132" y="3495"/>
                    </a:lnTo>
                    <a:lnTo>
                      <a:pt x="1137" y="3472"/>
                    </a:lnTo>
                    <a:lnTo>
                      <a:pt x="1142" y="3446"/>
                    </a:lnTo>
                    <a:lnTo>
                      <a:pt x="1147" y="3427"/>
                    </a:lnTo>
                    <a:lnTo>
                      <a:pt x="1152" y="3416"/>
                    </a:lnTo>
                    <a:lnTo>
                      <a:pt x="1157" y="3421"/>
                    </a:lnTo>
                    <a:lnTo>
                      <a:pt x="1163" y="3436"/>
                    </a:lnTo>
                    <a:lnTo>
                      <a:pt x="1168" y="3458"/>
                    </a:lnTo>
                    <a:lnTo>
                      <a:pt x="1173" y="3481"/>
                    </a:lnTo>
                    <a:lnTo>
                      <a:pt x="1178" y="3498"/>
                    </a:lnTo>
                    <a:lnTo>
                      <a:pt x="1183" y="3505"/>
                    </a:lnTo>
                    <a:lnTo>
                      <a:pt x="1189" y="3500"/>
                    </a:lnTo>
                    <a:lnTo>
                      <a:pt x="1195" y="3486"/>
                    </a:lnTo>
                    <a:lnTo>
                      <a:pt x="1200" y="3467"/>
                    </a:lnTo>
                    <a:lnTo>
                      <a:pt x="1205" y="3449"/>
                    </a:lnTo>
                    <a:lnTo>
                      <a:pt x="1210" y="3436"/>
                    </a:lnTo>
                    <a:lnTo>
                      <a:pt x="1215" y="3434"/>
                    </a:lnTo>
                    <a:lnTo>
                      <a:pt x="1220" y="3443"/>
                    </a:lnTo>
                    <a:lnTo>
                      <a:pt x="1226" y="3459"/>
                    </a:lnTo>
                    <a:lnTo>
                      <a:pt x="1231" y="3479"/>
                    </a:lnTo>
                    <a:lnTo>
                      <a:pt x="1236" y="3496"/>
                    </a:lnTo>
                    <a:lnTo>
                      <a:pt x="1241" y="3505"/>
                    </a:lnTo>
                    <a:lnTo>
                      <a:pt x="1246" y="3502"/>
                    </a:lnTo>
                    <a:lnTo>
                      <a:pt x="1251" y="3489"/>
                    </a:lnTo>
                    <a:lnTo>
                      <a:pt x="1256" y="3467"/>
                    </a:lnTo>
                    <a:lnTo>
                      <a:pt x="1263" y="3444"/>
                    </a:lnTo>
                    <a:lnTo>
                      <a:pt x="1268" y="3426"/>
                    </a:lnTo>
                    <a:lnTo>
                      <a:pt x="1273" y="3416"/>
                    </a:lnTo>
                    <a:lnTo>
                      <a:pt x="1278" y="3421"/>
                    </a:lnTo>
                    <a:lnTo>
                      <a:pt x="1283" y="3438"/>
                    </a:lnTo>
                    <a:lnTo>
                      <a:pt x="1288" y="3462"/>
                    </a:lnTo>
                    <a:lnTo>
                      <a:pt x="1294" y="3487"/>
                    </a:lnTo>
                    <a:lnTo>
                      <a:pt x="1299" y="3503"/>
                    </a:lnTo>
                    <a:lnTo>
                      <a:pt x="1304" y="3503"/>
                    </a:lnTo>
                    <a:lnTo>
                      <a:pt x="1309" y="3484"/>
                    </a:lnTo>
                    <a:lnTo>
                      <a:pt x="1314" y="3448"/>
                    </a:lnTo>
                    <a:lnTo>
                      <a:pt x="1319" y="3401"/>
                    </a:lnTo>
                    <a:lnTo>
                      <a:pt x="1325" y="3355"/>
                    </a:lnTo>
                    <a:lnTo>
                      <a:pt x="1330" y="3323"/>
                    </a:lnTo>
                    <a:lnTo>
                      <a:pt x="1336" y="3315"/>
                    </a:lnTo>
                    <a:lnTo>
                      <a:pt x="1341" y="3336"/>
                    </a:lnTo>
                    <a:lnTo>
                      <a:pt x="1346" y="3382"/>
                    </a:lnTo>
                    <a:lnTo>
                      <a:pt x="1351" y="3442"/>
                    </a:lnTo>
                    <a:lnTo>
                      <a:pt x="1357" y="3491"/>
                    </a:lnTo>
                    <a:lnTo>
                      <a:pt x="1362" y="3503"/>
                    </a:lnTo>
                    <a:lnTo>
                      <a:pt x="1367" y="3449"/>
                    </a:lnTo>
                    <a:lnTo>
                      <a:pt x="1372" y="3301"/>
                    </a:lnTo>
                    <a:lnTo>
                      <a:pt x="1377" y="3048"/>
                    </a:lnTo>
                    <a:lnTo>
                      <a:pt x="1382" y="2687"/>
                    </a:lnTo>
                    <a:lnTo>
                      <a:pt x="1388" y="2234"/>
                    </a:lnTo>
                    <a:lnTo>
                      <a:pt x="1393" y="1724"/>
                    </a:lnTo>
                    <a:lnTo>
                      <a:pt x="1398" y="1202"/>
                    </a:lnTo>
                    <a:lnTo>
                      <a:pt x="1403" y="719"/>
                    </a:lnTo>
                    <a:lnTo>
                      <a:pt x="1409" y="331"/>
                    </a:lnTo>
                    <a:lnTo>
                      <a:pt x="1414" y="81"/>
                    </a:lnTo>
                    <a:lnTo>
                      <a:pt x="1420" y="0"/>
                    </a:lnTo>
                    <a:lnTo>
                      <a:pt x="1425" y="95"/>
                    </a:lnTo>
                    <a:lnTo>
                      <a:pt x="1430" y="358"/>
                    </a:lnTo>
                    <a:lnTo>
                      <a:pt x="1435" y="755"/>
                    </a:lnTo>
                    <a:lnTo>
                      <a:pt x="1440" y="1242"/>
                    </a:lnTo>
                    <a:lnTo>
                      <a:pt x="1445" y="1766"/>
                    </a:lnTo>
                    <a:lnTo>
                      <a:pt x="1451" y="2273"/>
                    </a:lnTo>
                    <a:lnTo>
                      <a:pt x="1456" y="2719"/>
                    </a:lnTo>
                    <a:lnTo>
                      <a:pt x="1461" y="3072"/>
                    </a:lnTo>
                    <a:lnTo>
                      <a:pt x="1466" y="3317"/>
                    </a:lnTo>
                    <a:lnTo>
                      <a:pt x="1471" y="3456"/>
                    </a:lnTo>
                    <a:lnTo>
                      <a:pt x="1476" y="3504"/>
                    </a:lnTo>
                    <a:lnTo>
                      <a:pt x="1483" y="3488"/>
                    </a:lnTo>
                    <a:lnTo>
                      <a:pt x="1488" y="3436"/>
                    </a:lnTo>
                    <a:lnTo>
                      <a:pt x="1493" y="3378"/>
                    </a:lnTo>
                    <a:lnTo>
                      <a:pt x="1498" y="3334"/>
                    </a:lnTo>
                    <a:lnTo>
                      <a:pt x="1503" y="3315"/>
                    </a:lnTo>
                    <a:lnTo>
                      <a:pt x="1508" y="3325"/>
                    </a:lnTo>
                    <a:lnTo>
                      <a:pt x="1514" y="3359"/>
                    </a:lnTo>
                    <a:lnTo>
                      <a:pt x="1519" y="3405"/>
                    </a:lnTo>
                    <a:lnTo>
                      <a:pt x="1524" y="3451"/>
                    </a:lnTo>
                    <a:lnTo>
                      <a:pt x="1529" y="3487"/>
                    </a:lnTo>
                    <a:lnTo>
                      <a:pt x="1534" y="3504"/>
                    </a:lnTo>
                    <a:lnTo>
                      <a:pt x="1539" y="3502"/>
                    </a:lnTo>
                    <a:lnTo>
                      <a:pt x="1545" y="3486"/>
                    </a:lnTo>
                    <a:lnTo>
                      <a:pt x="1551" y="3460"/>
                    </a:lnTo>
                    <a:lnTo>
                      <a:pt x="1556" y="3436"/>
                    </a:lnTo>
                    <a:lnTo>
                      <a:pt x="1561" y="3420"/>
                    </a:lnTo>
                    <a:lnTo>
                      <a:pt x="1566" y="3416"/>
                    </a:lnTo>
                    <a:lnTo>
                      <a:pt x="1571" y="3427"/>
                    </a:lnTo>
                    <a:lnTo>
                      <a:pt x="1577" y="3446"/>
                    </a:lnTo>
                    <a:lnTo>
                      <a:pt x="1582" y="3469"/>
                    </a:lnTo>
                    <a:lnTo>
                      <a:pt x="1587" y="3490"/>
                    </a:lnTo>
                    <a:lnTo>
                      <a:pt x="1592" y="3503"/>
                    </a:lnTo>
                    <a:lnTo>
                      <a:pt x="1597" y="3504"/>
                    </a:lnTo>
                    <a:lnTo>
                      <a:pt x="1602" y="3495"/>
                    </a:lnTo>
                    <a:lnTo>
                      <a:pt x="1608" y="3477"/>
                    </a:lnTo>
                    <a:lnTo>
                      <a:pt x="1613" y="3458"/>
                    </a:lnTo>
                    <a:lnTo>
                      <a:pt x="1618" y="3442"/>
                    </a:lnTo>
                    <a:lnTo>
                      <a:pt x="1624" y="3434"/>
                    </a:lnTo>
                    <a:lnTo>
                      <a:pt x="1629" y="3437"/>
                    </a:lnTo>
                    <a:lnTo>
                      <a:pt x="1634" y="3450"/>
                    </a:lnTo>
                    <a:lnTo>
                      <a:pt x="1639" y="3468"/>
                    </a:lnTo>
                    <a:lnTo>
                      <a:pt x="1645" y="3488"/>
                    </a:lnTo>
                    <a:lnTo>
                      <a:pt x="1650" y="3500"/>
                    </a:lnTo>
                    <a:lnTo>
                      <a:pt x="1655" y="3505"/>
                    </a:lnTo>
                    <a:lnTo>
                      <a:pt x="1660" y="3497"/>
                    </a:lnTo>
                    <a:lnTo>
                      <a:pt x="1665" y="3480"/>
                    </a:lnTo>
                    <a:lnTo>
                      <a:pt x="1670" y="3457"/>
                    </a:lnTo>
                    <a:lnTo>
                      <a:pt x="1676" y="3435"/>
                    </a:lnTo>
                    <a:lnTo>
                      <a:pt x="1681" y="3420"/>
                    </a:lnTo>
                    <a:lnTo>
                      <a:pt x="1686" y="3418"/>
                    </a:lnTo>
                    <a:lnTo>
                      <a:pt x="1691" y="3428"/>
                    </a:lnTo>
                    <a:lnTo>
                      <a:pt x="1697" y="3449"/>
                    </a:lnTo>
                    <a:lnTo>
                      <a:pt x="1702" y="3474"/>
                    </a:lnTo>
                    <a:lnTo>
                      <a:pt x="1708" y="3496"/>
                    </a:lnTo>
                    <a:lnTo>
                      <a:pt x="1713" y="3505"/>
                    </a:lnTo>
                    <a:lnTo>
                      <a:pt x="1718" y="3497"/>
                    </a:lnTo>
                    <a:lnTo>
                      <a:pt x="1723" y="3469"/>
                    </a:lnTo>
                    <a:lnTo>
                      <a:pt x="1728" y="3427"/>
                    </a:lnTo>
                    <a:lnTo>
                      <a:pt x="1733" y="3380"/>
                    </a:lnTo>
                    <a:lnTo>
                      <a:pt x="1739" y="3338"/>
                    </a:lnTo>
                    <a:lnTo>
                      <a:pt x="1744" y="3316"/>
                    </a:lnTo>
                    <a:lnTo>
                      <a:pt x="1749" y="3321"/>
                    </a:lnTo>
                    <a:lnTo>
                      <a:pt x="1754" y="3354"/>
                    </a:lnTo>
                    <a:lnTo>
                      <a:pt x="1759" y="3410"/>
                    </a:lnTo>
                    <a:lnTo>
                      <a:pt x="1764" y="3467"/>
                    </a:lnTo>
                    <a:lnTo>
                      <a:pt x="1771" y="3503"/>
                    </a:lnTo>
                    <a:lnTo>
                      <a:pt x="1776" y="3488"/>
                    </a:lnTo>
                    <a:lnTo>
                      <a:pt x="1781" y="3393"/>
                    </a:lnTo>
                    <a:lnTo>
                      <a:pt x="1786" y="3199"/>
                    </a:lnTo>
                    <a:lnTo>
                      <a:pt x="1791" y="2895"/>
                    </a:lnTo>
                    <a:lnTo>
                      <a:pt x="1796" y="2489"/>
                    </a:lnTo>
                    <a:lnTo>
                      <a:pt x="1802" y="2004"/>
                    </a:lnTo>
                    <a:lnTo>
                      <a:pt x="1807" y="1481"/>
                    </a:lnTo>
                    <a:lnTo>
                      <a:pt x="1812" y="971"/>
                    </a:lnTo>
                    <a:lnTo>
                      <a:pt x="1817" y="526"/>
                    </a:lnTo>
                    <a:lnTo>
                      <a:pt x="1822" y="197"/>
                    </a:lnTo>
                    <a:lnTo>
                      <a:pt x="1827" y="22"/>
                    </a:lnTo>
                    <a:lnTo>
                      <a:pt x="1833" y="22"/>
                    </a:lnTo>
                    <a:lnTo>
                      <a:pt x="1838" y="197"/>
                    </a:lnTo>
                    <a:lnTo>
                      <a:pt x="1844" y="526"/>
                    </a:lnTo>
                    <a:lnTo>
                      <a:pt x="1849" y="971"/>
                    </a:lnTo>
                    <a:lnTo>
                      <a:pt x="1854" y="1481"/>
                    </a:lnTo>
                    <a:lnTo>
                      <a:pt x="1859" y="2004"/>
                    </a:lnTo>
                    <a:lnTo>
                      <a:pt x="1865" y="2489"/>
                    </a:lnTo>
                    <a:lnTo>
                      <a:pt x="1870" y="2895"/>
                    </a:lnTo>
                    <a:lnTo>
                      <a:pt x="1875" y="3199"/>
                    </a:lnTo>
                    <a:lnTo>
                      <a:pt x="1880" y="3393"/>
                    </a:lnTo>
                    <a:lnTo>
                      <a:pt x="1885" y="3488"/>
                    </a:lnTo>
                    <a:lnTo>
                      <a:pt x="1890" y="3503"/>
                    </a:lnTo>
                    <a:lnTo>
                      <a:pt x="1896" y="3467"/>
                    </a:lnTo>
                    <a:lnTo>
                      <a:pt x="1901" y="3410"/>
                    </a:lnTo>
                    <a:lnTo>
                      <a:pt x="1906" y="3354"/>
                    </a:lnTo>
                    <a:lnTo>
                      <a:pt x="1911" y="3321"/>
                    </a:lnTo>
                    <a:lnTo>
                      <a:pt x="1917" y="3316"/>
                    </a:lnTo>
                    <a:lnTo>
                      <a:pt x="1922" y="3338"/>
                    </a:lnTo>
                    <a:lnTo>
                      <a:pt x="1928" y="3380"/>
                    </a:lnTo>
                    <a:lnTo>
                      <a:pt x="1933" y="3427"/>
                    </a:lnTo>
                    <a:lnTo>
                      <a:pt x="1938" y="3469"/>
                    </a:lnTo>
                    <a:lnTo>
                      <a:pt x="1943" y="3497"/>
                    </a:lnTo>
                    <a:lnTo>
                      <a:pt x="1948" y="3505"/>
                    </a:lnTo>
                    <a:lnTo>
                      <a:pt x="1953" y="3496"/>
                    </a:lnTo>
                    <a:lnTo>
                      <a:pt x="1959" y="3474"/>
                    </a:lnTo>
                    <a:lnTo>
                      <a:pt x="1964" y="3449"/>
                    </a:lnTo>
                    <a:lnTo>
                      <a:pt x="1969" y="3428"/>
                    </a:lnTo>
                    <a:lnTo>
                      <a:pt x="1974" y="3418"/>
                    </a:lnTo>
                    <a:lnTo>
                      <a:pt x="1979" y="3420"/>
                    </a:lnTo>
                    <a:lnTo>
                      <a:pt x="1984" y="3435"/>
                    </a:lnTo>
                    <a:lnTo>
                      <a:pt x="1991" y="3457"/>
                    </a:lnTo>
                    <a:lnTo>
                      <a:pt x="1996" y="3480"/>
                    </a:lnTo>
                    <a:lnTo>
                      <a:pt x="2001" y="3497"/>
                    </a:lnTo>
                    <a:lnTo>
                      <a:pt x="2006" y="3505"/>
                    </a:lnTo>
                    <a:lnTo>
                      <a:pt x="2011" y="3500"/>
                    </a:lnTo>
                    <a:lnTo>
                      <a:pt x="2016" y="3488"/>
                    </a:lnTo>
                    <a:lnTo>
                      <a:pt x="2022" y="3468"/>
                    </a:lnTo>
                    <a:lnTo>
                      <a:pt x="2027" y="3450"/>
                    </a:lnTo>
                    <a:lnTo>
                      <a:pt x="2032" y="3437"/>
                    </a:lnTo>
                    <a:lnTo>
                      <a:pt x="2037" y="3434"/>
                    </a:lnTo>
                    <a:lnTo>
                      <a:pt x="2042" y="3442"/>
                    </a:lnTo>
                    <a:lnTo>
                      <a:pt x="2047" y="3458"/>
                    </a:lnTo>
                    <a:lnTo>
                      <a:pt x="2052" y="3477"/>
                    </a:lnTo>
                    <a:lnTo>
                      <a:pt x="2059" y="3495"/>
                    </a:lnTo>
                    <a:lnTo>
                      <a:pt x="2064" y="3504"/>
                    </a:lnTo>
                    <a:lnTo>
                      <a:pt x="2069" y="3503"/>
                    </a:lnTo>
                    <a:lnTo>
                      <a:pt x="2074" y="3490"/>
                    </a:lnTo>
                    <a:lnTo>
                      <a:pt x="2079" y="3469"/>
                    </a:lnTo>
                    <a:lnTo>
                      <a:pt x="2084" y="3446"/>
                    </a:lnTo>
                    <a:lnTo>
                      <a:pt x="2090" y="3427"/>
                    </a:lnTo>
                    <a:lnTo>
                      <a:pt x="2095" y="3416"/>
                    </a:lnTo>
                    <a:lnTo>
                      <a:pt x="2100" y="3420"/>
                    </a:lnTo>
                    <a:lnTo>
                      <a:pt x="2105" y="3436"/>
                    </a:lnTo>
                    <a:lnTo>
                      <a:pt x="2110" y="3460"/>
                    </a:lnTo>
                    <a:lnTo>
                      <a:pt x="2115" y="3486"/>
                    </a:lnTo>
                    <a:lnTo>
                      <a:pt x="2121" y="3502"/>
                    </a:lnTo>
                    <a:lnTo>
                      <a:pt x="2126" y="3504"/>
                    </a:lnTo>
                    <a:lnTo>
                      <a:pt x="2132" y="3487"/>
                    </a:lnTo>
                    <a:lnTo>
                      <a:pt x="2137" y="3451"/>
                    </a:lnTo>
                    <a:lnTo>
                      <a:pt x="2142" y="3405"/>
                    </a:lnTo>
                    <a:lnTo>
                      <a:pt x="2147" y="3359"/>
                    </a:lnTo>
                    <a:lnTo>
                      <a:pt x="2153" y="3325"/>
                    </a:lnTo>
                    <a:lnTo>
                      <a:pt x="2158" y="3315"/>
                    </a:lnTo>
                    <a:lnTo>
                      <a:pt x="2163" y="3334"/>
                    </a:lnTo>
                    <a:lnTo>
                      <a:pt x="2168" y="3378"/>
                    </a:lnTo>
                    <a:lnTo>
                      <a:pt x="2173" y="3436"/>
                    </a:lnTo>
                    <a:lnTo>
                      <a:pt x="2178" y="3488"/>
                    </a:lnTo>
                    <a:lnTo>
                      <a:pt x="2184" y="3504"/>
                    </a:lnTo>
                    <a:lnTo>
                      <a:pt x="2189" y="3456"/>
                    </a:lnTo>
                    <a:lnTo>
                      <a:pt x="2194" y="3317"/>
                    </a:lnTo>
                    <a:lnTo>
                      <a:pt x="2199" y="3072"/>
                    </a:lnTo>
                    <a:lnTo>
                      <a:pt x="2205" y="2719"/>
                    </a:lnTo>
                    <a:lnTo>
                      <a:pt x="2210" y="2273"/>
                    </a:lnTo>
                    <a:lnTo>
                      <a:pt x="2216" y="1766"/>
                    </a:lnTo>
                    <a:lnTo>
                      <a:pt x="2221" y="1242"/>
                    </a:lnTo>
                    <a:lnTo>
                      <a:pt x="2226" y="755"/>
                    </a:lnTo>
                    <a:lnTo>
                      <a:pt x="2231" y="358"/>
                    </a:lnTo>
                    <a:lnTo>
                      <a:pt x="2236" y="95"/>
                    </a:lnTo>
                    <a:lnTo>
                      <a:pt x="2241" y="0"/>
                    </a:lnTo>
                    <a:lnTo>
                      <a:pt x="2247" y="81"/>
                    </a:lnTo>
                    <a:lnTo>
                      <a:pt x="2252" y="331"/>
                    </a:lnTo>
                    <a:lnTo>
                      <a:pt x="2257" y="719"/>
                    </a:lnTo>
                    <a:lnTo>
                      <a:pt x="2262" y="1202"/>
                    </a:lnTo>
                    <a:lnTo>
                      <a:pt x="2267" y="1724"/>
                    </a:lnTo>
                    <a:lnTo>
                      <a:pt x="2272" y="2234"/>
                    </a:lnTo>
                    <a:lnTo>
                      <a:pt x="2279" y="2687"/>
                    </a:lnTo>
                    <a:lnTo>
                      <a:pt x="2284" y="3048"/>
                    </a:lnTo>
                    <a:lnTo>
                      <a:pt x="2289" y="3301"/>
                    </a:lnTo>
                    <a:lnTo>
                      <a:pt x="2294" y="3449"/>
                    </a:lnTo>
                    <a:lnTo>
                      <a:pt x="2299" y="3503"/>
                    </a:lnTo>
                    <a:lnTo>
                      <a:pt x="2304" y="3491"/>
                    </a:lnTo>
                    <a:lnTo>
                      <a:pt x="2310" y="3442"/>
                    </a:lnTo>
                    <a:lnTo>
                      <a:pt x="2315" y="3382"/>
                    </a:lnTo>
                    <a:lnTo>
                      <a:pt x="2320" y="3336"/>
                    </a:lnTo>
                    <a:lnTo>
                      <a:pt x="2325" y="3315"/>
                    </a:lnTo>
                    <a:lnTo>
                      <a:pt x="2330" y="3323"/>
                    </a:lnTo>
                    <a:lnTo>
                      <a:pt x="2335" y="3355"/>
                    </a:lnTo>
                    <a:lnTo>
                      <a:pt x="2341" y="3401"/>
                    </a:lnTo>
                    <a:lnTo>
                      <a:pt x="2346" y="3448"/>
                    </a:lnTo>
                    <a:lnTo>
                      <a:pt x="2352" y="3484"/>
                    </a:lnTo>
                    <a:lnTo>
                      <a:pt x="2357" y="3503"/>
                    </a:lnTo>
                    <a:lnTo>
                      <a:pt x="2362" y="3503"/>
                    </a:lnTo>
                    <a:lnTo>
                      <a:pt x="2367" y="3487"/>
                    </a:lnTo>
                    <a:lnTo>
                      <a:pt x="2373" y="3462"/>
                    </a:lnTo>
                    <a:lnTo>
                      <a:pt x="2378" y="3438"/>
                    </a:lnTo>
                    <a:lnTo>
                      <a:pt x="2383" y="3421"/>
                    </a:lnTo>
                    <a:lnTo>
                      <a:pt x="2388" y="3416"/>
                    </a:lnTo>
                    <a:lnTo>
                      <a:pt x="2393" y="3426"/>
                    </a:lnTo>
                    <a:lnTo>
                      <a:pt x="2398" y="3444"/>
                    </a:lnTo>
                    <a:lnTo>
                      <a:pt x="2404" y="3467"/>
                    </a:lnTo>
                    <a:lnTo>
                      <a:pt x="2409" y="3489"/>
                    </a:lnTo>
                    <a:lnTo>
                      <a:pt x="2414" y="3502"/>
                    </a:lnTo>
                    <a:lnTo>
                      <a:pt x="2419" y="3505"/>
                    </a:lnTo>
                    <a:lnTo>
                      <a:pt x="2425" y="3496"/>
                    </a:lnTo>
                    <a:lnTo>
                      <a:pt x="2430" y="3479"/>
                    </a:lnTo>
                    <a:lnTo>
                      <a:pt x="2435" y="3459"/>
                    </a:lnTo>
                    <a:lnTo>
                      <a:pt x="2441" y="3443"/>
                    </a:lnTo>
                    <a:lnTo>
                      <a:pt x="2446" y="3434"/>
                    </a:lnTo>
                    <a:lnTo>
                      <a:pt x="2451" y="3436"/>
                    </a:lnTo>
                    <a:lnTo>
                      <a:pt x="2456" y="3449"/>
                    </a:lnTo>
                    <a:lnTo>
                      <a:pt x="2461" y="3467"/>
                    </a:lnTo>
                    <a:lnTo>
                      <a:pt x="2466" y="3486"/>
                    </a:lnTo>
                    <a:lnTo>
                      <a:pt x="2472" y="3500"/>
                    </a:lnTo>
                    <a:lnTo>
                      <a:pt x="2477" y="3505"/>
                    </a:lnTo>
                    <a:lnTo>
                      <a:pt x="2482" y="3498"/>
                    </a:lnTo>
                    <a:lnTo>
                      <a:pt x="2487" y="3481"/>
                    </a:lnTo>
                    <a:lnTo>
                      <a:pt x="2493" y="3458"/>
                    </a:lnTo>
                    <a:lnTo>
                      <a:pt x="2498" y="3436"/>
                    </a:lnTo>
                    <a:lnTo>
                      <a:pt x="2504" y="3421"/>
                    </a:lnTo>
                    <a:lnTo>
                      <a:pt x="2509" y="3416"/>
                    </a:lnTo>
                    <a:lnTo>
                      <a:pt x="2514" y="3427"/>
                    </a:lnTo>
                    <a:lnTo>
                      <a:pt x="2519" y="3446"/>
                    </a:lnTo>
                    <a:lnTo>
                      <a:pt x="2524" y="3472"/>
                    </a:lnTo>
                    <a:lnTo>
                      <a:pt x="2529" y="3495"/>
                    </a:lnTo>
                    <a:lnTo>
                      <a:pt x="2535" y="3505"/>
                    </a:lnTo>
                    <a:lnTo>
                      <a:pt x="2540" y="3498"/>
                    </a:lnTo>
                    <a:lnTo>
                      <a:pt x="2545" y="3472"/>
                    </a:lnTo>
                    <a:lnTo>
                      <a:pt x="2550" y="3431"/>
                    </a:lnTo>
                    <a:lnTo>
                      <a:pt x="2555" y="3383"/>
                    </a:lnTo>
                    <a:lnTo>
                      <a:pt x="2560" y="3342"/>
                    </a:lnTo>
                    <a:lnTo>
                      <a:pt x="2567" y="3317"/>
                    </a:lnTo>
                    <a:lnTo>
                      <a:pt x="2572" y="3320"/>
                    </a:lnTo>
                    <a:lnTo>
                      <a:pt x="2577" y="3351"/>
                    </a:lnTo>
                    <a:lnTo>
                      <a:pt x="2582" y="3404"/>
                    </a:lnTo>
                    <a:lnTo>
                      <a:pt x="2587" y="3462"/>
                    </a:lnTo>
                    <a:lnTo>
                      <a:pt x="2592" y="3502"/>
                    </a:lnTo>
                    <a:lnTo>
                      <a:pt x="2598" y="3491"/>
                    </a:lnTo>
                    <a:lnTo>
                      <a:pt x="2603" y="3405"/>
                    </a:lnTo>
                    <a:lnTo>
                      <a:pt x="2608" y="3218"/>
                    </a:lnTo>
                    <a:lnTo>
                      <a:pt x="2613" y="2923"/>
                    </a:lnTo>
                    <a:lnTo>
                      <a:pt x="2618" y="2524"/>
                    </a:lnTo>
                    <a:lnTo>
                      <a:pt x="2623" y="2045"/>
                    </a:lnTo>
                    <a:lnTo>
                      <a:pt x="2629" y="1524"/>
                    </a:lnTo>
                    <a:lnTo>
                      <a:pt x="2634" y="1010"/>
                    </a:lnTo>
                    <a:lnTo>
                      <a:pt x="2640" y="558"/>
                    </a:lnTo>
                    <a:lnTo>
                      <a:pt x="2645" y="218"/>
                    </a:lnTo>
                    <a:lnTo>
                      <a:pt x="2650" y="30"/>
                    </a:lnTo>
                    <a:lnTo>
                      <a:pt x="2655" y="16"/>
                    </a:lnTo>
                    <a:lnTo>
                      <a:pt x="2661" y="177"/>
                    </a:lnTo>
                    <a:lnTo>
                      <a:pt x="2666" y="495"/>
                    </a:lnTo>
                    <a:lnTo>
                      <a:pt x="2671" y="932"/>
                    </a:lnTo>
                    <a:lnTo>
                      <a:pt x="2676" y="1440"/>
                    </a:lnTo>
                    <a:lnTo>
                      <a:pt x="2681" y="1964"/>
                    </a:lnTo>
                    <a:lnTo>
                      <a:pt x="2686" y="2453"/>
                    </a:lnTo>
                    <a:lnTo>
                      <a:pt x="2692" y="2866"/>
                    </a:lnTo>
                    <a:lnTo>
                      <a:pt x="2697" y="3178"/>
                    </a:lnTo>
                    <a:lnTo>
                      <a:pt x="2702" y="3382"/>
                    </a:lnTo>
                    <a:lnTo>
                      <a:pt x="2707" y="3483"/>
                    </a:lnTo>
                    <a:lnTo>
                      <a:pt x="2713" y="3504"/>
                    </a:lnTo>
                    <a:lnTo>
                      <a:pt x="2718" y="3471"/>
                    </a:lnTo>
                    <a:lnTo>
                      <a:pt x="2724" y="3414"/>
                    </a:lnTo>
                    <a:lnTo>
                      <a:pt x="2729" y="3359"/>
                    </a:lnTo>
                    <a:lnTo>
                      <a:pt x="2734" y="3323"/>
                    </a:lnTo>
                    <a:lnTo>
                      <a:pt x="2739" y="3315"/>
                    </a:lnTo>
                    <a:lnTo>
                      <a:pt x="2744" y="3336"/>
                    </a:lnTo>
                    <a:lnTo>
                      <a:pt x="2749" y="3376"/>
                    </a:lnTo>
                    <a:lnTo>
                      <a:pt x="2755" y="3423"/>
                    </a:lnTo>
                    <a:lnTo>
                      <a:pt x="2760" y="3466"/>
                    </a:lnTo>
                    <a:lnTo>
                      <a:pt x="2765" y="3495"/>
                    </a:lnTo>
                    <a:lnTo>
                      <a:pt x="2770" y="3505"/>
                    </a:lnTo>
                    <a:lnTo>
                      <a:pt x="2775" y="3497"/>
                    </a:lnTo>
                    <a:lnTo>
                      <a:pt x="2780" y="3476"/>
                    </a:lnTo>
                    <a:lnTo>
                      <a:pt x="2787" y="3451"/>
                    </a:lnTo>
                    <a:lnTo>
                      <a:pt x="2792" y="3429"/>
                    </a:lnTo>
                    <a:lnTo>
                      <a:pt x="2797" y="3418"/>
                    </a:lnTo>
                    <a:lnTo>
                      <a:pt x="2802" y="3419"/>
                    </a:lnTo>
                    <a:lnTo>
                      <a:pt x="2807" y="3433"/>
                    </a:lnTo>
                    <a:lnTo>
                      <a:pt x="2812" y="3454"/>
                    </a:lnTo>
                    <a:lnTo>
                      <a:pt x="2817" y="3477"/>
                    </a:lnTo>
                    <a:lnTo>
                      <a:pt x="2823" y="3496"/>
                    </a:lnTo>
                    <a:lnTo>
                      <a:pt x="2828" y="3505"/>
                    </a:lnTo>
                    <a:lnTo>
                      <a:pt x="2833" y="3502"/>
                    </a:lnTo>
                    <a:lnTo>
                      <a:pt x="2838" y="3489"/>
                    </a:lnTo>
                    <a:lnTo>
                      <a:pt x="2843" y="3469"/>
                    </a:lnTo>
                    <a:lnTo>
                      <a:pt x="2848" y="3451"/>
                    </a:lnTo>
                    <a:lnTo>
                      <a:pt x="2854" y="3437"/>
                    </a:lnTo>
                    <a:lnTo>
                      <a:pt x="2860" y="3434"/>
                    </a:lnTo>
                    <a:lnTo>
                      <a:pt x="2865" y="3441"/>
                    </a:lnTo>
                    <a:lnTo>
                      <a:pt x="2870" y="3456"/>
                    </a:lnTo>
                    <a:lnTo>
                      <a:pt x="2875" y="3475"/>
                    </a:lnTo>
                    <a:lnTo>
                      <a:pt x="2880" y="3494"/>
                    </a:lnTo>
                    <a:lnTo>
                      <a:pt x="2886" y="3504"/>
                    </a:lnTo>
                    <a:lnTo>
                      <a:pt x="2891" y="3503"/>
                    </a:lnTo>
                    <a:lnTo>
                      <a:pt x="2896" y="3491"/>
                    </a:lnTo>
                    <a:lnTo>
                      <a:pt x="2901" y="3471"/>
                    </a:lnTo>
                    <a:lnTo>
                      <a:pt x="2906" y="3448"/>
                    </a:lnTo>
                    <a:lnTo>
                      <a:pt x="2911" y="3428"/>
                    </a:lnTo>
                    <a:lnTo>
                      <a:pt x="2917" y="3418"/>
                    </a:lnTo>
                    <a:lnTo>
                      <a:pt x="2922" y="3420"/>
                    </a:lnTo>
                    <a:lnTo>
                      <a:pt x="2927" y="3435"/>
                    </a:lnTo>
                    <a:lnTo>
                      <a:pt x="2933" y="3458"/>
                    </a:lnTo>
                    <a:lnTo>
                      <a:pt x="2938" y="3483"/>
                    </a:lnTo>
                    <a:lnTo>
                      <a:pt x="2943" y="3502"/>
                    </a:lnTo>
                    <a:lnTo>
                      <a:pt x="2949" y="3504"/>
                    </a:lnTo>
                    <a:lnTo>
                      <a:pt x="2954" y="3488"/>
                    </a:lnTo>
                    <a:lnTo>
                      <a:pt x="2959" y="3454"/>
                    </a:lnTo>
                    <a:lnTo>
                      <a:pt x="2964" y="3410"/>
                    </a:lnTo>
                    <a:lnTo>
                      <a:pt x="2969" y="3362"/>
                    </a:lnTo>
                    <a:lnTo>
                      <a:pt x="2974" y="3328"/>
                    </a:lnTo>
                    <a:lnTo>
                      <a:pt x="2980" y="3315"/>
                    </a:lnTo>
                    <a:lnTo>
                      <a:pt x="2985" y="3331"/>
                    </a:lnTo>
                    <a:lnTo>
                      <a:pt x="2990" y="3374"/>
                    </a:lnTo>
                    <a:lnTo>
                      <a:pt x="2995" y="3431"/>
                    </a:lnTo>
                    <a:lnTo>
                      <a:pt x="3001" y="3484"/>
                    </a:lnTo>
                    <a:lnTo>
                      <a:pt x="3006" y="3505"/>
                    </a:lnTo>
                    <a:lnTo>
                      <a:pt x="3012" y="3462"/>
                    </a:lnTo>
                    <a:lnTo>
                      <a:pt x="3017" y="3332"/>
                    </a:lnTo>
                    <a:lnTo>
                      <a:pt x="3022" y="3096"/>
                    </a:lnTo>
                    <a:lnTo>
                      <a:pt x="3027" y="2751"/>
                    </a:lnTo>
                    <a:lnTo>
                      <a:pt x="3032" y="2311"/>
                    </a:lnTo>
                    <a:lnTo>
                      <a:pt x="3037" y="1807"/>
                    </a:lnTo>
                    <a:lnTo>
                      <a:pt x="3043" y="1283"/>
                    </a:lnTo>
                    <a:lnTo>
                      <a:pt x="3048" y="791"/>
                    </a:lnTo>
                    <a:lnTo>
                      <a:pt x="3053" y="384"/>
                    </a:lnTo>
                    <a:lnTo>
                      <a:pt x="3058" y="110"/>
                    </a:lnTo>
                    <a:lnTo>
                      <a:pt x="3063" y="1"/>
                    </a:lnTo>
                    <a:lnTo>
                      <a:pt x="3068" y="69"/>
                    </a:lnTo>
                    <a:lnTo>
                      <a:pt x="3075" y="306"/>
                    </a:lnTo>
                    <a:lnTo>
                      <a:pt x="3080" y="685"/>
                    </a:lnTo>
                    <a:lnTo>
                      <a:pt x="3085" y="1160"/>
                    </a:lnTo>
                    <a:lnTo>
                      <a:pt x="3090" y="1682"/>
                    </a:lnTo>
                    <a:lnTo>
                      <a:pt x="3095" y="2195"/>
                    </a:lnTo>
                    <a:lnTo>
                      <a:pt x="3100" y="2654"/>
                    </a:lnTo>
                    <a:lnTo>
                      <a:pt x="3106" y="3023"/>
                    </a:lnTo>
                    <a:lnTo>
                      <a:pt x="3111" y="3285"/>
                    </a:lnTo>
                    <a:lnTo>
                      <a:pt x="3116" y="3441"/>
                    </a:lnTo>
                    <a:lnTo>
                      <a:pt x="3121" y="3502"/>
                    </a:lnTo>
                    <a:lnTo>
                      <a:pt x="3126" y="3494"/>
                    </a:lnTo>
                    <a:lnTo>
                      <a:pt x="3131" y="3446"/>
                    </a:lnTo>
                    <a:lnTo>
                      <a:pt x="3137" y="3387"/>
                    </a:lnTo>
                    <a:lnTo>
                      <a:pt x="3142" y="3339"/>
                    </a:lnTo>
                    <a:lnTo>
                      <a:pt x="3148" y="3316"/>
                    </a:lnTo>
                    <a:lnTo>
                      <a:pt x="3153" y="3322"/>
                    </a:lnTo>
                    <a:lnTo>
                      <a:pt x="3158" y="3353"/>
                    </a:lnTo>
                    <a:lnTo>
                      <a:pt x="3163" y="3398"/>
                    </a:lnTo>
                    <a:lnTo>
                      <a:pt x="3169" y="3444"/>
                    </a:lnTo>
                    <a:lnTo>
                      <a:pt x="3174" y="3482"/>
                    </a:lnTo>
                    <a:lnTo>
                      <a:pt x="3179" y="3502"/>
                    </a:lnTo>
                    <a:lnTo>
                      <a:pt x="3184" y="3504"/>
                    </a:lnTo>
                    <a:lnTo>
                      <a:pt x="3189" y="3489"/>
                    </a:lnTo>
                    <a:lnTo>
                      <a:pt x="3194" y="3465"/>
                    </a:lnTo>
                    <a:lnTo>
                      <a:pt x="3200" y="3439"/>
                    </a:lnTo>
                    <a:lnTo>
                      <a:pt x="3205" y="3422"/>
                    </a:lnTo>
                    <a:lnTo>
                      <a:pt x="3210" y="3416"/>
                    </a:lnTo>
                    <a:lnTo>
                      <a:pt x="3215" y="3424"/>
                    </a:lnTo>
                    <a:lnTo>
                      <a:pt x="3221" y="3442"/>
                    </a:lnTo>
                    <a:lnTo>
                      <a:pt x="3226" y="3466"/>
                    </a:lnTo>
                    <a:lnTo>
                      <a:pt x="3231" y="3487"/>
                    </a:lnTo>
                    <a:lnTo>
                      <a:pt x="3237" y="3502"/>
                    </a:lnTo>
                    <a:lnTo>
                      <a:pt x="3242" y="3505"/>
                    </a:lnTo>
                    <a:lnTo>
                      <a:pt x="3247" y="3497"/>
                    </a:lnTo>
                    <a:lnTo>
                      <a:pt x="3252" y="3481"/>
                    </a:lnTo>
                    <a:lnTo>
                      <a:pt x="3257" y="3460"/>
                    </a:lnTo>
                    <a:lnTo>
                      <a:pt x="3262" y="3444"/>
                    </a:lnTo>
                    <a:lnTo>
                      <a:pt x="3268" y="3435"/>
                    </a:lnTo>
                    <a:lnTo>
                      <a:pt x="3273" y="3436"/>
                    </a:lnTo>
                    <a:lnTo>
                      <a:pt x="3278" y="3446"/>
                    </a:lnTo>
                    <a:lnTo>
                      <a:pt x="3283" y="3465"/>
                    </a:lnTo>
                    <a:lnTo>
                      <a:pt x="3288" y="3484"/>
                    </a:lnTo>
                    <a:lnTo>
                      <a:pt x="3294" y="3499"/>
                    </a:lnTo>
                    <a:lnTo>
                      <a:pt x="3300" y="3505"/>
                    </a:lnTo>
                    <a:lnTo>
                      <a:pt x="3305" y="3499"/>
                    </a:lnTo>
                    <a:lnTo>
                      <a:pt x="3310" y="3483"/>
                    </a:lnTo>
                    <a:lnTo>
                      <a:pt x="3315" y="3460"/>
                    </a:lnTo>
                    <a:lnTo>
                      <a:pt x="3320" y="3437"/>
                    </a:lnTo>
                    <a:lnTo>
                      <a:pt x="3325" y="3421"/>
                    </a:lnTo>
                    <a:lnTo>
                      <a:pt x="3331" y="3416"/>
                    </a:lnTo>
                    <a:lnTo>
                      <a:pt x="3336" y="3426"/>
                    </a:lnTo>
                    <a:lnTo>
                      <a:pt x="3341" y="3445"/>
                    </a:lnTo>
                    <a:lnTo>
                      <a:pt x="3346" y="3471"/>
                    </a:lnTo>
                    <a:lnTo>
                      <a:pt x="3351" y="3492"/>
                    </a:lnTo>
                    <a:lnTo>
                      <a:pt x="3356" y="3505"/>
                    </a:lnTo>
                    <a:lnTo>
                      <a:pt x="3362" y="3499"/>
                    </a:lnTo>
                    <a:lnTo>
                      <a:pt x="3368" y="3475"/>
                    </a:lnTo>
                    <a:lnTo>
                      <a:pt x="3373" y="3435"/>
                    </a:lnTo>
                    <a:lnTo>
                      <a:pt x="3378" y="3388"/>
                    </a:lnTo>
                    <a:lnTo>
                      <a:pt x="3383" y="3344"/>
                    </a:lnTo>
                    <a:lnTo>
                      <a:pt x="3388" y="3319"/>
                    </a:lnTo>
                    <a:lnTo>
                      <a:pt x="3394" y="3319"/>
                    </a:lnTo>
                    <a:lnTo>
                      <a:pt x="3399" y="3347"/>
                    </a:lnTo>
                    <a:lnTo>
                      <a:pt x="3404" y="3399"/>
                    </a:lnTo>
                    <a:lnTo>
                      <a:pt x="3409" y="3458"/>
                    </a:lnTo>
                    <a:lnTo>
                      <a:pt x="3414" y="3499"/>
                    </a:lnTo>
                    <a:lnTo>
                      <a:pt x="3419" y="3495"/>
                    </a:lnTo>
                    <a:lnTo>
                      <a:pt x="3425" y="3415"/>
                    </a:lnTo>
                    <a:lnTo>
                      <a:pt x="3430" y="3237"/>
                    </a:lnTo>
                    <a:lnTo>
                      <a:pt x="3436" y="2950"/>
                    </a:lnTo>
                    <a:lnTo>
                      <a:pt x="3441" y="2559"/>
                    </a:lnTo>
                    <a:lnTo>
                      <a:pt x="3446" y="2086"/>
                    </a:lnTo>
                    <a:lnTo>
                      <a:pt x="3451" y="1565"/>
                    </a:lnTo>
                    <a:lnTo>
                      <a:pt x="3457" y="1050"/>
                    </a:lnTo>
                    <a:lnTo>
                      <a:pt x="3462" y="590"/>
                    </a:lnTo>
                    <a:lnTo>
                      <a:pt x="3467" y="240"/>
                    </a:lnTo>
                    <a:lnTo>
                      <a:pt x="3472" y="39"/>
                    </a:lnTo>
                    <a:lnTo>
                      <a:pt x="3477" y="10"/>
                    </a:lnTo>
                    <a:lnTo>
                      <a:pt x="3482" y="157"/>
                    </a:lnTo>
                    <a:lnTo>
                      <a:pt x="3488" y="465"/>
                    </a:lnTo>
                    <a:lnTo>
                      <a:pt x="3493" y="894"/>
                    </a:lnTo>
                    <a:lnTo>
                      <a:pt x="3498" y="1398"/>
                    </a:lnTo>
                    <a:lnTo>
                      <a:pt x="3503" y="1922"/>
                    </a:lnTo>
                    <a:lnTo>
                      <a:pt x="3509" y="2416"/>
                    </a:lnTo>
                    <a:lnTo>
                      <a:pt x="3514" y="2836"/>
                    </a:lnTo>
                    <a:lnTo>
                      <a:pt x="3520" y="3157"/>
                    </a:lnTo>
                    <a:lnTo>
                      <a:pt x="3525" y="3369"/>
                    </a:lnTo>
                    <a:lnTo>
                      <a:pt x="3530" y="3479"/>
                    </a:lnTo>
                    <a:lnTo>
                      <a:pt x="3535" y="3505"/>
                    </a:lnTo>
                    <a:lnTo>
                      <a:pt x="3540" y="3475"/>
                    </a:lnTo>
                    <a:lnTo>
                      <a:pt x="3545" y="3419"/>
                    </a:lnTo>
                    <a:lnTo>
                      <a:pt x="3551" y="3362"/>
                    </a:lnTo>
                    <a:lnTo>
                      <a:pt x="3556" y="3324"/>
                    </a:lnTo>
                    <a:lnTo>
                      <a:pt x="3561" y="3315"/>
                    </a:lnTo>
                    <a:lnTo>
                      <a:pt x="3566" y="3334"/>
                    </a:lnTo>
                    <a:lnTo>
                      <a:pt x="3571" y="3373"/>
                    </a:lnTo>
                    <a:lnTo>
                      <a:pt x="3576" y="3420"/>
                    </a:lnTo>
                    <a:lnTo>
                      <a:pt x="3583" y="3464"/>
                    </a:lnTo>
                    <a:lnTo>
                      <a:pt x="3588" y="3494"/>
                    </a:lnTo>
                    <a:lnTo>
                      <a:pt x="3593" y="3505"/>
                    </a:lnTo>
                    <a:lnTo>
                      <a:pt x="3598" y="3498"/>
                    </a:lnTo>
                    <a:lnTo>
                      <a:pt x="3603" y="3479"/>
                    </a:lnTo>
                    <a:lnTo>
                      <a:pt x="3608" y="3453"/>
                    </a:lnTo>
                    <a:lnTo>
                      <a:pt x="3613" y="3430"/>
                    </a:lnTo>
                    <a:lnTo>
                      <a:pt x="3619" y="3418"/>
                    </a:lnTo>
                    <a:lnTo>
                      <a:pt x="3624" y="3419"/>
                    </a:lnTo>
                    <a:lnTo>
                      <a:pt x="3629" y="3431"/>
                    </a:lnTo>
                    <a:lnTo>
                      <a:pt x="3634" y="3453"/>
                    </a:lnTo>
                    <a:lnTo>
                      <a:pt x="3639" y="3476"/>
                    </a:lnTo>
                    <a:lnTo>
                      <a:pt x="3644" y="3495"/>
                    </a:lnTo>
                    <a:lnTo>
                      <a:pt x="3650" y="3504"/>
                    </a:lnTo>
                    <a:lnTo>
                      <a:pt x="3656" y="3503"/>
                    </a:lnTo>
                    <a:lnTo>
                      <a:pt x="3661" y="3490"/>
                    </a:lnTo>
                  </a:path>
                </a:pathLst>
              </a:custGeom>
              <a:noFill/>
              <a:ln w="14288" cap="flat" cmpd="sng">
                <a:solidFill>
                  <a:srgbClr val="FF0000">
                    <a:alpha val="100000"/>
                  </a:srgbClr>
                </a:solidFill>
                <a:prstDash val="solid"/>
                <a:round/>
                <a:headEnd type="none" w="med" len="med"/>
                <a:tailEnd type="none" w="med" len="med"/>
              </a:ln>
            </p:spPr>
            <p:txBody>
              <a:bodyPr/>
              <a:p>
                <a:endParaRPr lang="zh-CN" altLang="en-US"/>
              </a:p>
            </p:txBody>
          </p:sp>
          <p:sp>
            <p:nvSpPr>
              <p:cNvPr id="99910" name="Rectangle 575"/>
              <p:cNvSpPr/>
              <p:nvPr/>
            </p:nvSpPr>
            <p:spPr>
              <a:xfrm rot="-5400000">
                <a:off x="4999" y="2191"/>
                <a:ext cx="10" cy="34"/>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911" name="Rectangle 576"/>
              <p:cNvSpPr/>
              <p:nvPr/>
            </p:nvSpPr>
            <p:spPr>
              <a:xfrm>
                <a:off x="3675" y="1800"/>
                <a:ext cx="8" cy="44"/>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843" name="Text Box 590"/>
            <p:cNvSpPr txBox="1"/>
            <p:nvPr/>
          </p:nvSpPr>
          <p:spPr>
            <a:xfrm>
              <a:off x="134" y="3657"/>
              <a:ext cx="372" cy="232"/>
            </a:xfrm>
            <a:prstGeom prst="rect">
              <a:avLst/>
            </a:prstGeom>
            <a:noFill/>
            <a:ln w="9525">
              <a:noFill/>
            </a:ln>
          </p:spPr>
          <p:txBody>
            <a:bodyPr wrap="none">
              <a:spAutoFit/>
            </a:bodyPr>
            <a:p>
              <a:r>
                <a:rPr lang="en-US" altLang="zh-CN" dirty="0">
                  <a:latin typeface="Times New Roman" panose="02020603050405020304" pitchFamily="18" charset="0"/>
                </a:rPr>
                <a:t>N=7</a:t>
              </a:r>
              <a:endParaRPr lang="en-US" altLang="zh-CN" dirty="0">
                <a:latin typeface="Times New Roman" panose="02020603050405020304" pitchFamily="18" charset="0"/>
              </a:endParaRPr>
            </a:p>
          </p:txBody>
        </p:sp>
      </p:grpSp>
      <p:graphicFrame>
        <p:nvGraphicFramePr>
          <p:cNvPr id="99338" name="Object 592"/>
          <p:cNvGraphicFramePr>
            <a:graphicFrameLocks noChangeAspect="1"/>
          </p:cNvGraphicFramePr>
          <p:nvPr/>
        </p:nvGraphicFramePr>
        <p:xfrm>
          <a:off x="6400800" y="0"/>
          <a:ext cx="3505200" cy="760413"/>
        </p:xfrm>
        <a:graphic>
          <a:graphicData uri="http://schemas.openxmlformats.org/presentationml/2006/ole">
            <mc:AlternateContent xmlns:mc="http://schemas.openxmlformats.org/markup-compatibility/2006">
              <mc:Choice xmlns:v="urn:schemas-microsoft-com:vml" Requires="v">
                <p:oleObj spid="_x0000_s3225" name="" r:id="rId1" imgW="1752600" imgH="495300" progId="Equation.3">
                  <p:embed/>
                </p:oleObj>
              </mc:Choice>
              <mc:Fallback>
                <p:oleObj name="" r:id="rId1" imgW="1752600" imgH="495300" progId="Equation.3">
                  <p:embed/>
                  <p:pic>
                    <p:nvPicPr>
                      <p:cNvPr id="0" name="图片 3224"/>
                      <p:cNvPicPr/>
                      <p:nvPr/>
                    </p:nvPicPr>
                    <p:blipFill>
                      <a:blip r:embed="rId2"/>
                      <a:stretch>
                        <a:fillRect/>
                      </a:stretch>
                    </p:blipFill>
                    <p:spPr>
                      <a:xfrm>
                        <a:off x="6400800" y="0"/>
                        <a:ext cx="3505200" cy="760413"/>
                      </a:xfrm>
                      <a:prstGeom prst="rect">
                        <a:avLst/>
                      </a:prstGeom>
                      <a:noFill/>
                      <a:ln w="38100">
                        <a:noFill/>
                        <a:miter/>
                      </a:ln>
                    </p:spPr>
                  </p:pic>
                </p:oleObj>
              </mc:Fallback>
            </mc:AlternateContent>
          </a:graphicData>
        </a:graphic>
      </p:graphicFrame>
      <p:grpSp>
        <p:nvGrpSpPr>
          <p:cNvPr id="93834" name="Group 650"/>
          <p:cNvGrpSpPr/>
          <p:nvPr/>
        </p:nvGrpSpPr>
        <p:grpSpPr>
          <a:xfrm>
            <a:off x="5884863" y="838200"/>
            <a:ext cx="4785318" cy="808038"/>
            <a:chOff x="2787" y="433"/>
            <a:chExt cx="3037" cy="592"/>
          </a:xfrm>
        </p:grpSpPr>
        <p:grpSp>
          <p:nvGrpSpPr>
            <p:cNvPr id="99786" name="Group 648"/>
            <p:cNvGrpSpPr/>
            <p:nvPr/>
          </p:nvGrpSpPr>
          <p:grpSpPr>
            <a:xfrm>
              <a:off x="3072" y="433"/>
              <a:ext cx="2752" cy="592"/>
              <a:chOff x="3261" y="644"/>
              <a:chExt cx="1988" cy="720"/>
            </a:xfrm>
          </p:grpSpPr>
          <p:sp>
            <p:nvSpPr>
              <p:cNvPr id="99788" name="Line 594"/>
              <p:cNvSpPr/>
              <p:nvPr/>
            </p:nvSpPr>
            <p:spPr>
              <a:xfrm>
                <a:off x="3261" y="1363"/>
                <a:ext cx="1" cy="1"/>
              </a:xfrm>
              <a:prstGeom prst="line">
                <a:avLst/>
              </a:prstGeom>
              <a:ln w="7938" cap="flat" cmpd="sng">
                <a:solidFill>
                  <a:srgbClr val="000000"/>
                </a:solidFill>
                <a:prstDash val="solid"/>
                <a:headEnd type="none" w="med" len="med"/>
                <a:tailEnd type="none" w="med" len="med"/>
              </a:ln>
            </p:spPr>
          </p:sp>
          <p:sp>
            <p:nvSpPr>
              <p:cNvPr id="99789" name="Line 595"/>
              <p:cNvSpPr/>
              <p:nvPr/>
            </p:nvSpPr>
            <p:spPr>
              <a:xfrm>
                <a:off x="3364" y="1363"/>
                <a:ext cx="1" cy="1"/>
              </a:xfrm>
              <a:prstGeom prst="line">
                <a:avLst/>
              </a:prstGeom>
              <a:ln w="7938" cap="flat" cmpd="sng">
                <a:solidFill>
                  <a:srgbClr val="000000"/>
                </a:solidFill>
                <a:prstDash val="solid"/>
                <a:headEnd type="none" w="med" len="med"/>
                <a:tailEnd type="none" w="med" len="med"/>
              </a:ln>
            </p:spPr>
          </p:sp>
          <p:sp>
            <p:nvSpPr>
              <p:cNvPr id="99790" name="Line 596"/>
              <p:cNvSpPr/>
              <p:nvPr/>
            </p:nvSpPr>
            <p:spPr>
              <a:xfrm>
                <a:off x="3468" y="1363"/>
                <a:ext cx="1" cy="1"/>
              </a:xfrm>
              <a:prstGeom prst="line">
                <a:avLst/>
              </a:prstGeom>
              <a:ln w="7938" cap="flat" cmpd="sng">
                <a:solidFill>
                  <a:srgbClr val="000000"/>
                </a:solidFill>
                <a:prstDash val="solid"/>
                <a:headEnd type="none" w="med" len="med"/>
                <a:tailEnd type="none" w="med" len="med"/>
              </a:ln>
            </p:spPr>
          </p:sp>
          <p:sp>
            <p:nvSpPr>
              <p:cNvPr id="99791" name="Line 597"/>
              <p:cNvSpPr/>
              <p:nvPr/>
            </p:nvSpPr>
            <p:spPr>
              <a:xfrm>
                <a:off x="3573" y="1363"/>
                <a:ext cx="1" cy="1"/>
              </a:xfrm>
              <a:prstGeom prst="line">
                <a:avLst/>
              </a:prstGeom>
              <a:ln w="7938" cap="flat" cmpd="sng">
                <a:solidFill>
                  <a:srgbClr val="000000"/>
                </a:solidFill>
                <a:prstDash val="solid"/>
                <a:headEnd type="none" w="med" len="med"/>
                <a:tailEnd type="none" w="med" len="med"/>
              </a:ln>
            </p:spPr>
          </p:sp>
          <p:sp>
            <p:nvSpPr>
              <p:cNvPr id="99792" name="Line 598"/>
              <p:cNvSpPr/>
              <p:nvPr/>
            </p:nvSpPr>
            <p:spPr>
              <a:xfrm>
                <a:off x="3676" y="1363"/>
                <a:ext cx="1" cy="1"/>
              </a:xfrm>
              <a:prstGeom prst="line">
                <a:avLst/>
              </a:prstGeom>
              <a:ln w="7938" cap="flat" cmpd="sng">
                <a:solidFill>
                  <a:srgbClr val="000000"/>
                </a:solidFill>
                <a:prstDash val="solid"/>
                <a:headEnd type="none" w="med" len="med"/>
                <a:tailEnd type="none" w="med" len="med"/>
              </a:ln>
            </p:spPr>
          </p:sp>
          <p:sp>
            <p:nvSpPr>
              <p:cNvPr id="99793" name="Line 599"/>
              <p:cNvSpPr/>
              <p:nvPr/>
            </p:nvSpPr>
            <p:spPr>
              <a:xfrm>
                <a:off x="3780" y="1363"/>
                <a:ext cx="1" cy="1"/>
              </a:xfrm>
              <a:prstGeom prst="line">
                <a:avLst/>
              </a:prstGeom>
              <a:ln w="7938" cap="flat" cmpd="sng">
                <a:solidFill>
                  <a:srgbClr val="000000"/>
                </a:solidFill>
                <a:prstDash val="solid"/>
                <a:headEnd type="none" w="med" len="med"/>
                <a:tailEnd type="none" w="med" len="med"/>
              </a:ln>
            </p:spPr>
          </p:sp>
          <p:sp>
            <p:nvSpPr>
              <p:cNvPr id="99794" name="Line 600"/>
              <p:cNvSpPr/>
              <p:nvPr/>
            </p:nvSpPr>
            <p:spPr>
              <a:xfrm>
                <a:off x="3884" y="1363"/>
                <a:ext cx="1" cy="1"/>
              </a:xfrm>
              <a:prstGeom prst="line">
                <a:avLst/>
              </a:prstGeom>
              <a:ln w="7938" cap="flat" cmpd="sng">
                <a:solidFill>
                  <a:srgbClr val="000000"/>
                </a:solidFill>
                <a:prstDash val="solid"/>
                <a:headEnd type="none" w="med" len="med"/>
                <a:tailEnd type="none" w="med" len="med"/>
              </a:ln>
            </p:spPr>
          </p:sp>
          <p:sp>
            <p:nvSpPr>
              <p:cNvPr id="99795" name="Line 601"/>
              <p:cNvSpPr/>
              <p:nvPr/>
            </p:nvSpPr>
            <p:spPr>
              <a:xfrm>
                <a:off x="3989" y="1363"/>
                <a:ext cx="1" cy="1"/>
              </a:xfrm>
              <a:prstGeom prst="line">
                <a:avLst/>
              </a:prstGeom>
              <a:ln w="7938" cap="flat" cmpd="sng">
                <a:solidFill>
                  <a:srgbClr val="000000"/>
                </a:solidFill>
                <a:prstDash val="solid"/>
                <a:headEnd type="none" w="med" len="med"/>
                <a:tailEnd type="none" w="med" len="med"/>
              </a:ln>
            </p:spPr>
          </p:sp>
          <p:sp>
            <p:nvSpPr>
              <p:cNvPr id="99796" name="Line 602"/>
              <p:cNvSpPr/>
              <p:nvPr/>
            </p:nvSpPr>
            <p:spPr>
              <a:xfrm>
                <a:off x="4092" y="1363"/>
                <a:ext cx="1" cy="1"/>
              </a:xfrm>
              <a:prstGeom prst="line">
                <a:avLst/>
              </a:prstGeom>
              <a:ln w="7938" cap="flat" cmpd="sng">
                <a:solidFill>
                  <a:srgbClr val="000000"/>
                </a:solidFill>
                <a:prstDash val="solid"/>
                <a:headEnd type="none" w="med" len="med"/>
                <a:tailEnd type="none" w="med" len="med"/>
              </a:ln>
            </p:spPr>
          </p:sp>
          <p:sp>
            <p:nvSpPr>
              <p:cNvPr id="99797" name="Line 603"/>
              <p:cNvSpPr/>
              <p:nvPr/>
            </p:nvSpPr>
            <p:spPr>
              <a:xfrm>
                <a:off x="4196" y="1363"/>
                <a:ext cx="1" cy="1"/>
              </a:xfrm>
              <a:prstGeom prst="line">
                <a:avLst/>
              </a:prstGeom>
              <a:ln w="7938" cap="flat" cmpd="sng">
                <a:solidFill>
                  <a:srgbClr val="000000"/>
                </a:solidFill>
                <a:prstDash val="solid"/>
                <a:headEnd type="none" w="med" len="med"/>
                <a:tailEnd type="none" w="med" len="med"/>
              </a:ln>
            </p:spPr>
          </p:sp>
          <p:sp>
            <p:nvSpPr>
              <p:cNvPr id="99798" name="Line 604"/>
              <p:cNvSpPr/>
              <p:nvPr/>
            </p:nvSpPr>
            <p:spPr>
              <a:xfrm>
                <a:off x="4300" y="1363"/>
                <a:ext cx="1" cy="1"/>
              </a:xfrm>
              <a:prstGeom prst="line">
                <a:avLst/>
              </a:prstGeom>
              <a:ln w="7938" cap="flat" cmpd="sng">
                <a:solidFill>
                  <a:srgbClr val="000000"/>
                </a:solidFill>
                <a:prstDash val="solid"/>
                <a:headEnd type="none" w="med" len="med"/>
                <a:tailEnd type="none" w="med" len="med"/>
              </a:ln>
            </p:spPr>
          </p:sp>
          <p:sp>
            <p:nvSpPr>
              <p:cNvPr id="99799" name="Line 605"/>
              <p:cNvSpPr/>
              <p:nvPr/>
            </p:nvSpPr>
            <p:spPr>
              <a:xfrm>
                <a:off x="4404" y="1363"/>
                <a:ext cx="1" cy="1"/>
              </a:xfrm>
              <a:prstGeom prst="line">
                <a:avLst/>
              </a:prstGeom>
              <a:ln w="7938" cap="flat" cmpd="sng">
                <a:solidFill>
                  <a:srgbClr val="000000"/>
                </a:solidFill>
                <a:prstDash val="solid"/>
                <a:headEnd type="none" w="med" len="med"/>
                <a:tailEnd type="none" w="med" len="med"/>
              </a:ln>
            </p:spPr>
          </p:sp>
          <p:sp>
            <p:nvSpPr>
              <p:cNvPr id="99800" name="Line 606"/>
              <p:cNvSpPr/>
              <p:nvPr/>
            </p:nvSpPr>
            <p:spPr>
              <a:xfrm>
                <a:off x="4508" y="1363"/>
                <a:ext cx="1" cy="1"/>
              </a:xfrm>
              <a:prstGeom prst="line">
                <a:avLst/>
              </a:prstGeom>
              <a:ln w="7938" cap="flat" cmpd="sng">
                <a:solidFill>
                  <a:srgbClr val="000000"/>
                </a:solidFill>
                <a:prstDash val="solid"/>
                <a:headEnd type="none" w="med" len="med"/>
                <a:tailEnd type="none" w="med" len="med"/>
              </a:ln>
            </p:spPr>
          </p:sp>
          <p:sp>
            <p:nvSpPr>
              <p:cNvPr id="99801" name="Line 607"/>
              <p:cNvSpPr/>
              <p:nvPr/>
            </p:nvSpPr>
            <p:spPr>
              <a:xfrm>
                <a:off x="4612" y="1363"/>
                <a:ext cx="1" cy="1"/>
              </a:xfrm>
              <a:prstGeom prst="line">
                <a:avLst/>
              </a:prstGeom>
              <a:ln w="7938" cap="flat" cmpd="sng">
                <a:solidFill>
                  <a:srgbClr val="000000"/>
                </a:solidFill>
                <a:prstDash val="solid"/>
                <a:headEnd type="none" w="med" len="med"/>
                <a:tailEnd type="none" w="med" len="med"/>
              </a:ln>
            </p:spPr>
          </p:sp>
          <p:sp>
            <p:nvSpPr>
              <p:cNvPr id="99802" name="Line 608"/>
              <p:cNvSpPr/>
              <p:nvPr/>
            </p:nvSpPr>
            <p:spPr>
              <a:xfrm>
                <a:off x="4716" y="1363"/>
                <a:ext cx="1" cy="1"/>
              </a:xfrm>
              <a:prstGeom prst="line">
                <a:avLst/>
              </a:prstGeom>
              <a:ln w="7938" cap="flat" cmpd="sng">
                <a:solidFill>
                  <a:srgbClr val="000000"/>
                </a:solidFill>
                <a:prstDash val="solid"/>
                <a:headEnd type="none" w="med" len="med"/>
                <a:tailEnd type="none" w="med" len="med"/>
              </a:ln>
            </p:spPr>
          </p:sp>
          <p:sp>
            <p:nvSpPr>
              <p:cNvPr id="99803" name="Line 609"/>
              <p:cNvSpPr/>
              <p:nvPr/>
            </p:nvSpPr>
            <p:spPr>
              <a:xfrm>
                <a:off x="4820" y="1363"/>
                <a:ext cx="1" cy="1"/>
              </a:xfrm>
              <a:prstGeom prst="line">
                <a:avLst/>
              </a:prstGeom>
              <a:ln w="7938" cap="flat" cmpd="sng">
                <a:solidFill>
                  <a:srgbClr val="000000"/>
                </a:solidFill>
                <a:prstDash val="solid"/>
                <a:headEnd type="none" w="med" len="med"/>
                <a:tailEnd type="none" w="med" len="med"/>
              </a:ln>
            </p:spPr>
          </p:sp>
          <p:sp>
            <p:nvSpPr>
              <p:cNvPr id="99804" name="Line 610"/>
              <p:cNvSpPr/>
              <p:nvPr/>
            </p:nvSpPr>
            <p:spPr>
              <a:xfrm>
                <a:off x="4924" y="1363"/>
                <a:ext cx="1" cy="1"/>
              </a:xfrm>
              <a:prstGeom prst="line">
                <a:avLst/>
              </a:prstGeom>
              <a:ln w="7938" cap="flat" cmpd="sng">
                <a:solidFill>
                  <a:srgbClr val="000000"/>
                </a:solidFill>
                <a:prstDash val="solid"/>
                <a:headEnd type="none" w="med" len="med"/>
                <a:tailEnd type="none" w="med" len="med"/>
              </a:ln>
            </p:spPr>
          </p:sp>
          <p:sp>
            <p:nvSpPr>
              <p:cNvPr id="99805" name="Line 611"/>
              <p:cNvSpPr/>
              <p:nvPr/>
            </p:nvSpPr>
            <p:spPr>
              <a:xfrm>
                <a:off x="5028" y="1363"/>
                <a:ext cx="1" cy="1"/>
              </a:xfrm>
              <a:prstGeom prst="line">
                <a:avLst/>
              </a:prstGeom>
              <a:ln w="7938" cap="flat" cmpd="sng">
                <a:solidFill>
                  <a:srgbClr val="000000"/>
                </a:solidFill>
                <a:prstDash val="solid"/>
                <a:headEnd type="none" w="med" len="med"/>
                <a:tailEnd type="none" w="med" len="med"/>
              </a:ln>
            </p:spPr>
          </p:sp>
          <p:sp>
            <p:nvSpPr>
              <p:cNvPr id="99806" name="Line 612"/>
              <p:cNvSpPr/>
              <p:nvPr/>
            </p:nvSpPr>
            <p:spPr>
              <a:xfrm>
                <a:off x="5132" y="1363"/>
                <a:ext cx="1" cy="1"/>
              </a:xfrm>
              <a:prstGeom prst="line">
                <a:avLst/>
              </a:prstGeom>
              <a:ln w="7938" cap="flat" cmpd="sng">
                <a:solidFill>
                  <a:srgbClr val="000000"/>
                </a:solidFill>
                <a:prstDash val="solid"/>
                <a:headEnd type="none" w="med" len="med"/>
                <a:tailEnd type="none" w="med" len="med"/>
              </a:ln>
            </p:spPr>
          </p:sp>
          <p:sp>
            <p:nvSpPr>
              <p:cNvPr id="99807" name="Line 613"/>
              <p:cNvSpPr/>
              <p:nvPr/>
            </p:nvSpPr>
            <p:spPr>
              <a:xfrm>
                <a:off x="3261" y="1363"/>
                <a:ext cx="1871" cy="1"/>
              </a:xfrm>
              <a:prstGeom prst="line">
                <a:avLst/>
              </a:prstGeom>
              <a:ln w="7938" cap="flat" cmpd="sng">
                <a:solidFill>
                  <a:srgbClr val="000000"/>
                </a:solidFill>
                <a:prstDash val="solid"/>
                <a:headEnd type="none" w="med" len="med"/>
                <a:tailEnd type="none" w="med" len="med"/>
              </a:ln>
            </p:spPr>
          </p:sp>
          <p:sp>
            <p:nvSpPr>
              <p:cNvPr id="99808" name="Line 614"/>
              <p:cNvSpPr/>
              <p:nvPr/>
            </p:nvSpPr>
            <p:spPr>
              <a:xfrm>
                <a:off x="3261" y="1363"/>
                <a:ext cx="1" cy="1"/>
              </a:xfrm>
              <a:prstGeom prst="line">
                <a:avLst/>
              </a:prstGeom>
              <a:ln w="7938" cap="flat" cmpd="sng">
                <a:solidFill>
                  <a:srgbClr val="000000"/>
                </a:solidFill>
                <a:prstDash val="solid"/>
                <a:headEnd type="none" w="med" len="med"/>
                <a:tailEnd type="none" w="med" len="med"/>
              </a:ln>
            </p:spPr>
          </p:sp>
          <p:sp>
            <p:nvSpPr>
              <p:cNvPr id="99809" name="Line 615"/>
              <p:cNvSpPr/>
              <p:nvPr/>
            </p:nvSpPr>
            <p:spPr>
              <a:xfrm>
                <a:off x="3261" y="1207"/>
                <a:ext cx="1" cy="1"/>
              </a:xfrm>
              <a:prstGeom prst="line">
                <a:avLst/>
              </a:prstGeom>
              <a:ln w="7938" cap="flat" cmpd="sng">
                <a:solidFill>
                  <a:srgbClr val="000000"/>
                </a:solidFill>
                <a:prstDash val="solid"/>
                <a:headEnd type="none" w="med" len="med"/>
                <a:tailEnd type="none" w="med" len="med"/>
              </a:ln>
            </p:spPr>
          </p:sp>
          <p:sp>
            <p:nvSpPr>
              <p:cNvPr id="99810" name="Line 616"/>
              <p:cNvSpPr/>
              <p:nvPr/>
            </p:nvSpPr>
            <p:spPr>
              <a:xfrm>
                <a:off x="3261" y="1050"/>
                <a:ext cx="1" cy="1"/>
              </a:xfrm>
              <a:prstGeom prst="line">
                <a:avLst/>
              </a:prstGeom>
              <a:ln w="7938" cap="flat" cmpd="sng">
                <a:solidFill>
                  <a:srgbClr val="000000"/>
                </a:solidFill>
                <a:prstDash val="solid"/>
                <a:headEnd type="none" w="med" len="med"/>
                <a:tailEnd type="none" w="med" len="med"/>
              </a:ln>
            </p:spPr>
          </p:sp>
          <p:sp>
            <p:nvSpPr>
              <p:cNvPr id="99811" name="Line 617"/>
              <p:cNvSpPr/>
              <p:nvPr/>
            </p:nvSpPr>
            <p:spPr>
              <a:xfrm>
                <a:off x="3261" y="894"/>
                <a:ext cx="1" cy="1"/>
              </a:xfrm>
              <a:prstGeom prst="line">
                <a:avLst/>
              </a:prstGeom>
              <a:ln w="7938" cap="flat" cmpd="sng">
                <a:solidFill>
                  <a:srgbClr val="000000"/>
                </a:solidFill>
                <a:prstDash val="solid"/>
                <a:headEnd type="none" w="med" len="med"/>
                <a:tailEnd type="none" w="med" len="med"/>
              </a:ln>
            </p:spPr>
          </p:sp>
          <p:sp>
            <p:nvSpPr>
              <p:cNvPr id="99812" name="Line 618"/>
              <p:cNvSpPr/>
              <p:nvPr/>
            </p:nvSpPr>
            <p:spPr>
              <a:xfrm>
                <a:off x="3261" y="738"/>
                <a:ext cx="1" cy="1"/>
              </a:xfrm>
              <a:prstGeom prst="line">
                <a:avLst/>
              </a:prstGeom>
              <a:ln w="7938" cap="flat" cmpd="sng">
                <a:solidFill>
                  <a:srgbClr val="000000"/>
                </a:solidFill>
                <a:prstDash val="solid"/>
                <a:headEnd type="none" w="med" len="med"/>
                <a:tailEnd type="none" w="med" len="med"/>
              </a:ln>
            </p:spPr>
          </p:sp>
          <p:sp>
            <p:nvSpPr>
              <p:cNvPr id="99813" name="Freeform 619"/>
              <p:cNvSpPr/>
              <p:nvPr/>
            </p:nvSpPr>
            <p:spPr>
              <a:xfrm>
                <a:off x="3261" y="707"/>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7938" cap="flat" cmpd="sng">
                <a:solidFill>
                  <a:srgbClr val="000000">
                    <a:alpha val="100000"/>
                  </a:srgbClr>
                </a:solidFill>
                <a:prstDash val="solid"/>
                <a:round/>
                <a:headEnd type="none" w="med" len="med"/>
                <a:tailEnd type="none" w="med" len="med"/>
              </a:ln>
            </p:spPr>
            <p:txBody>
              <a:bodyPr/>
              <a:p>
                <a:endParaRPr lang="zh-CN" altLang="en-US"/>
              </a:p>
            </p:txBody>
          </p:sp>
          <p:sp>
            <p:nvSpPr>
              <p:cNvPr id="99814" name="Line 620"/>
              <p:cNvSpPr/>
              <p:nvPr/>
            </p:nvSpPr>
            <p:spPr>
              <a:xfrm>
                <a:off x="3364" y="707"/>
                <a:ext cx="1" cy="1"/>
              </a:xfrm>
              <a:prstGeom prst="line">
                <a:avLst/>
              </a:prstGeom>
              <a:ln w="7938" cap="flat" cmpd="sng">
                <a:solidFill>
                  <a:srgbClr val="000000"/>
                </a:solidFill>
                <a:prstDash val="solid"/>
                <a:headEnd type="none" w="med" len="med"/>
                <a:tailEnd type="none" w="med" len="med"/>
              </a:ln>
            </p:spPr>
          </p:sp>
          <p:sp>
            <p:nvSpPr>
              <p:cNvPr id="99815" name="Line 621"/>
              <p:cNvSpPr/>
              <p:nvPr/>
            </p:nvSpPr>
            <p:spPr>
              <a:xfrm>
                <a:off x="3468" y="707"/>
                <a:ext cx="1" cy="1"/>
              </a:xfrm>
              <a:prstGeom prst="line">
                <a:avLst/>
              </a:prstGeom>
              <a:ln w="7938" cap="flat" cmpd="sng">
                <a:solidFill>
                  <a:srgbClr val="000000"/>
                </a:solidFill>
                <a:prstDash val="solid"/>
                <a:headEnd type="none" w="med" len="med"/>
                <a:tailEnd type="none" w="med" len="med"/>
              </a:ln>
            </p:spPr>
          </p:sp>
          <p:sp>
            <p:nvSpPr>
              <p:cNvPr id="99816" name="Line 622"/>
              <p:cNvSpPr/>
              <p:nvPr/>
            </p:nvSpPr>
            <p:spPr>
              <a:xfrm>
                <a:off x="3573" y="707"/>
                <a:ext cx="1" cy="1"/>
              </a:xfrm>
              <a:prstGeom prst="line">
                <a:avLst/>
              </a:prstGeom>
              <a:ln w="7938" cap="flat" cmpd="sng">
                <a:solidFill>
                  <a:srgbClr val="000000"/>
                </a:solidFill>
                <a:prstDash val="solid"/>
                <a:headEnd type="none" w="med" len="med"/>
                <a:tailEnd type="none" w="med" len="med"/>
              </a:ln>
            </p:spPr>
          </p:sp>
          <p:sp>
            <p:nvSpPr>
              <p:cNvPr id="99817" name="Line 623"/>
              <p:cNvSpPr/>
              <p:nvPr/>
            </p:nvSpPr>
            <p:spPr>
              <a:xfrm>
                <a:off x="3676" y="707"/>
                <a:ext cx="1" cy="1"/>
              </a:xfrm>
              <a:prstGeom prst="line">
                <a:avLst/>
              </a:prstGeom>
              <a:ln w="7938" cap="flat" cmpd="sng">
                <a:solidFill>
                  <a:srgbClr val="000000"/>
                </a:solidFill>
                <a:prstDash val="solid"/>
                <a:headEnd type="none" w="med" len="med"/>
                <a:tailEnd type="none" w="med" len="med"/>
              </a:ln>
            </p:spPr>
          </p:sp>
          <p:sp>
            <p:nvSpPr>
              <p:cNvPr id="99818" name="Line 624"/>
              <p:cNvSpPr/>
              <p:nvPr/>
            </p:nvSpPr>
            <p:spPr>
              <a:xfrm>
                <a:off x="3780" y="707"/>
                <a:ext cx="1" cy="1"/>
              </a:xfrm>
              <a:prstGeom prst="line">
                <a:avLst/>
              </a:prstGeom>
              <a:ln w="7938" cap="flat" cmpd="sng">
                <a:solidFill>
                  <a:srgbClr val="000000"/>
                </a:solidFill>
                <a:prstDash val="solid"/>
                <a:headEnd type="none" w="med" len="med"/>
                <a:tailEnd type="none" w="med" len="med"/>
              </a:ln>
            </p:spPr>
          </p:sp>
          <p:sp>
            <p:nvSpPr>
              <p:cNvPr id="99819" name="Line 625"/>
              <p:cNvSpPr/>
              <p:nvPr/>
            </p:nvSpPr>
            <p:spPr>
              <a:xfrm>
                <a:off x="3884" y="707"/>
                <a:ext cx="1" cy="1"/>
              </a:xfrm>
              <a:prstGeom prst="line">
                <a:avLst/>
              </a:prstGeom>
              <a:ln w="7938" cap="flat" cmpd="sng">
                <a:solidFill>
                  <a:srgbClr val="000000"/>
                </a:solidFill>
                <a:prstDash val="solid"/>
                <a:headEnd type="none" w="med" len="med"/>
                <a:tailEnd type="none" w="med" len="med"/>
              </a:ln>
            </p:spPr>
          </p:sp>
          <p:sp>
            <p:nvSpPr>
              <p:cNvPr id="99820" name="Line 626"/>
              <p:cNvSpPr/>
              <p:nvPr/>
            </p:nvSpPr>
            <p:spPr>
              <a:xfrm>
                <a:off x="3989" y="707"/>
                <a:ext cx="1" cy="1"/>
              </a:xfrm>
              <a:prstGeom prst="line">
                <a:avLst/>
              </a:prstGeom>
              <a:ln w="7938" cap="flat" cmpd="sng">
                <a:solidFill>
                  <a:srgbClr val="000000"/>
                </a:solidFill>
                <a:prstDash val="solid"/>
                <a:headEnd type="none" w="med" len="med"/>
                <a:tailEnd type="none" w="med" len="med"/>
              </a:ln>
            </p:spPr>
          </p:sp>
          <p:sp>
            <p:nvSpPr>
              <p:cNvPr id="99821" name="Line 627"/>
              <p:cNvSpPr/>
              <p:nvPr/>
            </p:nvSpPr>
            <p:spPr>
              <a:xfrm>
                <a:off x="4092" y="707"/>
                <a:ext cx="1" cy="1"/>
              </a:xfrm>
              <a:prstGeom prst="line">
                <a:avLst/>
              </a:prstGeom>
              <a:ln w="7938" cap="flat" cmpd="sng">
                <a:solidFill>
                  <a:srgbClr val="000000"/>
                </a:solidFill>
                <a:prstDash val="solid"/>
                <a:headEnd type="none" w="med" len="med"/>
                <a:tailEnd type="none" w="med" len="med"/>
              </a:ln>
            </p:spPr>
          </p:sp>
          <p:sp>
            <p:nvSpPr>
              <p:cNvPr id="99822" name="Line 628"/>
              <p:cNvSpPr/>
              <p:nvPr/>
            </p:nvSpPr>
            <p:spPr>
              <a:xfrm>
                <a:off x="4196" y="707"/>
                <a:ext cx="1" cy="1"/>
              </a:xfrm>
              <a:prstGeom prst="line">
                <a:avLst/>
              </a:prstGeom>
              <a:ln w="7938" cap="flat" cmpd="sng">
                <a:solidFill>
                  <a:srgbClr val="000000"/>
                </a:solidFill>
                <a:prstDash val="solid"/>
                <a:headEnd type="none" w="med" len="med"/>
                <a:tailEnd type="none" w="med" len="med"/>
              </a:ln>
            </p:spPr>
          </p:sp>
          <p:sp>
            <p:nvSpPr>
              <p:cNvPr id="99823" name="Line 629"/>
              <p:cNvSpPr/>
              <p:nvPr/>
            </p:nvSpPr>
            <p:spPr>
              <a:xfrm>
                <a:off x="4300" y="707"/>
                <a:ext cx="1" cy="1"/>
              </a:xfrm>
              <a:prstGeom prst="line">
                <a:avLst/>
              </a:prstGeom>
              <a:ln w="7938" cap="flat" cmpd="sng">
                <a:solidFill>
                  <a:srgbClr val="000000"/>
                </a:solidFill>
                <a:prstDash val="solid"/>
                <a:headEnd type="none" w="med" len="med"/>
                <a:tailEnd type="none" w="med" len="med"/>
              </a:ln>
            </p:spPr>
          </p:sp>
          <p:sp>
            <p:nvSpPr>
              <p:cNvPr id="99824" name="Line 630"/>
              <p:cNvSpPr/>
              <p:nvPr/>
            </p:nvSpPr>
            <p:spPr>
              <a:xfrm>
                <a:off x="4404" y="707"/>
                <a:ext cx="1" cy="1"/>
              </a:xfrm>
              <a:prstGeom prst="line">
                <a:avLst/>
              </a:prstGeom>
              <a:ln w="7938" cap="flat" cmpd="sng">
                <a:solidFill>
                  <a:srgbClr val="000000"/>
                </a:solidFill>
                <a:prstDash val="solid"/>
                <a:headEnd type="none" w="med" len="med"/>
                <a:tailEnd type="none" w="med" len="med"/>
              </a:ln>
            </p:spPr>
          </p:sp>
          <p:sp>
            <p:nvSpPr>
              <p:cNvPr id="99825" name="Line 631"/>
              <p:cNvSpPr/>
              <p:nvPr/>
            </p:nvSpPr>
            <p:spPr>
              <a:xfrm>
                <a:off x="4508" y="707"/>
                <a:ext cx="1" cy="1"/>
              </a:xfrm>
              <a:prstGeom prst="line">
                <a:avLst/>
              </a:prstGeom>
              <a:ln w="7938" cap="flat" cmpd="sng">
                <a:solidFill>
                  <a:srgbClr val="000000"/>
                </a:solidFill>
                <a:prstDash val="solid"/>
                <a:headEnd type="none" w="med" len="med"/>
                <a:tailEnd type="none" w="med" len="med"/>
              </a:ln>
            </p:spPr>
          </p:sp>
          <p:sp>
            <p:nvSpPr>
              <p:cNvPr id="99826" name="Line 632"/>
              <p:cNvSpPr/>
              <p:nvPr/>
            </p:nvSpPr>
            <p:spPr>
              <a:xfrm>
                <a:off x="4612" y="707"/>
                <a:ext cx="1" cy="1"/>
              </a:xfrm>
              <a:prstGeom prst="line">
                <a:avLst/>
              </a:prstGeom>
              <a:ln w="7938" cap="flat" cmpd="sng">
                <a:solidFill>
                  <a:srgbClr val="000000"/>
                </a:solidFill>
                <a:prstDash val="solid"/>
                <a:headEnd type="none" w="med" len="med"/>
                <a:tailEnd type="none" w="med" len="med"/>
              </a:ln>
            </p:spPr>
          </p:sp>
          <p:sp>
            <p:nvSpPr>
              <p:cNvPr id="99827" name="Line 633"/>
              <p:cNvSpPr/>
              <p:nvPr/>
            </p:nvSpPr>
            <p:spPr>
              <a:xfrm>
                <a:off x="4716" y="707"/>
                <a:ext cx="1" cy="1"/>
              </a:xfrm>
              <a:prstGeom prst="line">
                <a:avLst/>
              </a:prstGeom>
              <a:ln w="7938" cap="flat" cmpd="sng">
                <a:solidFill>
                  <a:srgbClr val="000000"/>
                </a:solidFill>
                <a:prstDash val="solid"/>
                <a:headEnd type="none" w="med" len="med"/>
                <a:tailEnd type="none" w="med" len="med"/>
              </a:ln>
            </p:spPr>
          </p:sp>
          <p:sp>
            <p:nvSpPr>
              <p:cNvPr id="99828" name="Line 634"/>
              <p:cNvSpPr/>
              <p:nvPr/>
            </p:nvSpPr>
            <p:spPr>
              <a:xfrm>
                <a:off x="4820" y="707"/>
                <a:ext cx="1" cy="1"/>
              </a:xfrm>
              <a:prstGeom prst="line">
                <a:avLst/>
              </a:prstGeom>
              <a:ln w="7938" cap="flat" cmpd="sng">
                <a:solidFill>
                  <a:srgbClr val="000000"/>
                </a:solidFill>
                <a:prstDash val="solid"/>
                <a:headEnd type="none" w="med" len="med"/>
                <a:tailEnd type="none" w="med" len="med"/>
              </a:ln>
            </p:spPr>
          </p:sp>
          <p:sp>
            <p:nvSpPr>
              <p:cNvPr id="99829" name="Line 635"/>
              <p:cNvSpPr/>
              <p:nvPr/>
            </p:nvSpPr>
            <p:spPr>
              <a:xfrm>
                <a:off x="4924" y="707"/>
                <a:ext cx="1" cy="1"/>
              </a:xfrm>
              <a:prstGeom prst="line">
                <a:avLst/>
              </a:prstGeom>
              <a:ln w="7938" cap="flat" cmpd="sng">
                <a:solidFill>
                  <a:srgbClr val="000000"/>
                </a:solidFill>
                <a:prstDash val="solid"/>
                <a:headEnd type="none" w="med" len="med"/>
                <a:tailEnd type="none" w="med" len="med"/>
              </a:ln>
            </p:spPr>
          </p:sp>
          <p:sp>
            <p:nvSpPr>
              <p:cNvPr id="99830" name="Line 636"/>
              <p:cNvSpPr/>
              <p:nvPr/>
            </p:nvSpPr>
            <p:spPr>
              <a:xfrm>
                <a:off x="5028" y="707"/>
                <a:ext cx="1" cy="1"/>
              </a:xfrm>
              <a:prstGeom prst="line">
                <a:avLst/>
              </a:prstGeom>
              <a:ln w="7938" cap="flat" cmpd="sng">
                <a:solidFill>
                  <a:srgbClr val="000000"/>
                </a:solidFill>
                <a:prstDash val="solid"/>
                <a:headEnd type="none" w="med" len="med"/>
                <a:tailEnd type="none" w="med" len="med"/>
              </a:ln>
            </p:spPr>
          </p:sp>
          <p:sp>
            <p:nvSpPr>
              <p:cNvPr id="99831" name="Line 637"/>
              <p:cNvSpPr/>
              <p:nvPr/>
            </p:nvSpPr>
            <p:spPr>
              <a:xfrm>
                <a:off x="5132" y="707"/>
                <a:ext cx="1" cy="1"/>
              </a:xfrm>
              <a:prstGeom prst="line">
                <a:avLst/>
              </a:prstGeom>
              <a:ln w="7938" cap="flat" cmpd="sng">
                <a:solidFill>
                  <a:srgbClr val="000000"/>
                </a:solidFill>
                <a:prstDash val="solid"/>
                <a:headEnd type="none" w="med" len="med"/>
                <a:tailEnd type="none" w="med" len="med"/>
              </a:ln>
            </p:spPr>
          </p:sp>
          <p:sp>
            <p:nvSpPr>
              <p:cNvPr id="99832" name="Line 638"/>
              <p:cNvSpPr/>
              <p:nvPr/>
            </p:nvSpPr>
            <p:spPr>
              <a:xfrm>
                <a:off x="3261" y="707"/>
                <a:ext cx="1871" cy="1"/>
              </a:xfrm>
              <a:prstGeom prst="line">
                <a:avLst/>
              </a:prstGeom>
              <a:ln w="7938" cap="flat" cmpd="sng">
                <a:solidFill>
                  <a:srgbClr val="000000"/>
                </a:solidFill>
                <a:prstDash val="solid"/>
                <a:headEnd type="none" w="med" len="med"/>
                <a:tailEnd type="none" w="med" len="med"/>
              </a:ln>
            </p:spPr>
          </p:sp>
          <p:sp>
            <p:nvSpPr>
              <p:cNvPr id="99833" name="Line 639"/>
              <p:cNvSpPr/>
              <p:nvPr/>
            </p:nvSpPr>
            <p:spPr>
              <a:xfrm>
                <a:off x="5132" y="1363"/>
                <a:ext cx="1" cy="1"/>
              </a:xfrm>
              <a:prstGeom prst="line">
                <a:avLst/>
              </a:prstGeom>
              <a:ln w="7938" cap="flat" cmpd="sng">
                <a:solidFill>
                  <a:srgbClr val="000000"/>
                </a:solidFill>
                <a:prstDash val="solid"/>
                <a:headEnd type="none" w="med" len="med"/>
                <a:tailEnd type="none" w="med" len="med"/>
              </a:ln>
            </p:spPr>
          </p:sp>
          <p:sp>
            <p:nvSpPr>
              <p:cNvPr id="99834" name="Line 640"/>
              <p:cNvSpPr/>
              <p:nvPr/>
            </p:nvSpPr>
            <p:spPr>
              <a:xfrm>
                <a:off x="5132" y="1207"/>
                <a:ext cx="1" cy="1"/>
              </a:xfrm>
              <a:prstGeom prst="line">
                <a:avLst/>
              </a:prstGeom>
              <a:ln w="7938" cap="flat" cmpd="sng">
                <a:solidFill>
                  <a:srgbClr val="000000"/>
                </a:solidFill>
                <a:prstDash val="solid"/>
                <a:headEnd type="none" w="med" len="med"/>
                <a:tailEnd type="none" w="med" len="med"/>
              </a:ln>
            </p:spPr>
          </p:sp>
          <p:sp>
            <p:nvSpPr>
              <p:cNvPr id="99835" name="Line 641"/>
              <p:cNvSpPr/>
              <p:nvPr/>
            </p:nvSpPr>
            <p:spPr>
              <a:xfrm>
                <a:off x="5132" y="1050"/>
                <a:ext cx="1" cy="1"/>
              </a:xfrm>
              <a:prstGeom prst="line">
                <a:avLst/>
              </a:prstGeom>
              <a:ln w="7938" cap="flat" cmpd="sng">
                <a:solidFill>
                  <a:srgbClr val="000000"/>
                </a:solidFill>
                <a:prstDash val="solid"/>
                <a:headEnd type="none" w="med" len="med"/>
                <a:tailEnd type="none" w="med" len="med"/>
              </a:ln>
            </p:spPr>
          </p:sp>
          <p:sp>
            <p:nvSpPr>
              <p:cNvPr id="99836" name="Line 642"/>
              <p:cNvSpPr/>
              <p:nvPr/>
            </p:nvSpPr>
            <p:spPr>
              <a:xfrm>
                <a:off x="5132" y="894"/>
                <a:ext cx="1" cy="1"/>
              </a:xfrm>
              <a:prstGeom prst="line">
                <a:avLst/>
              </a:prstGeom>
              <a:ln w="7938" cap="flat" cmpd="sng">
                <a:solidFill>
                  <a:srgbClr val="000000"/>
                </a:solidFill>
                <a:prstDash val="solid"/>
                <a:headEnd type="none" w="med" len="med"/>
                <a:tailEnd type="none" w="med" len="med"/>
              </a:ln>
            </p:spPr>
          </p:sp>
          <p:sp>
            <p:nvSpPr>
              <p:cNvPr id="99837" name="Line 643"/>
              <p:cNvSpPr/>
              <p:nvPr/>
            </p:nvSpPr>
            <p:spPr>
              <a:xfrm>
                <a:off x="5132" y="738"/>
                <a:ext cx="1" cy="1"/>
              </a:xfrm>
              <a:prstGeom prst="line">
                <a:avLst/>
              </a:prstGeom>
              <a:ln w="7938" cap="flat" cmpd="sng">
                <a:solidFill>
                  <a:srgbClr val="000000"/>
                </a:solidFill>
                <a:prstDash val="solid"/>
                <a:headEnd type="none" w="med" len="med"/>
                <a:tailEnd type="none" w="med" len="med"/>
              </a:ln>
            </p:spPr>
          </p:sp>
          <p:sp>
            <p:nvSpPr>
              <p:cNvPr id="99838" name="Line 644"/>
              <p:cNvSpPr/>
              <p:nvPr/>
            </p:nvSpPr>
            <p:spPr>
              <a:xfrm flipV="1">
                <a:off x="5132" y="707"/>
                <a:ext cx="1" cy="656"/>
              </a:xfrm>
              <a:prstGeom prst="line">
                <a:avLst/>
              </a:prstGeom>
              <a:ln w="7938" cap="flat" cmpd="sng">
                <a:solidFill>
                  <a:srgbClr val="000000"/>
                </a:solidFill>
                <a:prstDash val="solid"/>
                <a:headEnd type="none" w="med" len="med"/>
                <a:tailEnd type="none" w="med" len="med"/>
              </a:ln>
            </p:spPr>
          </p:sp>
          <p:sp>
            <p:nvSpPr>
              <p:cNvPr id="99839" name="Freeform 645"/>
              <p:cNvSpPr/>
              <p:nvPr/>
            </p:nvSpPr>
            <p:spPr>
              <a:xfrm>
                <a:off x="3470" y="738"/>
                <a:ext cx="1453" cy="625"/>
              </a:xfrm>
              <a:custGeom>
                <a:avLst/>
                <a:gdLst/>
                <a:ahLst/>
                <a:cxnLst>
                  <a:cxn ang="0">
                    <a:pos x="21" y="622"/>
                  </a:cxn>
                  <a:cxn ang="0">
                    <a:pos x="43" y="624"/>
                  </a:cxn>
                  <a:cxn ang="0">
                    <a:pos x="66" y="625"/>
                  </a:cxn>
                  <a:cxn ang="0">
                    <a:pos x="89" y="625"/>
                  </a:cxn>
                  <a:cxn ang="0">
                    <a:pos x="112" y="623"/>
                  </a:cxn>
                  <a:cxn ang="0">
                    <a:pos x="135" y="619"/>
                  </a:cxn>
                  <a:cxn ang="0">
                    <a:pos x="158" y="614"/>
                  </a:cxn>
                  <a:cxn ang="0">
                    <a:pos x="181" y="608"/>
                  </a:cxn>
                  <a:cxn ang="0">
                    <a:pos x="204" y="603"/>
                  </a:cxn>
                  <a:cxn ang="0">
                    <a:pos x="227" y="598"/>
                  </a:cxn>
                  <a:cxn ang="0">
                    <a:pos x="249" y="596"/>
                  </a:cxn>
                  <a:cxn ang="0">
                    <a:pos x="272" y="596"/>
                  </a:cxn>
                  <a:cxn ang="0">
                    <a:pos x="295" y="599"/>
                  </a:cxn>
                  <a:cxn ang="0">
                    <a:pos x="318" y="605"/>
                  </a:cxn>
                  <a:cxn ang="0">
                    <a:pos x="341" y="612"/>
                  </a:cxn>
                  <a:cxn ang="0">
                    <a:pos x="364" y="619"/>
                  </a:cxn>
                  <a:cxn ang="0">
                    <a:pos x="387" y="624"/>
                  </a:cxn>
                  <a:cxn ang="0">
                    <a:pos x="409" y="624"/>
                  </a:cxn>
                  <a:cxn ang="0">
                    <a:pos x="432" y="618"/>
                  </a:cxn>
                  <a:cxn ang="0">
                    <a:pos x="455" y="601"/>
                  </a:cxn>
                  <a:cxn ang="0">
                    <a:pos x="478" y="574"/>
                  </a:cxn>
                  <a:cxn ang="0">
                    <a:pos x="501" y="535"/>
                  </a:cxn>
                  <a:cxn ang="0">
                    <a:pos x="524" y="483"/>
                  </a:cxn>
                  <a:cxn ang="0">
                    <a:pos x="547" y="422"/>
                  </a:cxn>
                  <a:cxn ang="0">
                    <a:pos x="570" y="352"/>
                  </a:cxn>
                  <a:cxn ang="0">
                    <a:pos x="593" y="278"/>
                  </a:cxn>
                  <a:cxn ang="0">
                    <a:pos x="616" y="205"/>
                  </a:cxn>
                  <a:cxn ang="0">
                    <a:pos x="638" y="137"/>
                  </a:cxn>
                  <a:cxn ang="0">
                    <a:pos x="661" y="78"/>
                  </a:cxn>
                  <a:cxn ang="0">
                    <a:pos x="684" y="34"/>
                  </a:cxn>
                  <a:cxn ang="0">
                    <a:pos x="707" y="8"/>
                  </a:cxn>
                  <a:cxn ang="0">
                    <a:pos x="730" y="0"/>
                  </a:cxn>
                  <a:cxn ang="0">
                    <a:pos x="752" y="13"/>
                  </a:cxn>
                  <a:cxn ang="0">
                    <a:pos x="775" y="45"/>
                  </a:cxn>
                  <a:cxn ang="0">
                    <a:pos x="798" y="93"/>
                  </a:cxn>
                  <a:cxn ang="0">
                    <a:pos x="821" y="155"/>
                  </a:cxn>
                  <a:cxn ang="0">
                    <a:pos x="844" y="225"/>
                  </a:cxn>
                  <a:cxn ang="0">
                    <a:pos x="867" y="299"/>
                  </a:cxn>
                  <a:cxn ang="0">
                    <a:pos x="889" y="371"/>
                  </a:cxn>
                  <a:cxn ang="0">
                    <a:pos x="912" y="439"/>
                  </a:cxn>
                  <a:cxn ang="0">
                    <a:pos x="935" y="498"/>
                  </a:cxn>
                  <a:cxn ang="0">
                    <a:pos x="958" y="546"/>
                  </a:cxn>
                  <a:cxn ang="0">
                    <a:pos x="981" y="583"/>
                  </a:cxn>
                  <a:cxn ang="0">
                    <a:pos x="1004" y="607"/>
                  </a:cxn>
                  <a:cxn ang="0">
                    <a:pos x="1027" y="620"/>
                  </a:cxn>
                  <a:cxn ang="0">
                    <a:pos x="1050" y="625"/>
                  </a:cxn>
                  <a:cxn ang="0">
                    <a:pos x="1073" y="623"/>
                  </a:cxn>
                  <a:cxn ang="0">
                    <a:pos x="1096" y="617"/>
                  </a:cxn>
                  <a:cxn ang="0">
                    <a:pos x="1118" y="610"/>
                  </a:cxn>
                  <a:cxn ang="0">
                    <a:pos x="1141" y="603"/>
                  </a:cxn>
                  <a:cxn ang="0">
                    <a:pos x="1164" y="598"/>
                  </a:cxn>
                  <a:cxn ang="0">
                    <a:pos x="1187" y="596"/>
                  </a:cxn>
                  <a:cxn ang="0">
                    <a:pos x="1210" y="596"/>
                  </a:cxn>
                  <a:cxn ang="0">
                    <a:pos x="1233" y="599"/>
                  </a:cxn>
                  <a:cxn ang="0">
                    <a:pos x="1255" y="604"/>
                  </a:cxn>
                  <a:cxn ang="0">
                    <a:pos x="1278" y="610"/>
                  </a:cxn>
                  <a:cxn ang="0">
                    <a:pos x="1301" y="615"/>
                  </a:cxn>
                  <a:cxn ang="0">
                    <a:pos x="1324" y="620"/>
                  </a:cxn>
                  <a:cxn ang="0">
                    <a:pos x="1347" y="623"/>
                  </a:cxn>
                  <a:cxn ang="0">
                    <a:pos x="1370" y="625"/>
                  </a:cxn>
                  <a:cxn ang="0">
                    <a:pos x="1393" y="625"/>
                  </a:cxn>
                  <a:cxn ang="0">
                    <a:pos x="1416" y="623"/>
                  </a:cxn>
                  <a:cxn ang="0">
                    <a:pos x="1439" y="621"/>
                  </a:cxn>
                </a:cxnLst>
                <a:pathLst>
                  <a:path w="4360" h="3747">
                    <a:moveTo>
                      <a:pt x="0" y="3715"/>
                    </a:moveTo>
                    <a:lnTo>
                      <a:pt x="6" y="3716"/>
                    </a:lnTo>
                    <a:lnTo>
                      <a:pt x="12" y="3717"/>
                    </a:lnTo>
                    <a:lnTo>
                      <a:pt x="19" y="3718"/>
                    </a:lnTo>
                    <a:lnTo>
                      <a:pt x="25" y="3721"/>
                    </a:lnTo>
                    <a:lnTo>
                      <a:pt x="31" y="3722"/>
                    </a:lnTo>
                    <a:lnTo>
                      <a:pt x="37" y="3723"/>
                    </a:lnTo>
                    <a:lnTo>
                      <a:pt x="43" y="3724"/>
                    </a:lnTo>
                    <a:lnTo>
                      <a:pt x="49" y="3725"/>
                    </a:lnTo>
                    <a:lnTo>
                      <a:pt x="56" y="3726"/>
                    </a:lnTo>
                    <a:lnTo>
                      <a:pt x="62" y="3728"/>
                    </a:lnTo>
                    <a:lnTo>
                      <a:pt x="68" y="3729"/>
                    </a:lnTo>
                    <a:lnTo>
                      <a:pt x="74" y="3731"/>
                    </a:lnTo>
                    <a:lnTo>
                      <a:pt x="80" y="3732"/>
                    </a:lnTo>
                    <a:lnTo>
                      <a:pt x="86" y="3733"/>
                    </a:lnTo>
                    <a:lnTo>
                      <a:pt x="93" y="3734"/>
                    </a:lnTo>
                    <a:lnTo>
                      <a:pt x="100" y="3736"/>
                    </a:lnTo>
                    <a:lnTo>
                      <a:pt x="106" y="3737"/>
                    </a:lnTo>
                    <a:lnTo>
                      <a:pt x="112" y="3737"/>
                    </a:lnTo>
                    <a:lnTo>
                      <a:pt x="118" y="3738"/>
                    </a:lnTo>
                    <a:lnTo>
                      <a:pt x="124" y="3739"/>
                    </a:lnTo>
                    <a:lnTo>
                      <a:pt x="130" y="3740"/>
                    </a:lnTo>
                    <a:lnTo>
                      <a:pt x="137" y="3741"/>
                    </a:lnTo>
                    <a:lnTo>
                      <a:pt x="143" y="3741"/>
                    </a:lnTo>
                    <a:lnTo>
                      <a:pt x="149" y="3742"/>
                    </a:lnTo>
                    <a:lnTo>
                      <a:pt x="155" y="3744"/>
                    </a:lnTo>
                    <a:lnTo>
                      <a:pt x="161" y="3744"/>
                    </a:lnTo>
                    <a:lnTo>
                      <a:pt x="167" y="3745"/>
                    </a:lnTo>
                    <a:lnTo>
                      <a:pt x="175" y="3745"/>
                    </a:lnTo>
                    <a:lnTo>
                      <a:pt x="181" y="3746"/>
                    </a:lnTo>
                    <a:lnTo>
                      <a:pt x="187" y="3746"/>
                    </a:lnTo>
                    <a:lnTo>
                      <a:pt x="193" y="3746"/>
                    </a:lnTo>
                    <a:lnTo>
                      <a:pt x="199" y="3747"/>
                    </a:lnTo>
                    <a:lnTo>
                      <a:pt x="205" y="3747"/>
                    </a:lnTo>
                    <a:lnTo>
                      <a:pt x="212" y="3747"/>
                    </a:lnTo>
                    <a:lnTo>
                      <a:pt x="218" y="3747"/>
                    </a:lnTo>
                    <a:lnTo>
                      <a:pt x="224" y="3747"/>
                    </a:lnTo>
                    <a:lnTo>
                      <a:pt x="230" y="3747"/>
                    </a:lnTo>
                    <a:lnTo>
                      <a:pt x="236" y="3747"/>
                    </a:lnTo>
                    <a:lnTo>
                      <a:pt x="242" y="3747"/>
                    </a:lnTo>
                    <a:lnTo>
                      <a:pt x="250" y="3746"/>
                    </a:lnTo>
                    <a:lnTo>
                      <a:pt x="256" y="3746"/>
                    </a:lnTo>
                    <a:lnTo>
                      <a:pt x="262" y="3745"/>
                    </a:lnTo>
                    <a:lnTo>
                      <a:pt x="268" y="3745"/>
                    </a:lnTo>
                    <a:lnTo>
                      <a:pt x="274" y="3744"/>
                    </a:lnTo>
                    <a:lnTo>
                      <a:pt x="280" y="3744"/>
                    </a:lnTo>
                    <a:lnTo>
                      <a:pt x="287" y="3742"/>
                    </a:lnTo>
                    <a:lnTo>
                      <a:pt x="293" y="3741"/>
                    </a:lnTo>
                    <a:lnTo>
                      <a:pt x="299" y="3740"/>
                    </a:lnTo>
                    <a:lnTo>
                      <a:pt x="305" y="3739"/>
                    </a:lnTo>
                    <a:lnTo>
                      <a:pt x="311" y="3738"/>
                    </a:lnTo>
                    <a:lnTo>
                      <a:pt x="317" y="3737"/>
                    </a:lnTo>
                    <a:lnTo>
                      <a:pt x="324" y="3736"/>
                    </a:lnTo>
                    <a:lnTo>
                      <a:pt x="331" y="3734"/>
                    </a:lnTo>
                    <a:lnTo>
                      <a:pt x="337" y="3733"/>
                    </a:lnTo>
                    <a:lnTo>
                      <a:pt x="343" y="3731"/>
                    </a:lnTo>
                    <a:lnTo>
                      <a:pt x="349" y="3730"/>
                    </a:lnTo>
                    <a:lnTo>
                      <a:pt x="355" y="3728"/>
                    </a:lnTo>
                    <a:lnTo>
                      <a:pt x="362" y="3726"/>
                    </a:lnTo>
                    <a:lnTo>
                      <a:pt x="368" y="3724"/>
                    </a:lnTo>
                    <a:lnTo>
                      <a:pt x="374" y="3722"/>
                    </a:lnTo>
                    <a:lnTo>
                      <a:pt x="380" y="3719"/>
                    </a:lnTo>
                    <a:lnTo>
                      <a:pt x="386" y="3718"/>
                    </a:lnTo>
                    <a:lnTo>
                      <a:pt x="392" y="3716"/>
                    </a:lnTo>
                    <a:lnTo>
                      <a:pt x="399" y="3714"/>
                    </a:lnTo>
                    <a:lnTo>
                      <a:pt x="405" y="3711"/>
                    </a:lnTo>
                    <a:lnTo>
                      <a:pt x="411" y="3708"/>
                    </a:lnTo>
                    <a:lnTo>
                      <a:pt x="417" y="3706"/>
                    </a:lnTo>
                    <a:lnTo>
                      <a:pt x="424" y="3703"/>
                    </a:lnTo>
                    <a:lnTo>
                      <a:pt x="430" y="3701"/>
                    </a:lnTo>
                    <a:lnTo>
                      <a:pt x="437" y="3698"/>
                    </a:lnTo>
                    <a:lnTo>
                      <a:pt x="443" y="3695"/>
                    </a:lnTo>
                    <a:lnTo>
                      <a:pt x="449" y="3693"/>
                    </a:lnTo>
                    <a:lnTo>
                      <a:pt x="455" y="3690"/>
                    </a:lnTo>
                    <a:lnTo>
                      <a:pt x="461" y="3687"/>
                    </a:lnTo>
                    <a:lnTo>
                      <a:pt x="467" y="3684"/>
                    </a:lnTo>
                    <a:lnTo>
                      <a:pt x="474" y="3681"/>
                    </a:lnTo>
                    <a:lnTo>
                      <a:pt x="480" y="3678"/>
                    </a:lnTo>
                    <a:lnTo>
                      <a:pt x="486" y="3675"/>
                    </a:lnTo>
                    <a:lnTo>
                      <a:pt x="492" y="3672"/>
                    </a:lnTo>
                    <a:lnTo>
                      <a:pt x="498" y="3669"/>
                    </a:lnTo>
                    <a:lnTo>
                      <a:pt x="504" y="3665"/>
                    </a:lnTo>
                    <a:lnTo>
                      <a:pt x="512" y="3663"/>
                    </a:lnTo>
                    <a:lnTo>
                      <a:pt x="518" y="3660"/>
                    </a:lnTo>
                    <a:lnTo>
                      <a:pt x="524" y="3656"/>
                    </a:lnTo>
                    <a:lnTo>
                      <a:pt x="530" y="3653"/>
                    </a:lnTo>
                    <a:lnTo>
                      <a:pt x="536" y="3650"/>
                    </a:lnTo>
                    <a:lnTo>
                      <a:pt x="542" y="3647"/>
                    </a:lnTo>
                    <a:lnTo>
                      <a:pt x="548" y="3643"/>
                    </a:lnTo>
                    <a:lnTo>
                      <a:pt x="555" y="3640"/>
                    </a:lnTo>
                    <a:lnTo>
                      <a:pt x="561" y="3638"/>
                    </a:lnTo>
                    <a:lnTo>
                      <a:pt x="567" y="3634"/>
                    </a:lnTo>
                    <a:lnTo>
                      <a:pt x="573" y="3631"/>
                    </a:lnTo>
                    <a:lnTo>
                      <a:pt x="579" y="3629"/>
                    </a:lnTo>
                    <a:lnTo>
                      <a:pt x="585" y="3625"/>
                    </a:lnTo>
                    <a:lnTo>
                      <a:pt x="593" y="3622"/>
                    </a:lnTo>
                    <a:lnTo>
                      <a:pt x="599" y="3619"/>
                    </a:lnTo>
                    <a:lnTo>
                      <a:pt x="605" y="3616"/>
                    </a:lnTo>
                    <a:lnTo>
                      <a:pt x="611" y="3614"/>
                    </a:lnTo>
                    <a:lnTo>
                      <a:pt x="617" y="3610"/>
                    </a:lnTo>
                    <a:lnTo>
                      <a:pt x="623" y="3608"/>
                    </a:lnTo>
                    <a:lnTo>
                      <a:pt x="630" y="3605"/>
                    </a:lnTo>
                    <a:lnTo>
                      <a:pt x="636" y="3603"/>
                    </a:lnTo>
                    <a:lnTo>
                      <a:pt x="642" y="3600"/>
                    </a:lnTo>
                    <a:lnTo>
                      <a:pt x="648" y="3597"/>
                    </a:lnTo>
                    <a:lnTo>
                      <a:pt x="654" y="3595"/>
                    </a:lnTo>
                    <a:lnTo>
                      <a:pt x="660" y="3593"/>
                    </a:lnTo>
                    <a:lnTo>
                      <a:pt x="668" y="3591"/>
                    </a:lnTo>
                    <a:lnTo>
                      <a:pt x="674" y="3588"/>
                    </a:lnTo>
                    <a:lnTo>
                      <a:pt x="680" y="3587"/>
                    </a:lnTo>
                    <a:lnTo>
                      <a:pt x="686" y="3585"/>
                    </a:lnTo>
                    <a:lnTo>
                      <a:pt x="692" y="3582"/>
                    </a:lnTo>
                    <a:lnTo>
                      <a:pt x="698" y="3581"/>
                    </a:lnTo>
                    <a:lnTo>
                      <a:pt x="705" y="3580"/>
                    </a:lnTo>
                    <a:lnTo>
                      <a:pt x="711" y="3578"/>
                    </a:lnTo>
                    <a:lnTo>
                      <a:pt x="717" y="3577"/>
                    </a:lnTo>
                    <a:lnTo>
                      <a:pt x="723" y="3576"/>
                    </a:lnTo>
                    <a:lnTo>
                      <a:pt x="729" y="3574"/>
                    </a:lnTo>
                    <a:lnTo>
                      <a:pt x="735" y="3573"/>
                    </a:lnTo>
                    <a:lnTo>
                      <a:pt x="742" y="3572"/>
                    </a:lnTo>
                    <a:lnTo>
                      <a:pt x="748" y="3572"/>
                    </a:lnTo>
                    <a:lnTo>
                      <a:pt x="754" y="3571"/>
                    </a:lnTo>
                    <a:lnTo>
                      <a:pt x="761" y="3571"/>
                    </a:lnTo>
                    <a:lnTo>
                      <a:pt x="767" y="3571"/>
                    </a:lnTo>
                    <a:lnTo>
                      <a:pt x="773" y="3570"/>
                    </a:lnTo>
                    <a:lnTo>
                      <a:pt x="780" y="3570"/>
                    </a:lnTo>
                    <a:lnTo>
                      <a:pt x="786" y="3570"/>
                    </a:lnTo>
                    <a:lnTo>
                      <a:pt x="792" y="3571"/>
                    </a:lnTo>
                    <a:lnTo>
                      <a:pt x="798" y="3571"/>
                    </a:lnTo>
                    <a:lnTo>
                      <a:pt x="804" y="3571"/>
                    </a:lnTo>
                    <a:lnTo>
                      <a:pt x="810" y="3572"/>
                    </a:lnTo>
                    <a:lnTo>
                      <a:pt x="817" y="3573"/>
                    </a:lnTo>
                    <a:lnTo>
                      <a:pt x="823" y="3574"/>
                    </a:lnTo>
                    <a:lnTo>
                      <a:pt x="829" y="3576"/>
                    </a:lnTo>
                    <a:lnTo>
                      <a:pt x="835" y="3577"/>
                    </a:lnTo>
                    <a:lnTo>
                      <a:pt x="841" y="3578"/>
                    </a:lnTo>
                    <a:lnTo>
                      <a:pt x="848" y="3579"/>
                    </a:lnTo>
                    <a:lnTo>
                      <a:pt x="855" y="3581"/>
                    </a:lnTo>
                    <a:lnTo>
                      <a:pt x="861" y="3582"/>
                    </a:lnTo>
                    <a:lnTo>
                      <a:pt x="867" y="3585"/>
                    </a:lnTo>
                    <a:lnTo>
                      <a:pt x="873" y="3587"/>
                    </a:lnTo>
                    <a:lnTo>
                      <a:pt x="879" y="3589"/>
                    </a:lnTo>
                    <a:lnTo>
                      <a:pt x="885" y="3592"/>
                    </a:lnTo>
                    <a:lnTo>
                      <a:pt x="892" y="3594"/>
                    </a:lnTo>
                    <a:lnTo>
                      <a:pt x="898" y="3596"/>
                    </a:lnTo>
                    <a:lnTo>
                      <a:pt x="904" y="3600"/>
                    </a:lnTo>
                    <a:lnTo>
                      <a:pt x="910" y="3602"/>
                    </a:lnTo>
                    <a:lnTo>
                      <a:pt x="916" y="3605"/>
                    </a:lnTo>
                    <a:lnTo>
                      <a:pt x="922" y="3608"/>
                    </a:lnTo>
                    <a:lnTo>
                      <a:pt x="930" y="3611"/>
                    </a:lnTo>
                    <a:lnTo>
                      <a:pt x="936" y="3615"/>
                    </a:lnTo>
                    <a:lnTo>
                      <a:pt x="942" y="3618"/>
                    </a:lnTo>
                    <a:lnTo>
                      <a:pt x="948" y="3622"/>
                    </a:lnTo>
                    <a:lnTo>
                      <a:pt x="954" y="3625"/>
                    </a:lnTo>
                    <a:lnTo>
                      <a:pt x="960" y="3629"/>
                    </a:lnTo>
                    <a:lnTo>
                      <a:pt x="967" y="3632"/>
                    </a:lnTo>
                    <a:lnTo>
                      <a:pt x="973" y="3637"/>
                    </a:lnTo>
                    <a:lnTo>
                      <a:pt x="979" y="3640"/>
                    </a:lnTo>
                    <a:lnTo>
                      <a:pt x="985" y="3643"/>
                    </a:lnTo>
                    <a:lnTo>
                      <a:pt x="991" y="3648"/>
                    </a:lnTo>
                    <a:lnTo>
                      <a:pt x="997" y="3652"/>
                    </a:lnTo>
                    <a:lnTo>
                      <a:pt x="1005" y="3656"/>
                    </a:lnTo>
                    <a:lnTo>
                      <a:pt x="1011" y="3660"/>
                    </a:lnTo>
                    <a:lnTo>
                      <a:pt x="1017" y="3664"/>
                    </a:lnTo>
                    <a:lnTo>
                      <a:pt x="1023" y="3668"/>
                    </a:lnTo>
                    <a:lnTo>
                      <a:pt x="1029" y="3672"/>
                    </a:lnTo>
                    <a:lnTo>
                      <a:pt x="1035" y="3677"/>
                    </a:lnTo>
                    <a:lnTo>
                      <a:pt x="1041" y="3680"/>
                    </a:lnTo>
                    <a:lnTo>
                      <a:pt x="1048" y="3685"/>
                    </a:lnTo>
                    <a:lnTo>
                      <a:pt x="1054" y="3688"/>
                    </a:lnTo>
                    <a:lnTo>
                      <a:pt x="1060" y="3693"/>
                    </a:lnTo>
                    <a:lnTo>
                      <a:pt x="1066" y="3696"/>
                    </a:lnTo>
                    <a:lnTo>
                      <a:pt x="1072" y="3700"/>
                    </a:lnTo>
                    <a:lnTo>
                      <a:pt x="1078" y="3704"/>
                    </a:lnTo>
                    <a:lnTo>
                      <a:pt x="1085" y="3708"/>
                    </a:lnTo>
                    <a:lnTo>
                      <a:pt x="1092" y="3711"/>
                    </a:lnTo>
                    <a:lnTo>
                      <a:pt x="1098" y="3715"/>
                    </a:lnTo>
                    <a:lnTo>
                      <a:pt x="1104" y="3718"/>
                    </a:lnTo>
                    <a:lnTo>
                      <a:pt x="1110" y="3722"/>
                    </a:lnTo>
                    <a:lnTo>
                      <a:pt x="1116" y="3724"/>
                    </a:lnTo>
                    <a:lnTo>
                      <a:pt x="1123" y="3728"/>
                    </a:lnTo>
                    <a:lnTo>
                      <a:pt x="1129" y="3730"/>
                    </a:lnTo>
                    <a:lnTo>
                      <a:pt x="1135" y="3733"/>
                    </a:lnTo>
                    <a:lnTo>
                      <a:pt x="1141" y="3736"/>
                    </a:lnTo>
                    <a:lnTo>
                      <a:pt x="1147" y="3738"/>
                    </a:lnTo>
                    <a:lnTo>
                      <a:pt x="1153" y="3739"/>
                    </a:lnTo>
                    <a:lnTo>
                      <a:pt x="1160" y="3741"/>
                    </a:lnTo>
                    <a:lnTo>
                      <a:pt x="1166" y="3742"/>
                    </a:lnTo>
                    <a:lnTo>
                      <a:pt x="1172" y="3745"/>
                    </a:lnTo>
                    <a:lnTo>
                      <a:pt x="1178" y="3746"/>
                    </a:lnTo>
                    <a:lnTo>
                      <a:pt x="1185" y="3746"/>
                    </a:lnTo>
                    <a:lnTo>
                      <a:pt x="1191" y="3747"/>
                    </a:lnTo>
                    <a:lnTo>
                      <a:pt x="1198" y="3747"/>
                    </a:lnTo>
                    <a:lnTo>
                      <a:pt x="1204" y="3747"/>
                    </a:lnTo>
                    <a:lnTo>
                      <a:pt x="1210" y="3747"/>
                    </a:lnTo>
                    <a:lnTo>
                      <a:pt x="1216" y="3746"/>
                    </a:lnTo>
                    <a:lnTo>
                      <a:pt x="1222" y="3745"/>
                    </a:lnTo>
                    <a:lnTo>
                      <a:pt x="1228" y="3744"/>
                    </a:lnTo>
                    <a:lnTo>
                      <a:pt x="1235" y="3742"/>
                    </a:lnTo>
                    <a:lnTo>
                      <a:pt x="1241" y="3740"/>
                    </a:lnTo>
                    <a:lnTo>
                      <a:pt x="1247" y="3738"/>
                    </a:lnTo>
                    <a:lnTo>
                      <a:pt x="1253" y="3734"/>
                    </a:lnTo>
                    <a:lnTo>
                      <a:pt x="1259" y="3731"/>
                    </a:lnTo>
                    <a:lnTo>
                      <a:pt x="1265" y="3728"/>
                    </a:lnTo>
                    <a:lnTo>
                      <a:pt x="1273" y="3724"/>
                    </a:lnTo>
                    <a:lnTo>
                      <a:pt x="1279" y="3719"/>
                    </a:lnTo>
                    <a:lnTo>
                      <a:pt x="1285" y="3715"/>
                    </a:lnTo>
                    <a:lnTo>
                      <a:pt x="1291" y="3709"/>
                    </a:lnTo>
                    <a:lnTo>
                      <a:pt x="1297" y="3703"/>
                    </a:lnTo>
                    <a:lnTo>
                      <a:pt x="1303" y="3696"/>
                    </a:lnTo>
                    <a:lnTo>
                      <a:pt x="1310" y="3690"/>
                    </a:lnTo>
                    <a:lnTo>
                      <a:pt x="1316" y="3683"/>
                    </a:lnTo>
                    <a:lnTo>
                      <a:pt x="1322" y="3675"/>
                    </a:lnTo>
                    <a:lnTo>
                      <a:pt x="1328" y="3666"/>
                    </a:lnTo>
                    <a:lnTo>
                      <a:pt x="1334" y="3657"/>
                    </a:lnTo>
                    <a:lnTo>
                      <a:pt x="1340" y="3648"/>
                    </a:lnTo>
                    <a:lnTo>
                      <a:pt x="1348" y="3639"/>
                    </a:lnTo>
                    <a:lnTo>
                      <a:pt x="1354" y="3629"/>
                    </a:lnTo>
                    <a:lnTo>
                      <a:pt x="1360" y="3617"/>
                    </a:lnTo>
                    <a:lnTo>
                      <a:pt x="1366" y="3605"/>
                    </a:lnTo>
                    <a:lnTo>
                      <a:pt x="1372" y="3594"/>
                    </a:lnTo>
                    <a:lnTo>
                      <a:pt x="1378" y="3581"/>
                    </a:lnTo>
                    <a:lnTo>
                      <a:pt x="1385" y="3567"/>
                    </a:lnTo>
                    <a:lnTo>
                      <a:pt x="1391" y="3554"/>
                    </a:lnTo>
                    <a:lnTo>
                      <a:pt x="1397" y="3540"/>
                    </a:lnTo>
                    <a:lnTo>
                      <a:pt x="1403" y="3525"/>
                    </a:lnTo>
                    <a:lnTo>
                      <a:pt x="1409" y="3509"/>
                    </a:lnTo>
                    <a:lnTo>
                      <a:pt x="1415" y="3493"/>
                    </a:lnTo>
                    <a:lnTo>
                      <a:pt x="1423" y="3477"/>
                    </a:lnTo>
                    <a:lnTo>
                      <a:pt x="1429" y="3459"/>
                    </a:lnTo>
                    <a:lnTo>
                      <a:pt x="1435" y="3441"/>
                    </a:lnTo>
                    <a:lnTo>
                      <a:pt x="1441" y="3422"/>
                    </a:lnTo>
                    <a:lnTo>
                      <a:pt x="1447" y="3404"/>
                    </a:lnTo>
                    <a:lnTo>
                      <a:pt x="1453" y="3383"/>
                    </a:lnTo>
                    <a:lnTo>
                      <a:pt x="1460" y="3364"/>
                    </a:lnTo>
                    <a:lnTo>
                      <a:pt x="1466" y="3343"/>
                    </a:lnTo>
                    <a:lnTo>
                      <a:pt x="1472" y="3321"/>
                    </a:lnTo>
                    <a:lnTo>
                      <a:pt x="1478" y="3299"/>
                    </a:lnTo>
                    <a:lnTo>
                      <a:pt x="1484" y="3276"/>
                    </a:lnTo>
                    <a:lnTo>
                      <a:pt x="1490" y="3253"/>
                    </a:lnTo>
                    <a:lnTo>
                      <a:pt x="1496" y="3229"/>
                    </a:lnTo>
                    <a:lnTo>
                      <a:pt x="1503" y="3205"/>
                    </a:lnTo>
                    <a:lnTo>
                      <a:pt x="1509" y="3180"/>
                    </a:lnTo>
                    <a:lnTo>
                      <a:pt x="1516" y="3153"/>
                    </a:lnTo>
                    <a:lnTo>
                      <a:pt x="1522" y="3128"/>
                    </a:lnTo>
                    <a:lnTo>
                      <a:pt x="1528" y="3100"/>
                    </a:lnTo>
                    <a:lnTo>
                      <a:pt x="1534" y="3072"/>
                    </a:lnTo>
                    <a:lnTo>
                      <a:pt x="1541" y="3045"/>
                    </a:lnTo>
                    <a:lnTo>
                      <a:pt x="1547" y="3016"/>
                    </a:lnTo>
                    <a:lnTo>
                      <a:pt x="1553" y="2987"/>
                    </a:lnTo>
                    <a:lnTo>
                      <a:pt x="1559" y="2957"/>
                    </a:lnTo>
                    <a:lnTo>
                      <a:pt x="1565" y="2927"/>
                    </a:lnTo>
                    <a:lnTo>
                      <a:pt x="1571" y="2896"/>
                    </a:lnTo>
                    <a:lnTo>
                      <a:pt x="1578" y="2865"/>
                    </a:lnTo>
                    <a:lnTo>
                      <a:pt x="1584" y="2833"/>
                    </a:lnTo>
                    <a:lnTo>
                      <a:pt x="1590" y="2801"/>
                    </a:lnTo>
                    <a:lnTo>
                      <a:pt x="1596" y="2769"/>
                    </a:lnTo>
                    <a:lnTo>
                      <a:pt x="1602" y="2735"/>
                    </a:lnTo>
                    <a:lnTo>
                      <a:pt x="1609" y="2702"/>
                    </a:lnTo>
                    <a:lnTo>
                      <a:pt x="1616" y="2667"/>
                    </a:lnTo>
                    <a:lnTo>
                      <a:pt x="1622" y="2633"/>
                    </a:lnTo>
                    <a:lnTo>
                      <a:pt x="1628" y="2598"/>
                    </a:lnTo>
                    <a:lnTo>
                      <a:pt x="1634" y="2562"/>
                    </a:lnTo>
                    <a:lnTo>
                      <a:pt x="1640" y="2527"/>
                    </a:lnTo>
                    <a:lnTo>
                      <a:pt x="1646" y="2490"/>
                    </a:lnTo>
                    <a:lnTo>
                      <a:pt x="1653" y="2453"/>
                    </a:lnTo>
                    <a:lnTo>
                      <a:pt x="1659" y="2416"/>
                    </a:lnTo>
                    <a:lnTo>
                      <a:pt x="1665" y="2379"/>
                    </a:lnTo>
                    <a:lnTo>
                      <a:pt x="1671" y="2341"/>
                    </a:lnTo>
                    <a:lnTo>
                      <a:pt x="1677" y="2303"/>
                    </a:lnTo>
                    <a:lnTo>
                      <a:pt x="1683" y="2265"/>
                    </a:lnTo>
                    <a:lnTo>
                      <a:pt x="1691" y="2226"/>
                    </a:lnTo>
                    <a:lnTo>
                      <a:pt x="1697" y="2188"/>
                    </a:lnTo>
                    <a:lnTo>
                      <a:pt x="1703" y="2149"/>
                    </a:lnTo>
                    <a:lnTo>
                      <a:pt x="1709" y="2110"/>
                    </a:lnTo>
                    <a:lnTo>
                      <a:pt x="1715" y="2070"/>
                    </a:lnTo>
                    <a:lnTo>
                      <a:pt x="1721" y="2031"/>
                    </a:lnTo>
                    <a:lnTo>
                      <a:pt x="1728" y="1990"/>
                    </a:lnTo>
                    <a:lnTo>
                      <a:pt x="1734" y="1950"/>
                    </a:lnTo>
                    <a:lnTo>
                      <a:pt x="1740" y="1911"/>
                    </a:lnTo>
                    <a:lnTo>
                      <a:pt x="1746" y="1871"/>
                    </a:lnTo>
                    <a:lnTo>
                      <a:pt x="1752" y="1830"/>
                    </a:lnTo>
                    <a:lnTo>
                      <a:pt x="1758" y="1790"/>
                    </a:lnTo>
                    <a:lnTo>
                      <a:pt x="1766" y="1749"/>
                    </a:lnTo>
                    <a:lnTo>
                      <a:pt x="1772" y="1708"/>
                    </a:lnTo>
                    <a:lnTo>
                      <a:pt x="1778" y="1668"/>
                    </a:lnTo>
                    <a:lnTo>
                      <a:pt x="1784" y="1628"/>
                    </a:lnTo>
                    <a:lnTo>
                      <a:pt x="1790" y="1587"/>
                    </a:lnTo>
                    <a:lnTo>
                      <a:pt x="1796" y="1547"/>
                    </a:lnTo>
                    <a:lnTo>
                      <a:pt x="1803" y="1507"/>
                    </a:lnTo>
                    <a:lnTo>
                      <a:pt x="1809" y="1467"/>
                    </a:lnTo>
                    <a:lnTo>
                      <a:pt x="1815" y="1426"/>
                    </a:lnTo>
                    <a:lnTo>
                      <a:pt x="1821" y="1386"/>
                    </a:lnTo>
                    <a:lnTo>
                      <a:pt x="1827" y="1347"/>
                    </a:lnTo>
                    <a:lnTo>
                      <a:pt x="1833" y="1307"/>
                    </a:lnTo>
                    <a:lnTo>
                      <a:pt x="1840" y="1267"/>
                    </a:lnTo>
                    <a:lnTo>
                      <a:pt x="1847" y="1228"/>
                    </a:lnTo>
                    <a:lnTo>
                      <a:pt x="1853" y="1189"/>
                    </a:lnTo>
                    <a:lnTo>
                      <a:pt x="1859" y="1151"/>
                    </a:lnTo>
                    <a:lnTo>
                      <a:pt x="1865" y="1113"/>
                    </a:lnTo>
                    <a:lnTo>
                      <a:pt x="1871" y="1075"/>
                    </a:lnTo>
                    <a:lnTo>
                      <a:pt x="1878" y="1037"/>
                    </a:lnTo>
                    <a:lnTo>
                      <a:pt x="1884" y="1000"/>
                    </a:lnTo>
                    <a:lnTo>
                      <a:pt x="1890" y="962"/>
                    </a:lnTo>
                    <a:lnTo>
                      <a:pt x="1896" y="927"/>
                    </a:lnTo>
                    <a:lnTo>
                      <a:pt x="1902" y="890"/>
                    </a:lnTo>
                    <a:lnTo>
                      <a:pt x="1908" y="855"/>
                    </a:lnTo>
                    <a:lnTo>
                      <a:pt x="1915" y="820"/>
                    </a:lnTo>
                    <a:lnTo>
                      <a:pt x="1921" y="785"/>
                    </a:lnTo>
                    <a:lnTo>
                      <a:pt x="1927" y="751"/>
                    </a:lnTo>
                    <a:lnTo>
                      <a:pt x="1933" y="717"/>
                    </a:lnTo>
                    <a:lnTo>
                      <a:pt x="1940" y="684"/>
                    </a:lnTo>
                    <a:lnTo>
                      <a:pt x="1946" y="651"/>
                    </a:lnTo>
                    <a:lnTo>
                      <a:pt x="1952" y="619"/>
                    </a:lnTo>
                    <a:lnTo>
                      <a:pt x="1959" y="588"/>
                    </a:lnTo>
                    <a:lnTo>
                      <a:pt x="1965" y="558"/>
                    </a:lnTo>
                    <a:lnTo>
                      <a:pt x="1971" y="528"/>
                    </a:lnTo>
                    <a:lnTo>
                      <a:pt x="1977" y="498"/>
                    </a:lnTo>
                    <a:lnTo>
                      <a:pt x="1983" y="470"/>
                    </a:lnTo>
                    <a:lnTo>
                      <a:pt x="1989" y="442"/>
                    </a:lnTo>
                    <a:lnTo>
                      <a:pt x="1996" y="414"/>
                    </a:lnTo>
                    <a:lnTo>
                      <a:pt x="2002" y="388"/>
                    </a:lnTo>
                    <a:lnTo>
                      <a:pt x="2008" y="363"/>
                    </a:lnTo>
                    <a:lnTo>
                      <a:pt x="2014" y="337"/>
                    </a:lnTo>
                    <a:lnTo>
                      <a:pt x="2020" y="313"/>
                    </a:lnTo>
                    <a:lnTo>
                      <a:pt x="2026" y="290"/>
                    </a:lnTo>
                    <a:lnTo>
                      <a:pt x="2034" y="268"/>
                    </a:lnTo>
                    <a:lnTo>
                      <a:pt x="2040" y="246"/>
                    </a:lnTo>
                    <a:lnTo>
                      <a:pt x="2046" y="226"/>
                    </a:lnTo>
                    <a:lnTo>
                      <a:pt x="2052" y="205"/>
                    </a:lnTo>
                    <a:lnTo>
                      <a:pt x="2058" y="185"/>
                    </a:lnTo>
                    <a:lnTo>
                      <a:pt x="2064" y="168"/>
                    </a:lnTo>
                    <a:lnTo>
                      <a:pt x="2071" y="151"/>
                    </a:lnTo>
                    <a:lnTo>
                      <a:pt x="2077" y="133"/>
                    </a:lnTo>
                    <a:lnTo>
                      <a:pt x="2083" y="118"/>
                    </a:lnTo>
                    <a:lnTo>
                      <a:pt x="2089" y="104"/>
                    </a:lnTo>
                    <a:lnTo>
                      <a:pt x="2095" y="90"/>
                    </a:lnTo>
                    <a:lnTo>
                      <a:pt x="2101" y="77"/>
                    </a:lnTo>
                    <a:lnTo>
                      <a:pt x="2109" y="66"/>
                    </a:lnTo>
                    <a:lnTo>
                      <a:pt x="2115" y="54"/>
                    </a:lnTo>
                    <a:lnTo>
                      <a:pt x="2121" y="45"/>
                    </a:lnTo>
                    <a:lnTo>
                      <a:pt x="2127" y="36"/>
                    </a:lnTo>
                    <a:lnTo>
                      <a:pt x="2133" y="28"/>
                    </a:lnTo>
                    <a:lnTo>
                      <a:pt x="2139" y="21"/>
                    </a:lnTo>
                    <a:lnTo>
                      <a:pt x="2146" y="15"/>
                    </a:lnTo>
                    <a:lnTo>
                      <a:pt x="2152" y="10"/>
                    </a:lnTo>
                    <a:lnTo>
                      <a:pt x="2158" y="6"/>
                    </a:lnTo>
                    <a:lnTo>
                      <a:pt x="2164" y="2"/>
                    </a:lnTo>
                    <a:lnTo>
                      <a:pt x="2170" y="1"/>
                    </a:lnTo>
                    <a:lnTo>
                      <a:pt x="2176" y="0"/>
                    </a:lnTo>
                    <a:lnTo>
                      <a:pt x="2184" y="0"/>
                    </a:lnTo>
                    <a:lnTo>
                      <a:pt x="2190" y="1"/>
                    </a:lnTo>
                    <a:lnTo>
                      <a:pt x="2196" y="2"/>
                    </a:lnTo>
                    <a:lnTo>
                      <a:pt x="2202" y="6"/>
                    </a:lnTo>
                    <a:lnTo>
                      <a:pt x="2208" y="10"/>
                    </a:lnTo>
                    <a:lnTo>
                      <a:pt x="2214" y="15"/>
                    </a:lnTo>
                    <a:lnTo>
                      <a:pt x="2221" y="21"/>
                    </a:lnTo>
                    <a:lnTo>
                      <a:pt x="2227" y="28"/>
                    </a:lnTo>
                    <a:lnTo>
                      <a:pt x="2233" y="36"/>
                    </a:lnTo>
                    <a:lnTo>
                      <a:pt x="2239" y="45"/>
                    </a:lnTo>
                    <a:lnTo>
                      <a:pt x="2245" y="54"/>
                    </a:lnTo>
                    <a:lnTo>
                      <a:pt x="2251" y="66"/>
                    </a:lnTo>
                    <a:lnTo>
                      <a:pt x="2258" y="77"/>
                    </a:lnTo>
                    <a:lnTo>
                      <a:pt x="2264" y="90"/>
                    </a:lnTo>
                    <a:lnTo>
                      <a:pt x="2270" y="104"/>
                    </a:lnTo>
                    <a:lnTo>
                      <a:pt x="2277" y="118"/>
                    </a:lnTo>
                    <a:lnTo>
                      <a:pt x="2283" y="133"/>
                    </a:lnTo>
                    <a:lnTo>
                      <a:pt x="2289" y="151"/>
                    </a:lnTo>
                    <a:lnTo>
                      <a:pt x="2296" y="168"/>
                    </a:lnTo>
                    <a:lnTo>
                      <a:pt x="2302" y="185"/>
                    </a:lnTo>
                    <a:lnTo>
                      <a:pt x="2308" y="205"/>
                    </a:lnTo>
                    <a:lnTo>
                      <a:pt x="2314" y="226"/>
                    </a:lnTo>
                    <a:lnTo>
                      <a:pt x="2320" y="246"/>
                    </a:lnTo>
                    <a:lnTo>
                      <a:pt x="2326" y="268"/>
                    </a:lnTo>
                    <a:lnTo>
                      <a:pt x="2333" y="290"/>
                    </a:lnTo>
                    <a:lnTo>
                      <a:pt x="2339" y="313"/>
                    </a:lnTo>
                    <a:lnTo>
                      <a:pt x="2345" y="337"/>
                    </a:lnTo>
                    <a:lnTo>
                      <a:pt x="2351" y="363"/>
                    </a:lnTo>
                    <a:lnTo>
                      <a:pt x="2357" y="388"/>
                    </a:lnTo>
                    <a:lnTo>
                      <a:pt x="2364" y="414"/>
                    </a:lnTo>
                    <a:lnTo>
                      <a:pt x="2371" y="442"/>
                    </a:lnTo>
                    <a:lnTo>
                      <a:pt x="2377" y="470"/>
                    </a:lnTo>
                    <a:lnTo>
                      <a:pt x="2383" y="498"/>
                    </a:lnTo>
                    <a:lnTo>
                      <a:pt x="2389" y="528"/>
                    </a:lnTo>
                    <a:lnTo>
                      <a:pt x="2395" y="558"/>
                    </a:lnTo>
                    <a:lnTo>
                      <a:pt x="2401" y="588"/>
                    </a:lnTo>
                    <a:lnTo>
                      <a:pt x="2408" y="619"/>
                    </a:lnTo>
                    <a:lnTo>
                      <a:pt x="2414" y="651"/>
                    </a:lnTo>
                    <a:lnTo>
                      <a:pt x="2420" y="684"/>
                    </a:lnTo>
                    <a:lnTo>
                      <a:pt x="2426" y="717"/>
                    </a:lnTo>
                    <a:lnTo>
                      <a:pt x="2432" y="751"/>
                    </a:lnTo>
                    <a:lnTo>
                      <a:pt x="2438" y="785"/>
                    </a:lnTo>
                    <a:lnTo>
                      <a:pt x="2444" y="820"/>
                    </a:lnTo>
                    <a:lnTo>
                      <a:pt x="2452" y="855"/>
                    </a:lnTo>
                    <a:lnTo>
                      <a:pt x="2458" y="890"/>
                    </a:lnTo>
                    <a:lnTo>
                      <a:pt x="2464" y="927"/>
                    </a:lnTo>
                    <a:lnTo>
                      <a:pt x="2470" y="962"/>
                    </a:lnTo>
                    <a:lnTo>
                      <a:pt x="2476" y="1000"/>
                    </a:lnTo>
                    <a:lnTo>
                      <a:pt x="2482" y="1037"/>
                    </a:lnTo>
                    <a:lnTo>
                      <a:pt x="2489" y="1075"/>
                    </a:lnTo>
                    <a:lnTo>
                      <a:pt x="2495" y="1113"/>
                    </a:lnTo>
                    <a:lnTo>
                      <a:pt x="2501" y="1151"/>
                    </a:lnTo>
                    <a:lnTo>
                      <a:pt x="2507" y="1189"/>
                    </a:lnTo>
                    <a:lnTo>
                      <a:pt x="2513" y="1228"/>
                    </a:lnTo>
                    <a:lnTo>
                      <a:pt x="2519" y="1267"/>
                    </a:lnTo>
                    <a:lnTo>
                      <a:pt x="2527" y="1307"/>
                    </a:lnTo>
                    <a:lnTo>
                      <a:pt x="2533" y="1347"/>
                    </a:lnTo>
                    <a:lnTo>
                      <a:pt x="2539" y="1386"/>
                    </a:lnTo>
                    <a:lnTo>
                      <a:pt x="2545" y="1426"/>
                    </a:lnTo>
                    <a:lnTo>
                      <a:pt x="2551" y="1467"/>
                    </a:lnTo>
                    <a:lnTo>
                      <a:pt x="2557" y="1507"/>
                    </a:lnTo>
                    <a:lnTo>
                      <a:pt x="2564" y="1547"/>
                    </a:lnTo>
                    <a:lnTo>
                      <a:pt x="2570" y="1587"/>
                    </a:lnTo>
                    <a:lnTo>
                      <a:pt x="2576" y="1628"/>
                    </a:lnTo>
                    <a:lnTo>
                      <a:pt x="2582" y="1668"/>
                    </a:lnTo>
                    <a:lnTo>
                      <a:pt x="2588" y="1708"/>
                    </a:lnTo>
                    <a:lnTo>
                      <a:pt x="2594" y="1749"/>
                    </a:lnTo>
                    <a:lnTo>
                      <a:pt x="2601" y="1790"/>
                    </a:lnTo>
                    <a:lnTo>
                      <a:pt x="2608" y="1830"/>
                    </a:lnTo>
                    <a:lnTo>
                      <a:pt x="2614" y="1871"/>
                    </a:lnTo>
                    <a:lnTo>
                      <a:pt x="2620" y="1911"/>
                    </a:lnTo>
                    <a:lnTo>
                      <a:pt x="2626" y="1950"/>
                    </a:lnTo>
                    <a:lnTo>
                      <a:pt x="2632" y="1990"/>
                    </a:lnTo>
                    <a:lnTo>
                      <a:pt x="2639" y="2031"/>
                    </a:lnTo>
                    <a:lnTo>
                      <a:pt x="2645" y="2070"/>
                    </a:lnTo>
                    <a:lnTo>
                      <a:pt x="2651" y="2110"/>
                    </a:lnTo>
                    <a:lnTo>
                      <a:pt x="2657" y="2149"/>
                    </a:lnTo>
                    <a:lnTo>
                      <a:pt x="2663" y="2188"/>
                    </a:lnTo>
                    <a:lnTo>
                      <a:pt x="2669" y="2226"/>
                    </a:lnTo>
                    <a:lnTo>
                      <a:pt x="2676" y="2265"/>
                    </a:lnTo>
                    <a:lnTo>
                      <a:pt x="2682" y="2303"/>
                    </a:lnTo>
                    <a:lnTo>
                      <a:pt x="2688" y="2341"/>
                    </a:lnTo>
                    <a:lnTo>
                      <a:pt x="2694" y="2379"/>
                    </a:lnTo>
                    <a:lnTo>
                      <a:pt x="2701" y="2416"/>
                    </a:lnTo>
                    <a:lnTo>
                      <a:pt x="2707" y="2453"/>
                    </a:lnTo>
                    <a:lnTo>
                      <a:pt x="2714" y="2490"/>
                    </a:lnTo>
                    <a:lnTo>
                      <a:pt x="2720" y="2527"/>
                    </a:lnTo>
                    <a:lnTo>
                      <a:pt x="2726" y="2562"/>
                    </a:lnTo>
                    <a:lnTo>
                      <a:pt x="2732" y="2598"/>
                    </a:lnTo>
                    <a:lnTo>
                      <a:pt x="2738" y="2633"/>
                    </a:lnTo>
                    <a:lnTo>
                      <a:pt x="2744" y="2667"/>
                    </a:lnTo>
                    <a:lnTo>
                      <a:pt x="2751" y="2702"/>
                    </a:lnTo>
                    <a:lnTo>
                      <a:pt x="2757" y="2735"/>
                    </a:lnTo>
                    <a:lnTo>
                      <a:pt x="2763" y="2769"/>
                    </a:lnTo>
                    <a:lnTo>
                      <a:pt x="2769" y="2801"/>
                    </a:lnTo>
                    <a:lnTo>
                      <a:pt x="2775" y="2833"/>
                    </a:lnTo>
                    <a:lnTo>
                      <a:pt x="2781" y="2865"/>
                    </a:lnTo>
                    <a:lnTo>
                      <a:pt x="2789" y="2896"/>
                    </a:lnTo>
                    <a:lnTo>
                      <a:pt x="2795" y="2927"/>
                    </a:lnTo>
                    <a:lnTo>
                      <a:pt x="2801" y="2957"/>
                    </a:lnTo>
                    <a:lnTo>
                      <a:pt x="2807" y="2987"/>
                    </a:lnTo>
                    <a:lnTo>
                      <a:pt x="2813" y="3016"/>
                    </a:lnTo>
                    <a:lnTo>
                      <a:pt x="2819" y="3045"/>
                    </a:lnTo>
                    <a:lnTo>
                      <a:pt x="2826" y="3072"/>
                    </a:lnTo>
                    <a:lnTo>
                      <a:pt x="2832" y="3100"/>
                    </a:lnTo>
                    <a:lnTo>
                      <a:pt x="2838" y="3128"/>
                    </a:lnTo>
                    <a:lnTo>
                      <a:pt x="2844" y="3153"/>
                    </a:lnTo>
                    <a:lnTo>
                      <a:pt x="2850" y="3180"/>
                    </a:lnTo>
                    <a:lnTo>
                      <a:pt x="2856" y="3205"/>
                    </a:lnTo>
                    <a:lnTo>
                      <a:pt x="2864" y="3229"/>
                    </a:lnTo>
                    <a:lnTo>
                      <a:pt x="2870" y="3253"/>
                    </a:lnTo>
                    <a:lnTo>
                      <a:pt x="2876" y="3276"/>
                    </a:lnTo>
                    <a:lnTo>
                      <a:pt x="2882" y="3299"/>
                    </a:lnTo>
                    <a:lnTo>
                      <a:pt x="2888" y="3321"/>
                    </a:lnTo>
                    <a:lnTo>
                      <a:pt x="2894" y="3343"/>
                    </a:lnTo>
                    <a:lnTo>
                      <a:pt x="2900" y="3364"/>
                    </a:lnTo>
                    <a:lnTo>
                      <a:pt x="2907" y="3383"/>
                    </a:lnTo>
                    <a:lnTo>
                      <a:pt x="2913" y="3404"/>
                    </a:lnTo>
                    <a:lnTo>
                      <a:pt x="2919" y="3422"/>
                    </a:lnTo>
                    <a:lnTo>
                      <a:pt x="2925" y="3441"/>
                    </a:lnTo>
                    <a:lnTo>
                      <a:pt x="2931" y="3459"/>
                    </a:lnTo>
                    <a:lnTo>
                      <a:pt x="2937" y="3477"/>
                    </a:lnTo>
                    <a:lnTo>
                      <a:pt x="2945" y="3493"/>
                    </a:lnTo>
                    <a:lnTo>
                      <a:pt x="2951" y="3509"/>
                    </a:lnTo>
                    <a:lnTo>
                      <a:pt x="2957" y="3525"/>
                    </a:lnTo>
                    <a:lnTo>
                      <a:pt x="2963" y="3540"/>
                    </a:lnTo>
                    <a:lnTo>
                      <a:pt x="2969" y="3554"/>
                    </a:lnTo>
                    <a:lnTo>
                      <a:pt x="2975" y="3567"/>
                    </a:lnTo>
                    <a:lnTo>
                      <a:pt x="2982" y="3581"/>
                    </a:lnTo>
                    <a:lnTo>
                      <a:pt x="2988" y="3594"/>
                    </a:lnTo>
                    <a:lnTo>
                      <a:pt x="2994" y="3605"/>
                    </a:lnTo>
                    <a:lnTo>
                      <a:pt x="3000" y="3617"/>
                    </a:lnTo>
                    <a:lnTo>
                      <a:pt x="3006" y="3629"/>
                    </a:lnTo>
                    <a:lnTo>
                      <a:pt x="3012" y="3639"/>
                    </a:lnTo>
                    <a:lnTo>
                      <a:pt x="3019" y="3648"/>
                    </a:lnTo>
                    <a:lnTo>
                      <a:pt x="3025" y="3657"/>
                    </a:lnTo>
                    <a:lnTo>
                      <a:pt x="3032" y="3666"/>
                    </a:lnTo>
                    <a:lnTo>
                      <a:pt x="3038" y="3675"/>
                    </a:lnTo>
                    <a:lnTo>
                      <a:pt x="3044" y="3683"/>
                    </a:lnTo>
                    <a:lnTo>
                      <a:pt x="3050" y="3690"/>
                    </a:lnTo>
                    <a:lnTo>
                      <a:pt x="3057" y="3696"/>
                    </a:lnTo>
                    <a:lnTo>
                      <a:pt x="3063" y="3703"/>
                    </a:lnTo>
                    <a:lnTo>
                      <a:pt x="3069" y="3709"/>
                    </a:lnTo>
                    <a:lnTo>
                      <a:pt x="3075" y="3715"/>
                    </a:lnTo>
                    <a:lnTo>
                      <a:pt x="3081" y="3719"/>
                    </a:lnTo>
                    <a:lnTo>
                      <a:pt x="3087" y="3724"/>
                    </a:lnTo>
                    <a:lnTo>
                      <a:pt x="3094" y="3728"/>
                    </a:lnTo>
                    <a:lnTo>
                      <a:pt x="3100" y="3731"/>
                    </a:lnTo>
                    <a:lnTo>
                      <a:pt x="3106" y="3734"/>
                    </a:lnTo>
                    <a:lnTo>
                      <a:pt x="3112" y="3738"/>
                    </a:lnTo>
                    <a:lnTo>
                      <a:pt x="3118" y="3740"/>
                    </a:lnTo>
                    <a:lnTo>
                      <a:pt x="3125" y="3742"/>
                    </a:lnTo>
                    <a:lnTo>
                      <a:pt x="3132" y="3744"/>
                    </a:lnTo>
                    <a:lnTo>
                      <a:pt x="3138" y="3745"/>
                    </a:lnTo>
                    <a:lnTo>
                      <a:pt x="3144" y="3746"/>
                    </a:lnTo>
                    <a:lnTo>
                      <a:pt x="3150" y="3747"/>
                    </a:lnTo>
                    <a:lnTo>
                      <a:pt x="3156" y="3747"/>
                    </a:lnTo>
                    <a:lnTo>
                      <a:pt x="3162" y="3747"/>
                    </a:lnTo>
                    <a:lnTo>
                      <a:pt x="3169" y="3747"/>
                    </a:lnTo>
                    <a:lnTo>
                      <a:pt x="3175" y="3746"/>
                    </a:lnTo>
                    <a:lnTo>
                      <a:pt x="3181" y="3746"/>
                    </a:lnTo>
                    <a:lnTo>
                      <a:pt x="3187" y="3745"/>
                    </a:lnTo>
                    <a:lnTo>
                      <a:pt x="3193" y="3742"/>
                    </a:lnTo>
                    <a:lnTo>
                      <a:pt x="3199" y="3741"/>
                    </a:lnTo>
                    <a:lnTo>
                      <a:pt x="3207" y="3739"/>
                    </a:lnTo>
                    <a:lnTo>
                      <a:pt x="3213" y="3738"/>
                    </a:lnTo>
                    <a:lnTo>
                      <a:pt x="3219" y="3736"/>
                    </a:lnTo>
                    <a:lnTo>
                      <a:pt x="3225" y="3733"/>
                    </a:lnTo>
                    <a:lnTo>
                      <a:pt x="3231" y="3730"/>
                    </a:lnTo>
                    <a:lnTo>
                      <a:pt x="3237" y="3728"/>
                    </a:lnTo>
                    <a:lnTo>
                      <a:pt x="3244" y="3724"/>
                    </a:lnTo>
                    <a:lnTo>
                      <a:pt x="3250" y="3722"/>
                    </a:lnTo>
                    <a:lnTo>
                      <a:pt x="3256" y="3718"/>
                    </a:lnTo>
                    <a:lnTo>
                      <a:pt x="3262" y="3715"/>
                    </a:lnTo>
                    <a:lnTo>
                      <a:pt x="3268" y="3711"/>
                    </a:lnTo>
                    <a:lnTo>
                      <a:pt x="3274" y="3708"/>
                    </a:lnTo>
                    <a:lnTo>
                      <a:pt x="3282" y="3704"/>
                    </a:lnTo>
                    <a:lnTo>
                      <a:pt x="3288" y="3700"/>
                    </a:lnTo>
                    <a:lnTo>
                      <a:pt x="3294" y="3696"/>
                    </a:lnTo>
                    <a:lnTo>
                      <a:pt x="3300" y="3693"/>
                    </a:lnTo>
                    <a:lnTo>
                      <a:pt x="3306" y="3688"/>
                    </a:lnTo>
                    <a:lnTo>
                      <a:pt x="3312" y="3685"/>
                    </a:lnTo>
                    <a:lnTo>
                      <a:pt x="3319" y="3680"/>
                    </a:lnTo>
                    <a:lnTo>
                      <a:pt x="3325" y="3677"/>
                    </a:lnTo>
                    <a:lnTo>
                      <a:pt x="3331" y="3672"/>
                    </a:lnTo>
                    <a:lnTo>
                      <a:pt x="3337" y="3668"/>
                    </a:lnTo>
                    <a:lnTo>
                      <a:pt x="3343" y="3664"/>
                    </a:lnTo>
                    <a:lnTo>
                      <a:pt x="3349" y="3660"/>
                    </a:lnTo>
                    <a:lnTo>
                      <a:pt x="3355" y="3656"/>
                    </a:lnTo>
                    <a:lnTo>
                      <a:pt x="3363" y="3652"/>
                    </a:lnTo>
                    <a:lnTo>
                      <a:pt x="3369" y="3648"/>
                    </a:lnTo>
                    <a:lnTo>
                      <a:pt x="3375" y="3643"/>
                    </a:lnTo>
                    <a:lnTo>
                      <a:pt x="3381" y="3640"/>
                    </a:lnTo>
                    <a:lnTo>
                      <a:pt x="3387" y="3637"/>
                    </a:lnTo>
                    <a:lnTo>
                      <a:pt x="3393" y="3632"/>
                    </a:lnTo>
                    <a:lnTo>
                      <a:pt x="3400" y="3629"/>
                    </a:lnTo>
                    <a:lnTo>
                      <a:pt x="3406" y="3625"/>
                    </a:lnTo>
                    <a:lnTo>
                      <a:pt x="3412" y="3622"/>
                    </a:lnTo>
                    <a:lnTo>
                      <a:pt x="3418" y="3618"/>
                    </a:lnTo>
                    <a:lnTo>
                      <a:pt x="3424" y="3615"/>
                    </a:lnTo>
                    <a:lnTo>
                      <a:pt x="3430" y="3611"/>
                    </a:lnTo>
                    <a:lnTo>
                      <a:pt x="3437" y="3608"/>
                    </a:lnTo>
                    <a:lnTo>
                      <a:pt x="3443" y="3605"/>
                    </a:lnTo>
                    <a:lnTo>
                      <a:pt x="3449" y="3602"/>
                    </a:lnTo>
                    <a:lnTo>
                      <a:pt x="3456" y="3600"/>
                    </a:lnTo>
                    <a:lnTo>
                      <a:pt x="3462" y="3596"/>
                    </a:lnTo>
                    <a:lnTo>
                      <a:pt x="3468" y="3594"/>
                    </a:lnTo>
                    <a:lnTo>
                      <a:pt x="3475" y="3592"/>
                    </a:lnTo>
                    <a:lnTo>
                      <a:pt x="3481" y="3589"/>
                    </a:lnTo>
                    <a:lnTo>
                      <a:pt x="3487" y="3587"/>
                    </a:lnTo>
                    <a:lnTo>
                      <a:pt x="3493" y="3585"/>
                    </a:lnTo>
                    <a:lnTo>
                      <a:pt x="3499" y="3582"/>
                    </a:lnTo>
                    <a:lnTo>
                      <a:pt x="3505" y="3581"/>
                    </a:lnTo>
                    <a:lnTo>
                      <a:pt x="3512" y="3579"/>
                    </a:lnTo>
                    <a:lnTo>
                      <a:pt x="3518" y="3578"/>
                    </a:lnTo>
                    <a:lnTo>
                      <a:pt x="3524" y="3577"/>
                    </a:lnTo>
                    <a:lnTo>
                      <a:pt x="3530" y="3576"/>
                    </a:lnTo>
                    <a:lnTo>
                      <a:pt x="3536" y="3574"/>
                    </a:lnTo>
                    <a:lnTo>
                      <a:pt x="3542" y="3573"/>
                    </a:lnTo>
                    <a:lnTo>
                      <a:pt x="3550" y="3572"/>
                    </a:lnTo>
                    <a:lnTo>
                      <a:pt x="3556" y="3571"/>
                    </a:lnTo>
                    <a:lnTo>
                      <a:pt x="3562" y="3571"/>
                    </a:lnTo>
                    <a:lnTo>
                      <a:pt x="3568" y="3571"/>
                    </a:lnTo>
                    <a:lnTo>
                      <a:pt x="3574" y="3570"/>
                    </a:lnTo>
                    <a:lnTo>
                      <a:pt x="3580" y="3570"/>
                    </a:lnTo>
                    <a:lnTo>
                      <a:pt x="3587" y="3570"/>
                    </a:lnTo>
                    <a:lnTo>
                      <a:pt x="3593" y="3571"/>
                    </a:lnTo>
                    <a:lnTo>
                      <a:pt x="3599" y="3571"/>
                    </a:lnTo>
                    <a:lnTo>
                      <a:pt x="3605" y="3571"/>
                    </a:lnTo>
                    <a:lnTo>
                      <a:pt x="3611" y="3572"/>
                    </a:lnTo>
                    <a:lnTo>
                      <a:pt x="3617" y="3572"/>
                    </a:lnTo>
                    <a:lnTo>
                      <a:pt x="3625" y="3573"/>
                    </a:lnTo>
                    <a:lnTo>
                      <a:pt x="3631" y="3574"/>
                    </a:lnTo>
                    <a:lnTo>
                      <a:pt x="3637" y="3576"/>
                    </a:lnTo>
                    <a:lnTo>
                      <a:pt x="3643" y="3577"/>
                    </a:lnTo>
                    <a:lnTo>
                      <a:pt x="3649" y="3578"/>
                    </a:lnTo>
                    <a:lnTo>
                      <a:pt x="3655" y="3580"/>
                    </a:lnTo>
                    <a:lnTo>
                      <a:pt x="3662" y="3581"/>
                    </a:lnTo>
                    <a:lnTo>
                      <a:pt x="3668" y="3582"/>
                    </a:lnTo>
                    <a:lnTo>
                      <a:pt x="3674" y="3585"/>
                    </a:lnTo>
                    <a:lnTo>
                      <a:pt x="3680" y="3587"/>
                    </a:lnTo>
                    <a:lnTo>
                      <a:pt x="3686" y="3588"/>
                    </a:lnTo>
                    <a:lnTo>
                      <a:pt x="3692" y="3591"/>
                    </a:lnTo>
                    <a:lnTo>
                      <a:pt x="3700" y="3593"/>
                    </a:lnTo>
                    <a:lnTo>
                      <a:pt x="3706" y="3595"/>
                    </a:lnTo>
                    <a:lnTo>
                      <a:pt x="3712" y="3597"/>
                    </a:lnTo>
                    <a:lnTo>
                      <a:pt x="3718" y="3600"/>
                    </a:lnTo>
                    <a:lnTo>
                      <a:pt x="3724" y="3603"/>
                    </a:lnTo>
                    <a:lnTo>
                      <a:pt x="3730" y="3605"/>
                    </a:lnTo>
                    <a:lnTo>
                      <a:pt x="3737" y="3608"/>
                    </a:lnTo>
                    <a:lnTo>
                      <a:pt x="3743" y="3610"/>
                    </a:lnTo>
                    <a:lnTo>
                      <a:pt x="3749" y="3614"/>
                    </a:lnTo>
                    <a:lnTo>
                      <a:pt x="3755" y="3616"/>
                    </a:lnTo>
                    <a:lnTo>
                      <a:pt x="3761" y="3619"/>
                    </a:lnTo>
                    <a:lnTo>
                      <a:pt x="3767" y="3622"/>
                    </a:lnTo>
                    <a:lnTo>
                      <a:pt x="3774" y="3625"/>
                    </a:lnTo>
                    <a:lnTo>
                      <a:pt x="3780" y="3629"/>
                    </a:lnTo>
                    <a:lnTo>
                      <a:pt x="3787" y="3631"/>
                    </a:lnTo>
                    <a:lnTo>
                      <a:pt x="3793" y="3634"/>
                    </a:lnTo>
                    <a:lnTo>
                      <a:pt x="3799" y="3638"/>
                    </a:lnTo>
                    <a:lnTo>
                      <a:pt x="3805" y="3640"/>
                    </a:lnTo>
                    <a:lnTo>
                      <a:pt x="3812" y="3643"/>
                    </a:lnTo>
                    <a:lnTo>
                      <a:pt x="3818" y="3647"/>
                    </a:lnTo>
                    <a:lnTo>
                      <a:pt x="3824" y="3650"/>
                    </a:lnTo>
                    <a:lnTo>
                      <a:pt x="3830" y="3653"/>
                    </a:lnTo>
                    <a:lnTo>
                      <a:pt x="3836" y="3656"/>
                    </a:lnTo>
                    <a:lnTo>
                      <a:pt x="3842" y="3660"/>
                    </a:lnTo>
                    <a:lnTo>
                      <a:pt x="3848" y="3663"/>
                    </a:lnTo>
                    <a:lnTo>
                      <a:pt x="3855" y="3665"/>
                    </a:lnTo>
                    <a:lnTo>
                      <a:pt x="3861" y="3669"/>
                    </a:lnTo>
                    <a:lnTo>
                      <a:pt x="3867" y="3672"/>
                    </a:lnTo>
                    <a:lnTo>
                      <a:pt x="3873" y="3675"/>
                    </a:lnTo>
                    <a:lnTo>
                      <a:pt x="3880" y="3678"/>
                    </a:lnTo>
                    <a:lnTo>
                      <a:pt x="3886" y="3681"/>
                    </a:lnTo>
                    <a:lnTo>
                      <a:pt x="3893" y="3684"/>
                    </a:lnTo>
                    <a:lnTo>
                      <a:pt x="3899" y="3687"/>
                    </a:lnTo>
                    <a:lnTo>
                      <a:pt x="3905" y="3690"/>
                    </a:lnTo>
                    <a:lnTo>
                      <a:pt x="3911" y="3693"/>
                    </a:lnTo>
                    <a:lnTo>
                      <a:pt x="3917" y="3695"/>
                    </a:lnTo>
                    <a:lnTo>
                      <a:pt x="3923" y="3698"/>
                    </a:lnTo>
                    <a:lnTo>
                      <a:pt x="3930" y="3701"/>
                    </a:lnTo>
                    <a:lnTo>
                      <a:pt x="3936" y="3703"/>
                    </a:lnTo>
                    <a:lnTo>
                      <a:pt x="3942" y="3706"/>
                    </a:lnTo>
                    <a:lnTo>
                      <a:pt x="3948" y="3708"/>
                    </a:lnTo>
                    <a:lnTo>
                      <a:pt x="3954" y="3711"/>
                    </a:lnTo>
                    <a:lnTo>
                      <a:pt x="3960" y="3714"/>
                    </a:lnTo>
                    <a:lnTo>
                      <a:pt x="3968" y="3716"/>
                    </a:lnTo>
                    <a:lnTo>
                      <a:pt x="3974" y="3718"/>
                    </a:lnTo>
                    <a:lnTo>
                      <a:pt x="3980" y="3719"/>
                    </a:lnTo>
                    <a:lnTo>
                      <a:pt x="3986" y="3722"/>
                    </a:lnTo>
                    <a:lnTo>
                      <a:pt x="3992" y="3724"/>
                    </a:lnTo>
                    <a:lnTo>
                      <a:pt x="3998" y="3726"/>
                    </a:lnTo>
                    <a:lnTo>
                      <a:pt x="4005" y="3728"/>
                    </a:lnTo>
                    <a:lnTo>
                      <a:pt x="4011" y="3730"/>
                    </a:lnTo>
                    <a:lnTo>
                      <a:pt x="4017" y="3731"/>
                    </a:lnTo>
                    <a:lnTo>
                      <a:pt x="4023" y="3733"/>
                    </a:lnTo>
                    <a:lnTo>
                      <a:pt x="4029" y="3734"/>
                    </a:lnTo>
                    <a:lnTo>
                      <a:pt x="4035" y="3736"/>
                    </a:lnTo>
                    <a:lnTo>
                      <a:pt x="4043" y="3737"/>
                    </a:lnTo>
                    <a:lnTo>
                      <a:pt x="4049" y="3738"/>
                    </a:lnTo>
                    <a:lnTo>
                      <a:pt x="4055" y="3739"/>
                    </a:lnTo>
                    <a:lnTo>
                      <a:pt x="4061" y="3740"/>
                    </a:lnTo>
                    <a:lnTo>
                      <a:pt x="4067" y="3741"/>
                    </a:lnTo>
                    <a:lnTo>
                      <a:pt x="4073" y="3742"/>
                    </a:lnTo>
                    <a:lnTo>
                      <a:pt x="4080" y="3744"/>
                    </a:lnTo>
                    <a:lnTo>
                      <a:pt x="4086" y="3744"/>
                    </a:lnTo>
                    <a:lnTo>
                      <a:pt x="4092" y="3745"/>
                    </a:lnTo>
                    <a:lnTo>
                      <a:pt x="4098" y="3745"/>
                    </a:lnTo>
                    <a:lnTo>
                      <a:pt x="4104" y="3746"/>
                    </a:lnTo>
                    <a:lnTo>
                      <a:pt x="4110" y="3746"/>
                    </a:lnTo>
                    <a:lnTo>
                      <a:pt x="4117" y="3747"/>
                    </a:lnTo>
                    <a:lnTo>
                      <a:pt x="4124" y="3747"/>
                    </a:lnTo>
                    <a:lnTo>
                      <a:pt x="4130" y="3747"/>
                    </a:lnTo>
                    <a:lnTo>
                      <a:pt x="4136" y="3747"/>
                    </a:lnTo>
                    <a:lnTo>
                      <a:pt x="4142" y="3747"/>
                    </a:lnTo>
                    <a:lnTo>
                      <a:pt x="4148" y="3747"/>
                    </a:lnTo>
                    <a:lnTo>
                      <a:pt x="4155" y="3747"/>
                    </a:lnTo>
                    <a:lnTo>
                      <a:pt x="4161" y="3747"/>
                    </a:lnTo>
                    <a:lnTo>
                      <a:pt x="4167" y="3746"/>
                    </a:lnTo>
                    <a:lnTo>
                      <a:pt x="4173" y="3746"/>
                    </a:lnTo>
                    <a:lnTo>
                      <a:pt x="4179" y="3746"/>
                    </a:lnTo>
                    <a:lnTo>
                      <a:pt x="4185" y="3745"/>
                    </a:lnTo>
                    <a:lnTo>
                      <a:pt x="4192" y="3745"/>
                    </a:lnTo>
                    <a:lnTo>
                      <a:pt x="4198" y="3744"/>
                    </a:lnTo>
                    <a:lnTo>
                      <a:pt x="4204" y="3744"/>
                    </a:lnTo>
                    <a:lnTo>
                      <a:pt x="4210" y="3742"/>
                    </a:lnTo>
                    <a:lnTo>
                      <a:pt x="4217" y="3741"/>
                    </a:lnTo>
                    <a:lnTo>
                      <a:pt x="4223" y="3741"/>
                    </a:lnTo>
                    <a:lnTo>
                      <a:pt x="4230" y="3740"/>
                    </a:lnTo>
                    <a:lnTo>
                      <a:pt x="4236" y="3739"/>
                    </a:lnTo>
                    <a:lnTo>
                      <a:pt x="4242" y="3738"/>
                    </a:lnTo>
                    <a:lnTo>
                      <a:pt x="4248" y="3737"/>
                    </a:lnTo>
                    <a:lnTo>
                      <a:pt x="4254" y="3737"/>
                    </a:lnTo>
                    <a:lnTo>
                      <a:pt x="4260" y="3736"/>
                    </a:lnTo>
                    <a:lnTo>
                      <a:pt x="4267" y="3734"/>
                    </a:lnTo>
                    <a:lnTo>
                      <a:pt x="4273" y="3733"/>
                    </a:lnTo>
                    <a:lnTo>
                      <a:pt x="4279" y="3732"/>
                    </a:lnTo>
                    <a:lnTo>
                      <a:pt x="4285" y="3731"/>
                    </a:lnTo>
                    <a:lnTo>
                      <a:pt x="4291" y="3729"/>
                    </a:lnTo>
                    <a:lnTo>
                      <a:pt x="4297" y="3728"/>
                    </a:lnTo>
                    <a:lnTo>
                      <a:pt x="4304" y="3726"/>
                    </a:lnTo>
                    <a:lnTo>
                      <a:pt x="4311" y="3725"/>
                    </a:lnTo>
                    <a:lnTo>
                      <a:pt x="4317" y="3724"/>
                    </a:lnTo>
                    <a:lnTo>
                      <a:pt x="4323" y="3723"/>
                    </a:lnTo>
                    <a:lnTo>
                      <a:pt x="4329" y="3722"/>
                    </a:lnTo>
                    <a:lnTo>
                      <a:pt x="4335" y="3721"/>
                    </a:lnTo>
                    <a:lnTo>
                      <a:pt x="4341" y="3718"/>
                    </a:lnTo>
                    <a:lnTo>
                      <a:pt x="4348" y="3717"/>
                    </a:lnTo>
                    <a:lnTo>
                      <a:pt x="4354" y="3716"/>
                    </a:lnTo>
                    <a:lnTo>
                      <a:pt x="4360" y="3715"/>
                    </a:lnTo>
                  </a:path>
                </a:pathLst>
              </a:custGeom>
              <a:noFill/>
              <a:ln w="22225" cap="flat" cmpd="sng">
                <a:solidFill>
                  <a:srgbClr val="0000FF">
                    <a:alpha val="100000"/>
                  </a:srgbClr>
                </a:solidFill>
                <a:prstDash val="solid"/>
                <a:round/>
                <a:headEnd type="none" w="med" len="med"/>
                <a:tailEnd type="none" w="med" len="med"/>
              </a:ln>
            </p:spPr>
            <p:txBody>
              <a:bodyPr/>
              <a:p>
                <a:endParaRPr lang="zh-CN" altLang="en-US"/>
              </a:p>
            </p:txBody>
          </p:sp>
          <p:sp>
            <p:nvSpPr>
              <p:cNvPr id="99840" name="Rectangle 646"/>
              <p:cNvSpPr/>
              <p:nvPr/>
            </p:nvSpPr>
            <p:spPr>
              <a:xfrm rot="-5400000">
                <a:off x="5229" y="1038"/>
                <a:ext cx="12" cy="28"/>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841" name="Rectangle 647"/>
              <p:cNvSpPr/>
              <p:nvPr/>
            </p:nvSpPr>
            <p:spPr>
              <a:xfrm>
                <a:off x="4187" y="644"/>
                <a:ext cx="6" cy="54"/>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787" name="Line 649"/>
            <p:cNvSpPr/>
            <p:nvPr/>
          </p:nvSpPr>
          <p:spPr>
            <a:xfrm flipV="1">
              <a:off x="2787" y="739"/>
              <a:ext cx="280" cy="148"/>
            </a:xfrm>
            <a:prstGeom prst="line">
              <a:avLst/>
            </a:prstGeom>
            <a:ln w="9525" cap="flat" cmpd="sng">
              <a:solidFill>
                <a:schemeClr val="tx1"/>
              </a:solidFill>
              <a:prstDash val="solid"/>
              <a:headEnd type="none" w="med" len="med"/>
              <a:tailEnd type="triangle" w="med" len="med"/>
            </a:ln>
          </p:spPr>
        </p:sp>
      </p:grpSp>
      <p:grpSp>
        <p:nvGrpSpPr>
          <p:cNvPr id="93902" name="Group 718"/>
          <p:cNvGrpSpPr/>
          <p:nvPr/>
        </p:nvGrpSpPr>
        <p:grpSpPr>
          <a:xfrm>
            <a:off x="5880100" y="1579563"/>
            <a:ext cx="4808538" cy="782637"/>
            <a:chOff x="2784" y="976"/>
            <a:chExt cx="3029" cy="612"/>
          </a:xfrm>
        </p:grpSpPr>
        <p:grpSp>
          <p:nvGrpSpPr>
            <p:cNvPr id="99720" name="Group 716"/>
            <p:cNvGrpSpPr/>
            <p:nvPr/>
          </p:nvGrpSpPr>
          <p:grpSpPr>
            <a:xfrm>
              <a:off x="3062" y="976"/>
              <a:ext cx="2751" cy="612"/>
              <a:chOff x="3230" y="1123"/>
              <a:chExt cx="2240" cy="721"/>
            </a:xfrm>
          </p:grpSpPr>
          <p:sp>
            <p:nvSpPr>
              <p:cNvPr id="99722" name="Line 652"/>
              <p:cNvSpPr/>
              <p:nvPr/>
            </p:nvSpPr>
            <p:spPr>
              <a:xfrm>
                <a:off x="3230" y="1843"/>
                <a:ext cx="1" cy="1"/>
              </a:xfrm>
              <a:prstGeom prst="line">
                <a:avLst/>
              </a:prstGeom>
              <a:ln w="9525" cap="flat" cmpd="sng">
                <a:solidFill>
                  <a:srgbClr val="000000"/>
                </a:solidFill>
                <a:prstDash val="solid"/>
                <a:headEnd type="none" w="med" len="med"/>
                <a:tailEnd type="none" w="med" len="med"/>
              </a:ln>
            </p:spPr>
          </p:sp>
          <p:sp>
            <p:nvSpPr>
              <p:cNvPr id="99723" name="Line 653"/>
              <p:cNvSpPr/>
              <p:nvPr/>
            </p:nvSpPr>
            <p:spPr>
              <a:xfrm>
                <a:off x="3347" y="1843"/>
                <a:ext cx="1" cy="1"/>
              </a:xfrm>
              <a:prstGeom prst="line">
                <a:avLst/>
              </a:prstGeom>
              <a:ln w="9525" cap="flat" cmpd="sng">
                <a:solidFill>
                  <a:srgbClr val="000000"/>
                </a:solidFill>
                <a:prstDash val="solid"/>
                <a:headEnd type="none" w="med" len="med"/>
                <a:tailEnd type="none" w="med" len="med"/>
              </a:ln>
            </p:spPr>
          </p:sp>
          <p:sp>
            <p:nvSpPr>
              <p:cNvPr id="99724" name="Line 654"/>
              <p:cNvSpPr/>
              <p:nvPr/>
            </p:nvSpPr>
            <p:spPr>
              <a:xfrm>
                <a:off x="3464" y="1843"/>
                <a:ext cx="1" cy="1"/>
              </a:xfrm>
              <a:prstGeom prst="line">
                <a:avLst/>
              </a:prstGeom>
              <a:ln w="9525" cap="flat" cmpd="sng">
                <a:solidFill>
                  <a:srgbClr val="000000"/>
                </a:solidFill>
                <a:prstDash val="solid"/>
                <a:headEnd type="none" w="med" len="med"/>
                <a:tailEnd type="none" w="med" len="med"/>
              </a:ln>
            </p:spPr>
          </p:sp>
          <p:sp>
            <p:nvSpPr>
              <p:cNvPr id="99725" name="Line 655"/>
              <p:cNvSpPr/>
              <p:nvPr/>
            </p:nvSpPr>
            <p:spPr>
              <a:xfrm>
                <a:off x="3581" y="1843"/>
                <a:ext cx="1" cy="1"/>
              </a:xfrm>
              <a:prstGeom prst="line">
                <a:avLst/>
              </a:prstGeom>
              <a:ln w="9525" cap="flat" cmpd="sng">
                <a:solidFill>
                  <a:srgbClr val="000000"/>
                </a:solidFill>
                <a:prstDash val="solid"/>
                <a:headEnd type="none" w="med" len="med"/>
                <a:tailEnd type="none" w="med" len="med"/>
              </a:ln>
            </p:spPr>
          </p:sp>
          <p:sp>
            <p:nvSpPr>
              <p:cNvPr id="99726" name="Line 656"/>
              <p:cNvSpPr/>
              <p:nvPr/>
            </p:nvSpPr>
            <p:spPr>
              <a:xfrm>
                <a:off x="3698" y="1843"/>
                <a:ext cx="1" cy="1"/>
              </a:xfrm>
              <a:prstGeom prst="line">
                <a:avLst/>
              </a:prstGeom>
              <a:ln w="9525" cap="flat" cmpd="sng">
                <a:solidFill>
                  <a:srgbClr val="000000"/>
                </a:solidFill>
                <a:prstDash val="solid"/>
                <a:headEnd type="none" w="med" len="med"/>
                <a:tailEnd type="none" w="med" len="med"/>
              </a:ln>
            </p:spPr>
          </p:sp>
          <p:sp>
            <p:nvSpPr>
              <p:cNvPr id="99727" name="Line 657"/>
              <p:cNvSpPr/>
              <p:nvPr/>
            </p:nvSpPr>
            <p:spPr>
              <a:xfrm>
                <a:off x="3815" y="1843"/>
                <a:ext cx="1" cy="1"/>
              </a:xfrm>
              <a:prstGeom prst="line">
                <a:avLst/>
              </a:prstGeom>
              <a:ln w="9525" cap="flat" cmpd="sng">
                <a:solidFill>
                  <a:srgbClr val="000000"/>
                </a:solidFill>
                <a:prstDash val="solid"/>
                <a:headEnd type="none" w="med" len="med"/>
                <a:tailEnd type="none" w="med" len="med"/>
              </a:ln>
            </p:spPr>
          </p:sp>
          <p:sp>
            <p:nvSpPr>
              <p:cNvPr id="99728" name="Line 658"/>
              <p:cNvSpPr/>
              <p:nvPr/>
            </p:nvSpPr>
            <p:spPr>
              <a:xfrm>
                <a:off x="3932" y="1843"/>
                <a:ext cx="1" cy="1"/>
              </a:xfrm>
              <a:prstGeom prst="line">
                <a:avLst/>
              </a:prstGeom>
              <a:ln w="9525" cap="flat" cmpd="sng">
                <a:solidFill>
                  <a:srgbClr val="000000"/>
                </a:solidFill>
                <a:prstDash val="solid"/>
                <a:headEnd type="none" w="med" len="med"/>
                <a:tailEnd type="none" w="med" len="med"/>
              </a:ln>
            </p:spPr>
          </p:sp>
          <p:sp>
            <p:nvSpPr>
              <p:cNvPr id="99729" name="Line 659"/>
              <p:cNvSpPr/>
              <p:nvPr/>
            </p:nvSpPr>
            <p:spPr>
              <a:xfrm>
                <a:off x="4049" y="1843"/>
                <a:ext cx="1" cy="1"/>
              </a:xfrm>
              <a:prstGeom prst="line">
                <a:avLst/>
              </a:prstGeom>
              <a:ln w="9525" cap="flat" cmpd="sng">
                <a:solidFill>
                  <a:srgbClr val="000000"/>
                </a:solidFill>
                <a:prstDash val="solid"/>
                <a:headEnd type="none" w="med" len="med"/>
                <a:tailEnd type="none" w="med" len="med"/>
              </a:ln>
            </p:spPr>
          </p:sp>
          <p:sp>
            <p:nvSpPr>
              <p:cNvPr id="99730" name="Line 660"/>
              <p:cNvSpPr/>
              <p:nvPr/>
            </p:nvSpPr>
            <p:spPr>
              <a:xfrm>
                <a:off x="4166" y="1843"/>
                <a:ext cx="1" cy="1"/>
              </a:xfrm>
              <a:prstGeom prst="line">
                <a:avLst/>
              </a:prstGeom>
              <a:ln w="9525" cap="flat" cmpd="sng">
                <a:solidFill>
                  <a:srgbClr val="000000"/>
                </a:solidFill>
                <a:prstDash val="solid"/>
                <a:headEnd type="none" w="med" len="med"/>
                <a:tailEnd type="none" w="med" len="med"/>
              </a:ln>
            </p:spPr>
          </p:sp>
          <p:sp>
            <p:nvSpPr>
              <p:cNvPr id="99731" name="Line 661"/>
              <p:cNvSpPr/>
              <p:nvPr/>
            </p:nvSpPr>
            <p:spPr>
              <a:xfrm>
                <a:off x="4283" y="1843"/>
                <a:ext cx="1" cy="1"/>
              </a:xfrm>
              <a:prstGeom prst="line">
                <a:avLst/>
              </a:prstGeom>
              <a:ln w="9525" cap="flat" cmpd="sng">
                <a:solidFill>
                  <a:srgbClr val="000000"/>
                </a:solidFill>
                <a:prstDash val="solid"/>
                <a:headEnd type="none" w="med" len="med"/>
                <a:tailEnd type="none" w="med" len="med"/>
              </a:ln>
            </p:spPr>
          </p:sp>
          <p:sp>
            <p:nvSpPr>
              <p:cNvPr id="99732" name="Line 662"/>
              <p:cNvSpPr/>
              <p:nvPr/>
            </p:nvSpPr>
            <p:spPr>
              <a:xfrm>
                <a:off x="4400" y="1843"/>
                <a:ext cx="1" cy="1"/>
              </a:xfrm>
              <a:prstGeom prst="line">
                <a:avLst/>
              </a:prstGeom>
              <a:ln w="9525" cap="flat" cmpd="sng">
                <a:solidFill>
                  <a:srgbClr val="000000"/>
                </a:solidFill>
                <a:prstDash val="solid"/>
                <a:headEnd type="none" w="med" len="med"/>
                <a:tailEnd type="none" w="med" len="med"/>
              </a:ln>
            </p:spPr>
          </p:sp>
          <p:sp>
            <p:nvSpPr>
              <p:cNvPr id="99733" name="Line 663"/>
              <p:cNvSpPr/>
              <p:nvPr/>
            </p:nvSpPr>
            <p:spPr>
              <a:xfrm>
                <a:off x="4517" y="1843"/>
                <a:ext cx="1" cy="1"/>
              </a:xfrm>
              <a:prstGeom prst="line">
                <a:avLst/>
              </a:prstGeom>
              <a:ln w="9525" cap="flat" cmpd="sng">
                <a:solidFill>
                  <a:srgbClr val="000000"/>
                </a:solidFill>
                <a:prstDash val="solid"/>
                <a:headEnd type="none" w="med" len="med"/>
                <a:tailEnd type="none" w="med" len="med"/>
              </a:ln>
            </p:spPr>
          </p:sp>
          <p:sp>
            <p:nvSpPr>
              <p:cNvPr id="99734" name="Line 664"/>
              <p:cNvSpPr/>
              <p:nvPr/>
            </p:nvSpPr>
            <p:spPr>
              <a:xfrm>
                <a:off x="4634" y="1843"/>
                <a:ext cx="1" cy="1"/>
              </a:xfrm>
              <a:prstGeom prst="line">
                <a:avLst/>
              </a:prstGeom>
              <a:ln w="9525" cap="flat" cmpd="sng">
                <a:solidFill>
                  <a:srgbClr val="000000"/>
                </a:solidFill>
                <a:prstDash val="solid"/>
                <a:headEnd type="none" w="med" len="med"/>
                <a:tailEnd type="none" w="med" len="med"/>
              </a:ln>
            </p:spPr>
          </p:sp>
          <p:sp>
            <p:nvSpPr>
              <p:cNvPr id="99735" name="Line 665"/>
              <p:cNvSpPr/>
              <p:nvPr/>
            </p:nvSpPr>
            <p:spPr>
              <a:xfrm>
                <a:off x="4751" y="1843"/>
                <a:ext cx="1" cy="1"/>
              </a:xfrm>
              <a:prstGeom prst="line">
                <a:avLst/>
              </a:prstGeom>
              <a:ln w="9525" cap="flat" cmpd="sng">
                <a:solidFill>
                  <a:srgbClr val="000000"/>
                </a:solidFill>
                <a:prstDash val="solid"/>
                <a:headEnd type="none" w="med" len="med"/>
                <a:tailEnd type="none" w="med" len="med"/>
              </a:ln>
            </p:spPr>
          </p:sp>
          <p:sp>
            <p:nvSpPr>
              <p:cNvPr id="99736" name="Line 666"/>
              <p:cNvSpPr/>
              <p:nvPr/>
            </p:nvSpPr>
            <p:spPr>
              <a:xfrm>
                <a:off x="4868" y="1843"/>
                <a:ext cx="1" cy="1"/>
              </a:xfrm>
              <a:prstGeom prst="line">
                <a:avLst/>
              </a:prstGeom>
              <a:ln w="9525" cap="flat" cmpd="sng">
                <a:solidFill>
                  <a:srgbClr val="000000"/>
                </a:solidFill>
                <a:prstDash val="solid"/>
                <a:headEnd type="none" w="med" len="med"/>
                <a:tailEnd type="none" w="med" len="med"/>
              </a:ln>
            </p:spPr>
          </p:sp>
          <p:sp>
            <p:nvSpPr>
              <p:cNvPr id="99737" name="Line 667"/>
              <p:cNvSpPr/>
              <p:nvPr/>
            </p:nvSpPr>
            <p:spPr>
              <a:xfrm>
                <a:off x="4985" y="1843"/>
                <a:ext cx="1" cy="1"/>
              </a:xfrm>
              <a:prstGeom prst="line">
                <a:avLst/>
              </a:prstGeom>
              <a:ln w="9525" cap="flat" cmpd="sng">
                <a:solidFill>
                  <a:srgbClr val="000000"/>
                </a:solidFill>
                <a:prstDash val="solid"/>
                <a:headEnd type="none" w="med" len="med"/>
                <a:tailEnd type="none" w="med" len="med"/>
              </a:ln>
            </p:spPr>
          </p:sp>
          <p:sp>
            <p:nvSpPr>
              <p:cNvPr id="99738" name="Line 668"/>
              <p:cNvSpPr/>
              <p:nvPr/>
            </p:nvSpPr>
            <p:spPr>
              <a:xfrm>
                <a:off x="5102" y="1843"/>
                <a:ext cx="1" cy="1"/>
              </a:xfrm>
              <a:prstGeom prst="line">
                <a:avLst/>
              </a:prstGeom>
              <a:ln w="9525" cap="flat" cmpd="sng">
                <a:solidFill>
                  <a:srgbClr val="000000"/>
                </a:solidFill>
                <a:prstDash val="solid"/>
                <a:headEnd type="none" w="med" len="med"/>
                <a:tailEnd type="none" w="med" len="med"/>
              </a:ln>
            </p:spPr>
          </p:sp>
          <p:sp>
            <p:nvSpPr>
              <p:cNvPr id="99739" name="Line 669"/>
              <p:cNvSpPr/>
              <p:nvPr/>
            </p:nvSpPr>
            <p:spPr>
              <a:xfrm>
                <a:off x="5219" y="1843"/>
                <a:ext cx="1" cy="1"/>
              </a:xfrm>
              <a:prstGeom prst="line">
                <a:avLst/>
              </a:prstGeom>
              <a:ln w="9525" cap="flat" cmpd="sng">
                <a:solidFill>
                  <a:srgbClr val="000000"/>
                </a:solidFill>
                <a:prstDash val="solid"/>
                <a:headEnd type="none" w="med" len="med"/>
                <a:tailEnd type="none" w="med" len="med"/>
              </a:ln>
            </p:spPr>
          </p:sp>
          <p:sp>
            <p:nvSpPr>
              <p:cNvPr id="99740" name="Line 670"/>
              <p:cNvSpPr/>
              <p:nvPr/>
            </p:nvSpPr>
            <p:spPr>
              <a:xfrm>
                <a:off x="5336" y="1843"/>
                <a:ext cx="1" cy="1"/>
              </a:xfrm>
              <a:prstGeom prst="line">
                <a:avLst/>
              </a:prstGeom>
              <a:ln w="9525" cap="flat" cmpd="sng">
                <a:solidFill>
                  <a:srgbClr val="000000"/>
                </a:solidFill>
                <a:prstDash val="solid"/>
                <a:headEnd type="none" w="med" len="med"/>
                <a:tailEnd type="none" w="med" len="med"/>
              </a:ln>
            </p:spPr>
          </p:sp>
          <p:sp>
            <p:nvSpPr>
              <p:cNvPr id="99741" name="Line 671"/>
              <p:cNvSpPr/>
              <p:nvPr/>
            </p:nvSpPr>
            <p:spPr>
              <a:xfrm>
                <a:off x="3230" y="1843"/>
                <a:ext cx="2106" cy="1"/>
              </a:xfrm>
              <a:prstGeom prst="line">
                <a:avLst/>
              </a:prstGeom>
              <a:ln w="9525" cap="flat" cmpd="sng">
                <a:solidFill>
                  <a:srgbClr val="000000"/>
                </a:solidFill>
                <a:prstDash val="solid"/>
                <a:headEnd type="none" w="med" len="med"/>
                <a:tailEnd type="none" w="med" len="med"/>
              </a:ln>
            </p:spPr>
          </p:sp>
          <p:sp>
            <p:nvSpPr>
              <p:cNvPr id="99742" name="Line 672"/>
              <p:cNvSpPr/>
              <p:nvPr/>
            </p:nvSpPr>
            <p:spPr>
              <a:xfrm>
                <a:off x="3230" y="1843"/>
                <a:ext cx="1" cy="1"/>
              </a:xfrm>
              <a:prstGeom prst="line">
                <a:avLst/>
              </a:prstGeom>
              <a:ln w="9525" cap="flat" cmpd="sng">
                <a:solidFill>
                  <a:srgbClr val="000000"/>
                </a:solidFill>
                <a:prstDash val="solid"/>
                <a:headEnd type="none" w="med" len="med"/>
                <a:tailEnd type="none" w="med" len="med"/>
              </a:ln>
            </p:spPr>
          </p:sp>
          <p:sp>
            <p:nvSpPr>
              <p:cNvPr id="99743" name="Line 673"/>
              <p:cNvSpPr/>
              <p:nvPr/>
            </p:nvSpPr>
            <p:spPr>
              <a:xfrm>
                <a:off x="3230" y="1770"/>
                <a:ext cx="1" cy="1"/>
              </a:xfrm>
              <a:prstGeom prst="line">
                <a:avLst/>
              </a:prstGeom>
              <a:ln w="9525" cap="flat" cmpd="sng">
                <a:solidFill>
                  <a:srgbClr val="000000"/>
                </a:solidFill>
                <a:prstDash val="solid"/>
                <a:headEnd type="none" w="med" len="med"/>
                <a:tailEnd type="none" w="med" len="med"/>
              </a:ln>
            </p:spPr>
          </p:sp>
          <p:sp>
            <p:nvSpPr>
              <p:cNvPr id="99744" name="Line 674"/>
              <p:cNvSpPr/>
              <p:nvPr/>
            </p:nvSpPr>
            <p:spPr>
              <a:xfrm>
                <a:off x="3230" y="1697"/>
                <a:ext cx="1" cy="1"/>
              </a:xfrm>
              <a:prstGeom prst="line">
                <a:avLst/>
              </a:prstGeom>
              <a:ln w="9525" cap="flat" cmpd="sng">
                <a:solidFill>
                  <a:srgbClr val="000000"/>
                </a:solidFill>
                <a:prstDash val="solid"/>
                <a:headEnd type="none" w="med" len="med"/>
                <a:tailEnd type="none" w="med" len="med"/>
              </a:ln>
            </p:spPr>
          </p:sp>
          <p:sp>
            <p:nvSpPr>
              <p:cNvPr id="99745" name="Line 675"/>
              <p:cNvSpPr/>
              <p:nvPr/>
            </p:nvSpPr>
            <p:spPr>
              <a:xfrm>
                <a:off x="3230" y="1624"/>
                <a:ext cx="1" cy="1"/>
              </a:xfrm>
              <a:prstGeom prst="line">
                <a:avLst/>
              </a:prstGeom>
              <a:ln w="9525" cap="flat" cmpd="sng">
                <a:solidFill>
                  <a:srgbClr val="000000"/>
                </a:solidFill>
                <a:prstDash val="solid"/>
                <a:headEnd type="none" w="med" len="med"/>
                <a:tailEnd type="none" w="med" len="med"/>
              </a:ln>
            </p:spPr>
          </p:sp>
          <p:sp>
            <p:nvSpPr>
              <p:cNvPr id="99746" name="Line 676"/>
              <p:cNvSpPr/>
              <p:nvPr/>
            </p:nvSpPr>
            <p:spPr>
              <a:xfrm>
                <a:off x="3230" y="1551"/>
                <a:ext cx="1" cy="1"/>
              </a:xfrm>
              <a:prstGeom prst="line">
                <a:avLst/>
              </a:prstGeom>
              <a:ln w="9525" cap="flat" cmpd="sng">
                <a:solidFill>
                  <a:srgbClr val="000000"/>
                </a:solidFill>
                <a:prstDash val="solid"/>
                <a:headEnd type="none" w="med" len="med"/>
                <a:tailEnd type="none" w="med" len="med"/>
              </a:ln>
            </p:spPr>
          </p:sp>
          <p:sp>
            <p:nvSpPr>
              <p:cNvPr id="99747" name="Line 677"/>
              <p:cNvSpPr/>
              <p:nvPr/>
            </p:nvSpPr>
            <p:spPr>
              <a:xfrm>
                <a:off x="3230" y="1478"/>
                <a:ext cx="1" cy="1"/>
              </a:xfrm>
              <a:prstGeom prst="line">
                <a:avLst/>
              </a:prstGeom>
              <a:ln w="9525" cap="flat" cmpd="sng">
                <a:solidFill>
                  <a:srgbClr val="000000"/>
                </a:solidFill>
                <a:prstDash val="solid"/>
                <a:headEnd type="none" w="med" len="med"/>
                <a:tailEnd type="none" w="med" len="med"/>
              </a:ln>
            </p:spPr>
          </p:sp>
          <p:sp>
            <p:nvSpPr>
              <p:cNvPr id="99748" name="Line 678"/>
              <p:cNvSpPr/>
              <p:nvPr/>
            </p:nvSpPr>
            <p:spPr>
              <a:xfrm>
                <a:off x="3230" y="1406"/>
                <a:ext cx="1" cy="1"/>
              </a:xfrm>
              <a:prstGeom prst="line">
                <a:avLst/>
              </a:prstGeom>
              <a:ln w="9525" cap="flat" cmpd="sng">
                <a:solidFill>
                  <a:srgbClr val="000000"/>
                </a:solidFill>
                <a:prstDash val="solid"/>
                <a:headEnd type="none" w="med" len="med"/>
                <a:tailEnd type="none" w="med" len="med"/>
              </a:ln>
            </p:spPr>
          </p:sp>
          <p:sp>
            <p:nvSpPr>
              <p:cNvPr id="99749" name="Line 679"/>
              <p:cNvSpPr/>
              <p:nvPr/>
            </p:nvSpPr>
            <p:spPr>
              <a:xfrm>
                <a:off x="3230" y="1333"/>
                <a:ext cx="1" cy="1"/>
              </a:xfrm>
              <a:prstGeom prst="line">
                <a:avLst/>
              </a:prstGeom>
              <a:ln w="9525" cap="flat" cmpd="sng">
                <a:solidFill>
                  <a:srgbClr val="000000"/>
                </a:solidFill>
                <a:prstDash val="solid"/>
                <a:headEnd type="none" w="med" len="med"/>
                <a:tailEnd type="none" w="med" len="med"/>
              </a:ln>
            </p:spPr>
          </p:sp>
          <p:sp>
            <p:nvSpPr>
              <p:cNvPr id="99750" name="Line 680"/>
              <p:cNvSpPr/>
              <p:nvPr/>
            </p:nvSpPr>
            <p:spPr>
              <a:xfrm>
                <a:off x="3230" y="1260"/>
                <a:ext cx="1" cy="1"/>
              </a:xfrm>
              <a:prstGeom prst="line">
                <a:avLst/>
              </a:prstGeom>
              <a:ln w="9525" cap="flat" cmpd="sng">
                <a:solidFill>
                  <a:srgbClr val="000000"/>
                </a:solidFill>
                <a:prstDash val="solid"/>
                <a:headEnd type="none" w="med" len="med"/>
                <a:tailEnd type="none" w="med" len="med"/>
              </a:ln>
            </p:spPr>
          </p:sp>
          <p:sp>
            <p:nvSpPr>
              <p:cNvPr id="99751" name="Line 681"/>
              <p:cNvSpPr/>
              <p:nvPr/>
            </p:nvSpPr>
            <p:spPr>
              <a:xfrm>
                <a:off x="3230" y="1187"/>
                <a:ext cx="1" cy="1"/>
              </a:xfrm>
              <a:prstGeom prst="line">
                <a:avLst/>
              </a:prstGeom>
              <a:ln w="9525" cap="flat" cmpd="sng">
                <a:solidFill>
                  <a:srgbClr val="000000"/>
                </a:solidFill>
                <a:prstDash val="solid"/>
                <a:headEnd type="none" w="med" len="med"/>
                <a:tailEnd type="none" w="med" len="med"/>
              </a:ln>
            </p:spPr>
          </p:sp>
          <p:sp>
            <p:nvSpPr>
              <p:cNvPr id="99752" name="Freeform 682"/>
              <p:cNvSpPr/>
              <p:nvPr/>
            </p:nvSpPr>
            <p:spPr>
              <a:xfrm>
                <a:off x="3230" y="1187"/>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9753" name="Line 683"/>
              <p:cNvSpPr/>
              <p:nvPr/>
            </p:nvSpPr>
            <p:spPr>
              <a:xfrm>
                <a:off x="3347" y="1187"/>
                <a:ext cx="1" cy="1"/>
              </a:xfrm>
              <a:prstGeom prst="line">
                <a:avLst/>
              </a:prstGeom>
              <a:ln w="9525" cap="flat" cmpd="sng">
                <a:solidFill>
                  <a:srgbClr val="000000"/>
                </a:solidFill>
                <a:prstDash val="solid"/>
                <a:headEnd type="none" w="med" len="med"/>
                <a:tailEnd type="none" w="med" len="med"/>
              </a:ln>
            </p:spPr>
          </p:sp>
          <p:sp>
            <p:nvSpPr>
              <p:cNvPr id="99754" name="Line 684"/>
              <p:cNvSpPr/>
              <p:nvPr/>
            </p:nvSpPr>
            <p:spPr>
              <a:xfrm>
                <a:off x="3464" y="1187"/>
                <a:ext cx="1" cy="1"/>
              </a:xfrm>
              <a:prstGeom prst="line">
                <a:avLst/>
              </a:prstGeom>
              <a:ln w="9525" cap="flat" cmpd="sng">
                <a:solidFill>
                  <a:srgbClr val="000000"/>
                </a:solidFill>
                <a:prstDash val="solid"/>
                <a:headEnd type="none" w="med" len="med"/>
                <a:tailEnd type="none" w="med" len="med"/>
              </a:ln>
            </p:spPr>
          </p:sp>
          <p:sp>
            <p:nvSpPr>
              <p:cNvPr id="99755" name="Line 685"/>
              <p:cNvSpPr/>
              <p:nvPr/>
            </p:nvSpPr>
            <p:spPr>
              <a:xfrm>
                <a:off x="3581" y="1187"/>
                <a:ext cx="1" cy="1"/>
              </a:xfrm>
              <a:prstGeom prst="line">
                <a:avLst/>
              </a:prstGeom>
              <a:ln w="9525" cap="flat" cmpd="sng">
                <a:solidFill>
                  <a:srgbClr val="000000"/>
                </a:solidFill>
                <a:prstDash val="solid"/>
                <a:headEnd type="none" w="med" len="med"/>
                <a:tailEnd type="none" w="med" len="med"/>
              </a:ln>
            </p:spPr>
          </p:sp>
          <p:sp>
            <p:nvSpPr>
              <p:cNvPr id="99756" name="Line 686"/>
              <p:cNvSpPr/>
              <p:nvPr/>
            </p:nvSpPr>
            <p:spPr>
              <a:xfrm>
                <a:off x="3698" y="1187"/>
                <a:ext cx="1" cy="1"/>
              </a:xfrm>
              <a:prstGeom prst="line">
                <a:avLst/>
              </a:prstGeom>
              <a:ln w="9525" cap="flat" cmpd="sng">
                <a:solidFill>
                  <a:srgbClr val="000000"/>
                </a:solidFill>
                <a:prstDash val="solid"/>
                <a:headEnd type="none" w="med" len="med"/>
                <a:tailEnd type="none" w="med" len="med"/>
              </a:ln>
            </p:spPr>
          </p:sp>
          <p:sp>
            <p:nvSpPr>
              <p:cNvPr id="99757" name="Line 687"/>
              <p:cNvSpPr/>
              <p:nvPr/>
            </p:nvSpPr>
            <p:spPr>
              <a:xfrm>
                <a:off x="3815" y="1187"/>
                <a:ext cx="1" cy="1"/>
              </a:xfrm>
              <a:prstGeom prst="line">
                <a:avLst/>
              </a:prstGeom>
              <a:ln w="9525" cap="flat" cmpd="sng">
                <a:solidFill>
                  <a:srgbClr val="000000"/>
                </a:solidFill>
                <a:prstDash val="solid"/>
                <a:headEnd type="none" w="med" len="med"/>
                <a:tailEnd type="none" w="med" len="med"/>
              </a:ln>
            </p:spPr>
          </p:sp>
          <p:sp>
            <p:nvSpPr>
              <p:cNvPr id="99758" name="Line 688"/>
              <p:cNvSpPr/>
              <p:nvPr/>
            </p:nvSpPr>
            <p:spPr>
              <a:xfrm>
                <a:off x="3932" y="1187"/>
                <a:ext cx="1" cy="1"/>
              </a:xfrm>
              <a:prstGeom prst="line">
                <a:avLst/>
              </a:prstGeom>
              <a:ln w="9525" cap="flat" cmpd="sng">
                <a:solidFill>
                  <a:srgbClr val="000000"/>
                </a:solidFill>
                <a:prstDash val="solid"/>
                <a:headEnd type="none" w="med" len="med"/>
                <a:tailEnd type="none" w="med" len="med"/>
              </a:ln>
            </p:spPr>
          </p:sp>
          <p:sp>
            <p:nvSpPr>
              <p:cNvPr id="99759" name="Line 689"/>
              <p:cNvSpPr/>
              <p:nvPr/>
            </p:nvSpPr>
            <p:spPr>
              <a:xfrm>
                <a:off x="4049" y="1187"/>
                <a:ext cx="1" cy="1"/>
              </a:xfrm>
              <a:prstGeom prst="line">
                <a:avLst/>
              </a:prstGeom>
              <a:ln w="9525" cap="flat" cmpd="sng">
                <a:solidFill>
                  <a:srgbClr val="000000"/>
                </a:solidFill>
                <a:prstDash val="solid"/>
                <a:headEnd type="none" w="med" len="med"/>
                <a:tailEnd type="none" w="med" len="med"/>
              </a:ln>
            </p:spPr>
          </p:sp>
          <p:sp>
            <p:nvSpPr>
              <p:cNvPr id="99760" name="Line 690"/>
              <p:cNvSpPr/>
              <p:nvPr/>
            </p:nvSpPr>
            <p:spPr>
              <a:xfrm>
                <a:off x="4166" y="1187"/>
                <a:ext cx="1" cy="1"/>
              </a:xfrm>
              <a:prstGeom prst="line">
                <a:avLst/>
              </a:prstGeom>
              <a:ln w="9525" cap="flat" cmpd="sng">
                <a:solidFill>
                  <a:srgbClr val="000000"/>
                </a:solidFill>
                <a:prstDash val="solid"/>
                <a:headEnd type="none" w="med" len="med"/>
                <a:tailEnd type="none" w="med" len="med"/>
              </a:ln>
            </p:spPr>
          </p:sp>
          <p:sp>
            <p:nvSpPr>
              <p:cNvPr id="99761" name="Line 691"/>
              <p:cNvSpPr/>
              <p:nvPr/>
            </p:nvSpPr>
            <p:spPr>
              <a:xfrm>
                <a:off x="4283" y="1187"/>
                <a:ext cx="1" cy="1"/>
              </a:xfrm>
              <a:prstGeom prst="line">
                <a:avLst/>
              </a:prstGeom>
              <a:ln w="9525" cap="flat" cmpd="sng">
                <a:solidFill>
                  <a:srgbClr val="000000"/>
                </a:solidFill>
                <a:prstDash val="solid"/>
                <a:headEnd type="none" w="med" len="med"/>
                <a:tailEnd type="none" w="med" len="med"/>
              </a:ln>
            </p:spPr>
          </p:sp>
          <p:sp>
            <p:nvSpPr>
              <p:cNvPr id="99762" name="Line 692"/>
              <p:cNvSpPr/>
              <p:nvPr/>
            </p:nvSpPr>
            <p:spPr>
              <a:xfrm>
                <a:off x="4400" y="1187"/>
                <a:ext cx="1" cy="1"/>
              </a:xfrm>
              <a:prstGeom prst="line">
                <a:avLst/>
              </a:prstGeom>
              <a:ln w="9525" cap="flat" cmpd="sng">
                <a:solidFill>
                  <a:srgbClr val="000000"/>
                </a:solidFill>
                <a:prstDash val="solid"/>
                <a:headEnd type="none" w="med" len="med"/>
                <a:tailEnd type="none" w="med" len="med"/>
              </a:ln>
            </p:spPr>
          </p:sp>
          <p:sp>
            <p:nvSpPr>
              <p:cNvPr id="99763" name="Line 693"/>
              <p:cNvSpPr/>
              <p:nvPr/>
            </p:nvSpPr>
            <p:spPr>
              <a:xfrm>
                <a:off x="4517" y="1187"/>
                <a:ext cx="1" cy="1"/>
              </a:xfrm>
              <a:prstGeom prst="line">
                <a:avLst/>
              </a:prstGeom>
              <a:ln w="9525" cap="flat" cmpd="sng">
                <a:solidFill>
                  <a:srgbClr val="000000"/>
                </a:solidFill>
                <a:prstDash val="solid"/>
                <a:headEnd type="none" w="med" len="med"/>
                <a:tailEnd type="none" w="med" len="med"/>
              </a:ln>
            </p:spPr>
          </p:sp>
          <p:sp>
            <p:nvSpPr>
              <p:cNvPr id="99764" name="Line 694"/>
              <p:cNvSpPr/>
              <p:nvPr/>
            </p:nvSpPr>
            <p:spPr>
              <a:xfrm>
                <a:off x="4634" y="1187"/>
                <a:ext cx="1" cy="1"/>
              </a:xfrm>
              <a:prstGeom prst="line">
                <a:avLst/>
              </a:prstGeom>
              <a:ln w="9525" cap="flat" cmpd="sng">
                <a:solidFill>
                  <a:srgbClr val="000000"/>
                </a:solidFill>
                <a:prstDash val="solid"/>
                <a:headEnd type="none" w="med" len="med"/>
                <a:tailEnd type="none" w="med" len="med"/>
              </a:ln>
            </p:spPr>
          </p:sp>
          <p:sp>
            <p:nvSpPr>
              <p:cNvPr id="99765" name="Line 695"/>
              <p:cNvSpPr/>
              <p:nvPr/>
            </p:nvSpPr>
            <p:spPr>
              <a:xfrm>
                <a:off x="4751" y="1187"/>
                <a:ext cx="1" cy="1"/>
              </a:xfrm>
              <a:prstGeom prst="line">
                <a:avLst/>
              </a:prstGeom>
              <a:ln w="9525" cap="flat" cmpd="sng">
                <a:solidFill>
                  <a:srgbClr val="000000"/>
                </a:solidFill>
                <a:prstDash val="solid"/>
                <a:headEnd type="none" w="med" len="med"/>
                <a:tailEnd type="none" w="med" len="med"/>
              </a:ln>
            </p:spPr>
          </p:sp>
          <p:sp>
            <p:nvSpPr>
              <p:cNvPr id="99766" name="Line 696"/>
              <p:cNvSpPr/>
              <p:nvPr/>
            </p:nvSpPr>
            <p:spPr>
              <a:xfrm>
                <a:off x="4868" y="1187"/>
                <a:ext cx="1" cy="1"/>
              </a:xfrm>
              <a:prstGeom prst="line">
                <a:avLst/>
              </a:prstGeom>
              <a:ln w="9525" cap="flat" cmpd="sng">
                <a:solidFill>
                  <a:srgbClr val="000000"/>
                </a:solidFill>
                <a:prstDash val="solid"/>
                <a:headEnd type="none" w="med" len="med"/>
                <a:tailEnd type="none" w="med" len="med"/>
              </a:ln>
            </p:spPr>
          </p:sp>
          <p:sp>
            <p:nvSpPr>
              <p:cNvPr id="99767" name="Line 697"/>
              <p:cNvSpPr/>
              <p:nvPr/>
            </p:nvSpPr>
            <p:spPr>
              <a:xfrm>
                <a:off x="4985" y="1187"/>
                <a:ext cx="1" cy="1"/>
              </a:xfrm>
              <a:prstGeom prst="line">
                <a:avLst/>
              </a:prstGeom>
              <a:ln w="9525" cap="flat" cmpd="sng">
                <a:solidFill>
                  <a:srgbClr val="000000"/>
                </a:solidFill>
                <a:prstDash val="solid"/>
                <a:headEnd type="none" w="med" len="med"/>
                <a:tailEnd type="none" w="med" len="med"/>
              </a:ln>
            </p:spPr>
          </p:sp>
          <p:sp>
            <p:nvSpPr>
              <p:cNvPr id="99768" name="Line 698"/>
              <p:cNvSpPr/>
              <p:nvPr/>
            </p:nvSpPr>
            <p:spPr>
              <a:xfrm>
                <a:off x="5102" y="1187"/>
                <a:ext cx="1" cy="1"/>
              </a:xfrm>
              <a:prstGeom prst="line">
                <a:avLst/>
              </a:prstGeom>
              <a:ln w="9525" cap="flat" cmpd="sng">
                <a:solidFill>
                  <a:srgbClr val="000000"/>
                </a:solidFill>
                <a:prstDash val="solid"/>
                <a:headEnd type="none" w="med" len="med"/>
                <a:tailEnd type="none" w="med" len="med"/>
              </a:ln>
            </p:spPr>
          </p:sp>
          <p:sp>
            <p:nvSpPr>
              <p:cNvPr id="99769" name="Line 699"/>
              <p:cNvSpPr/>
              <p:nvPr/>
            </p:nvSpPr>
            <p:spPr>
              <a:xfrm>
                <a:off x="5219" y="1187"/>
                <a:ext cx="1" cy="1"/>
              </a:xfrm>
              <a:prstGeom prst="line">
                <a:avLst/>
              </a:prstGeom>
              <a:ln w="9525" cap="flat" cmpd="sng">
                <a:solidFill>
                  <a:srgbClr val="000000"/>
                </a:solidFill>
                <a:prstDash val="solid"/>
                <a:headEnd type="none" w="med" len="med"/>
                <a:tailEnd type="none" w="med" len="med"/>
              </a:ln>
            </p:spPr>
          </p:sp>
          <p:sp>
            <p:nvSpPr>
              <p:cNvPr id="99770" name="Line 700"/>
              <p:cNvSpPr/>
              <p:nvPr/>
            </p:nvSpPr>
            <p:spPr>
              <a:xfrm>
                <a:off x="5336" y="1187"/>
                <a:ext cx="1" cy="1"/>
              </a:xfrm>
              <a:prstGeom prst="line">
                <a:avLst/>
              </a:prstGeom>
              <a:ln w="9525" cap="flat" cmpd="sng">
                <a:solidFill>
                  <a:srgbClr val="000000"/>
                </a:solidFill>
                <a:prstDash val="solid"/>
                <a:headEnd type="none" w="med" len="med"/>
                <a:tailEnd type="none" w="med" len="med"/>
              </a:ln>
            </p:spPr>
          </p:sp>
          <p:sp>
            <p:nvSpPr>
              <p:cNvPr id="99771" name="Line 701"/>
              <p:cNvSpPr/>
              <p:nvPr/>
            </p:nvSpPr>
            <p:spPr>
              <a:xfrm>
                <a:off x="3230" y="1187"/>
                <a:ext cx="2106" cy="1"/>
              </a:xfrm>
              <a:prstGeom prst="line">
                <a:avLst/>
              </a:prstGeom>
              <a:ln w="9525" cap="flat" cmpd="sng">
                <a:solidFill>
                  <a:srgbClr val="000000"/>
                </a:solidFill>
                <a:prstDash val="solid"/>
                <a:headEnd type="none" w="med" len="med"/>
                <a:tailEnd type="none" w="med" len="med"/>
              </a:ln>
            </p:spPr>
          </p:sp>
          <p:sp>
            <p:nvSpPr>
              <p:cNvPr id="99772" name="Line 702"/>
              <p:cNvSpPr/>
              <p:nvPr/>
            </p:nvSpPr>
            <p:spPr>
              <a:xfrm>
                <a:off x="5336" y="1843"/>
                <a:ext cx="1" cy="1"/>
              </a:xfrm>
              <a:prstGeom prst="line">
                <a:avLst/>
              </a:prstGeom>
              <a:ln w="9525" cap="flat" cmpd="sng">
                <a:solidFill>
                  <a:srgbClr val="000000"/>
                </a:solidFill>
                <a:prstDash val="solid"/>
                <a:headEnd type="none" w="med" len="med"/>
                <a:tailEnd type="none" w="med" len="med"/>
              </a:ln>
            </p:spPr>
          </p:sp>
          <p:sp>
            <p:nvSpPr>
              <p:cNvPr id="99773" name="Line 703"/>
              <p:cNvSpPr/>
              <p:nvPr/>
            </p:nvSpPr>
            <p:spPr>
              <a:xfrm>
                <a:off x="5336" y="1770"/>
                <a:ext cx="1" cy="1"/>
              </a:xfrm>
              <a:prstGeom prst="line">
                <a:avLst/>
              </a:prstGeom>
              <a:ln w="9525" cap="flat" cmpd="sng">
                <a:solidFill>
                  <a:srgbClr val="000000"/>
                </a:solidFill>
                <a:prstDash val="solid"/>
                <a:headEnd type="none" w="med" len="med"/>
                <a:tailEnd type="none" w="med" len="med"/>
              </a:ln>
            </p:spPr>
          </p:sp>
          <p:sp>
            <p:nvSpPr>
              <p:cNvPr id="99774" name="Line 704"/>
              <p:cNvSpPr/>
              <p:nvPr/>
            </p:nvSpPr>
            <p:spPr>
              <a:xfrm>
                <a:off x="5336" y="1697"/>
                <a:ext cx="1" cy="1"/>
              </a:xfrm>
              <a:prstGeom prst="line">
                <a:avLst/>
              </a:prstGeom>
              <a:ln w="9525" cap="flat" cmpd="sng">
                <a:solidFill>
                  <a:srgbClr val="000000"/>
                </a:solidFill>
                <a:prstDash val="solid"/>
                <a:headEnd type="none" w="med" len="med"/>
                <a:tailEnd type="none" w="med" len="med"/>
              </a:ln>
            </p:spPr>
          </p:sp>
          <p:sp>
            <p:nvSpPr>
              <p:cNvPr id="99775" name="Line 705"/>
              <p:cNvSpPr/>
              <p:nvPr/>
            </p:nvSpPr>
            <p:spPr>
              <a:xfrm>
                <a:off x="5336" y="1624"/>
                <a:ext cx="1" cy="1"/>
              </a:xfrm>
              <a:prstGeom prst="line">
                <a:avLst/>
              </a:prstGeom>
              <a:ln w="9525" cap="flat" cmpd="sng">
                <a:solidFill>
                  <a:srgbClr val="000000"/>
                </a:solidFill>
                <a:prstDash val="solid"/>
                <a:headEnd type="none" w="med" len="med"/>
                <a:tailEnd type="none" w="med" len="med"/>
              </a:ln>
            </p:spPr>
          </p:sp>
          <p:sp>
            <p:nvSpPr>
              <p:cNvPr id="99776" name="Line 706"/>
              <p:cNvSpPr/>
              <p:nvPr/>
            </p:nvSpPr>
            <p:spPr>
              <a:xfrm>
                <a:off x="5336" y="1551"/>
                <a:ext cx="1" cy="1"/>
              </a:xfrm>
              <a:prstGeom prst="line">
                <a:avLst/>
              </a:prstGeom>
              <a:ln w="9525" cap="flat" cmpd="sng">
                <a:solidFill>
                  <a:srgbClr val="000000"/>
                </a:solidFill>
                <a:prstDash val="solid"/>
                <a:headEnd type="none" w="med" len="med"/>
                <a:tailEnd type="none" w="med" len="med"/>
              </a:ln>
            </p:spPr>
          </p:sp>
          <p:sp>
            <p:nvSpPr>
              <p:cNvPr id="99777" name="Line 707"/>
              <p:cNvSpPr/>
              <p:nvPr/>
            </p:nvSpPr>
            <p:spPr>
              <a:xfrm>
                <a:off x="5336" y="1478"/>
                <a:ext cx="1" cy="1"/>
              </a:xfrm>
              <a:prstGeom prst="line">
                <a:avLst/>
              </a:prstGeom>
              <a:ln w="9525" cap="flat" cmpd="sng">
                <a:solidFill>
                  <a:srgbClr val="000000"/>
                </a:solidFill>
                <a:prstDash val="solid"/>
                <a:headEnd type="none" w="med" len="med"/>
                <a:tailEnd type="none" w="med" len="med"/>
              </a:ln>
            </p:spPr>
          </p:sp>
          <p:sp>
            <p:nvSpPr>
              <p:cNvPr id="99778" name="Line 708"/>
              <p:cNvSpPr/>
              <p:nvPr/>
            </p:nvSpPr>
            <p:spPr>
              <a:xfrm>
                <a:off x="5336" y="1406"/>
                <a:ext cx="1" cy="1"/>
              </a:xfrm>
              <a:prstGeom prst="line">
                <a:avLst/>
              </a:prstGeom>
              <a:ln w="9525" cap="flat" cmpd="sng">
                <a:solidFill>
                  <a:srgbClr val="000000"/>
                </a:solidFill>
                <a:prstDash val="solid"/>
                <a:headEnd type="none" w="med" len="med"/>
                <a:tailEnd type="none" w="med" len="med"/>
              </a:ln>
            </p:spPr>
          </p:sp>
          <p:sp>
            <p:nvSpPr>
              <p:cNvPr id="99779" name="Line 709"/>
              <p:cNvSpPr/>
              <p:nvPr/>
            </p:nvSpPr>
            <p:spPr>
              <a:xfrm>
                <a:off x="5336" y="1333"/>
                <a:ext cx="1" cy="1"/>
              </a:xfrm>
              <a:prstGeom prst="line">
                <a:avLst/>
              </a:prstGeom>
              <a:ln w="9525" cap="flat" cmpd="sng">
                <a:solidFill>
                  <a:srgbClr val="000000"/>
                </a:solidFill>
                <a:prstDash val="solid"/>
                <a:headEnd type="none" w="med" len="med"/>
                <a:tailEnd type="none" w="med" len="med"/>
              </a:ln>
            </p:spPr>
          </p:sp>
          <p:sp>
            <p:nvSpPr>
              <p:cNvPr id="99780" name="Line 710"/>
              <p:cNvSpPr/>
              <p:nvPr/>
            </p:nvSpPr>
            <p:spPr>
              <a:xfrm>
                <a:off x="5336" y="1260"/>
                <a:ext cx="1" cy="1"/>
              </a:xfrm>
              <a:prstGeom prst="line">
                <a:avLst/>
              </a:prstGeom>
              <a:ln w="9525" cap="flat" cmpd="sng">
                <a:solidFill>
                  <a:srgbClr val="000000"/>
                </a:solidFill>
                <a:prstDash val="solid"/>
                <a:headEnd type="none" w="med" len="med"/>
                <a:tailEnd type="none" w="med" len="med"/>
              </a:ln>
            </p:spPr>
          </p:sp>
          <p:sp>
            <p:nvSpPr>
              <p:cNvPr id="99781" name="Line 711"/>
              <p:cNvSpPr/>
              <p:nvPr/>
            </p:nvSpPr>
            <p:spPr>
              <a:xfrm>
                <a:off x="5336" y="1187"/>
                <a:ext cx="1" cy="1"/>
              </a:xfrm>
              <a:prstGeom prst="line">
                <a:avLst/>
              </a:prstGeom>
              <a:ln w="9525" cap="flat" cmpd="sng">
                <a:solidFill>
                  <a:srgbClr val="000000"/>
                </a:solidFill>
                <a:prstDash val="solid"/>
                <a:headEnd type="none" w="med" len="med"/>
                <a:tailEnd type="none" w="med" len="med"/>
              </a:ln>
            </p:spPr>
          </p:sp>
          <p:sp>
            <p:nvSpPr>
              <p:cNvPr id="99782" name="Line 712"/>
              <p:cNvSpPr/>
              <p:nvPr/>
            </p:nvSpPr>
            <p:spPr>
              <a:xfrm flipV="1">
                <a:off x="5336" y="1187"/>
                <a:ext cx="1" cy="656"/>
              </a:xfrm>
              <a:prstGeom prst="line">
                <a:avLst/>
              </a:prstGeom>
              <a:ln w="9525" cap="flat" cmpd="sng">
                <a:solidFill>
                  <a:srgbClr val="000000"/>
                </a:solidFill>
                <a:prstDash val="solid"/>
                <a:headEnd type="none" w="med" len="med"/>
                <a:tailEnd type="none" w="med" len="med"/>
              </a:ln>
            </p:spPr>
          </p:sp>
          <p:sp>
            <p:nvSpPr>
              <p:cNvPr id="99783" name="Freeform 713"/>
              <p:cNvSpPr/>
              <p:nvPr/>
            </p:nvSpPr>
            <p:spPr>
              <a:xfrm>
                <a:off x="3465" y="1260"/>
                <a:ext cx="1635" cy="583"/>
              </a:xfrm>
              <a:custGeom>
                <a:avLst/>
                <a:gdLst/>
                <a:ahLst/>
                <a:cxnLst>
                  <a:cxn ang="0">
                    <a:pos x="23" y="582"/>
                  </a:cxn>
                  <a:cxn ang="0">
                    <a:pos x="49" y="582"/>
                  </a:cxn>
                  <a:cxn ang="0">
                    <a:pos x="75" y="583"/>
                  </a:cxn>
                  <a:cxn ang="0">
                    <a:pos x="100" y="583"/>
                  </a:cxn>
                  <a:cxn ang="0">
                    <a:pos x="126" y="582"/>
                  </a:cxn>
                  <a:cxn ang="0">
                    <a:pos x="152" y="582"/>
                  </a:cxn>
                  <a:cxn ang="0">
                    <a:pos x="178" y="583"/>
                  </a:cxn>
                  <a:cxn ang="0">
                    <a:pos x="203" y="579"/>
                  </a:cxn>
                  <a:cxn ang="0">
                    <a:pos x="229" y="569"/>
                  </a:cxn>
                  <a:cxn ang="0">
                    <a:pos x="255" y="559"/>
                  </a:cxn>
                  <a:cxn ang="0">
                    <a:pos x="281" y="557"/>
                  </a:cxn>
                  <a:cxn ang="0">
                    <a:pos x="307" y="567"/>
                  </a:cxn>
                  <a:cxn ang="0">
                    <a:pos x="332" y="579"/>
                  </a:cxn>
                  <a:cxn ang="0">
                    <a:pos x="358" y="583"/>
                  </a:cxn>
                  <a:cxn ang="0">
                    <a:pos x="384" y="581"/>
                  </a:cxn>
                  <a:cxn ang="0">
                    <a:pos x="409" y="580"/>
                  </a:cxn>
                  <a:cxn ang="0">
                    <a:pos x="435" y="582"/>
                  </a:cxn>
                  <a:cxn ang="0">
                    <a:pos x="461" y="582"/>
                  </a:cxn>
                  <a:cxn ang="0">
                    <a:pos x="486" y="578"/>
                  </a:cxn>
                  <a:cxn ang="0">
                    <a:pos x="512" y="578"/>
                  </a:cxn>
                  <a:cxn ang="0">
                    <a:pos x="538" y="583"/>
                  </a:cxn>
                  <a:cxn ang="0">
                    <a:pos x="564" y="572"/>
                  </a:cxn>
                  <a:cxn ang="0">
                    <a:pos x="589" y="513"/>
                  </a:cxn>
                  <a:cxn ang="0">
                    <a:pos x="615" y="412"/>
                  </a:cxn>
                  <a:cxn ang="0">
                    <a:pos x="641" y="332"/>
                  </a:cxn>
                  <a:cxn ang="0">
                    <a:pos x="667" y="351"/>
                  </a:cxn>
                  <a:cxn ang="0">
                    <a:pos x="692" y="469"/>
                  </a:cxn>
                  <a:cxn ang="0">
                    <a:pos x="718" y="575"/>
                  </a:cxn>
                  <a:cxn ang="0">
                    <a:pos x="744" y="535"/>
                  </a:cxn>
                  <a:cxn ang="0">
                    <a:pos x="769" y="326"/>
                  </a:cxn>
                  <a:cxn ang="0">
                    <a:pos x="795" y="86"/>
                  </a:cxn>
                  <a:cxn ang="0">
                    <a:pos x="821" y="2"/>
                  </a:cxn>
                  <a:cxn ang="0">
                    <a:pos x="847" y="143"/>
                  </a:cxn>
                  <a:cxn ang="0">
                    <a:pos x="872" y="395"/>
                  </a:cxn>
                  <a:cxn ang="0">
                    <a:pos x="898" y="565"/>
                  </a:cxn>
                  <a:cxn ang="0">
                    <a:pos x="924" y="556"/>
                  </a:cxn>
                  <a:cxn ang="0">
                    <a:pos x="950" y="432"/>
                  </a:cxn>
                  <a:cxn ang="0">
                    <a:pos x="976" y="334"/>
                  </a:cxn>
                  <a:cxn ang="0">
                    <a:pos x="1001" y="346"/>
                  </a:cxn>
                  <a:cxn ang="0">
                    <a:pos x="1027" y="441"/>
                  </a:cxn>
                  <a:cxn ang="0">
                    <a:pos x="1053" y="535"/>
                  </a:cxn>
                  <a:cxn ang="0">
                    <a:pos x="1078" y="578"/>
                  </a:cxn>
                  <a:cxn ang="0">
                    <a:pos x="1104" y="582"/>
                  </a:cxn>
                  <a:cxn ang="0">
                    <a:pos x="1130" y="577"/>
                  </a:cxn>
                  <a:cxn ang="0">
                    <a:pos x="1155" y="580"/>
                  </a:cxn>
                  <a:cxn ang="0">
                    <a:pos x="1181" y="583"/>
                  </a:cxn>
                  <a:cxn ang="0">
                    <a:pos x="1207" y="581"/>
                  </a:cxn>
                  <a:cxn ang="0">
                    <a:pos x="1233" y="579"/>
                  </a:cxn>
                  <a:cxn ang="0">
                    <a:pos x="1258" y="582"/>
                  </a:cxn>
                  <a:cxn ang="0">
                    <a:pos x="1284" y="583"/>
                  </a:cxn>
                  <a:cxn ang="0">
                    <a:pos x="1310" y="576"/>
                  </a:cxn>
                  <a:cxn ang="0">
                    <a:pos x="1336" y="563"/>
                  </a:cxn>
                  <a:cxn ang="0">
                    <a:pos x="1362" y="556"/>
                  </a:cxn>
                  <a:cxn ang="0">
                    <a:pos x="1387" y="561"/>
                  </a:cxn>
                  <a:cxn ang="0">
                    <a:pos x="1413" y="573"/>
                  </a:cxn>
                  <a:cxn ang="0">
                    <a:pos x="1439" y="581"/>
                  </a:cxn>
                  <a:cxn ang="0">
                    <a:pos x="1464" y="583"/>
                  </a:cxn>
                  <a:cxn ang="0">
                    <a:pos x="1490" y="582"/>
                  </a:cxn>
                  <a:cxn ang="0">
                    <a:pos x="1516" y="582"/>
                  </a:cxn>
                  <a:cxn ang="0">
                    <a:pos x="1541" y="583"/>
                  </a:cxn>
                  <a:cxn ang="0">
                    <a:pos x="1567" y="583"/>
                  </a:cxn>
                  <a:cxn ang="0">
                    <a:pos x="1593" y="582"/>
                  </a:cxn>
                  <a:cxn ang="0">
                    <a:pos x="1619" y="582"/>
                  </a:cxn>
                </a:cxnLst>
                <a:pathLst>
                  <a:path w="4905" h="3496">
                    <a:moveTo>
                      <a:pt x="0" y="3495"/>
                    </a:moveTo>
                    <a:lnTo>
                      <a:pt x="6" y="3495"/>
                    </a:lnTo>
                    <a:lnTo>
                      <a:pt x="13" y="3495"/>
                    </a:lnTo>
                    <a:lnTo>
                      <a:pt x="21" y="3494"/>
                    </a:lnTo>
                    <a:lnTo>
                      <a:pt x="28" y="3494"/>
                    </a:lnTo>
                    <a:lnTo>
                      <a:pt x="35" y="3493"/>
                    </a:lnTo>
                    <a:lnTo>
                      <a:pt x="42" y="3493"/>
                    </a:lnTo>
                    <a:lnTo>
                      <a:pt x="49" y="3493"/>
                    </a:lnTo>
                    <a:lnTo>
                      <a:pt x="55" y="3491"/>
                    </a:lnTo>
                    <a:lnTo>
                      <a:pt x="63" y="3491"/>
                    </a:lnTo>
                    <a:lnTo>
                      <a:pt x="70" y="3491"/>
                    </a:lnTo>
                    <a:lnTo>
                      <a:pt x="77" y="3490"/>
                    </a:lnTo>
                    <a:lnTo>
                      <a:pt x="84" y="3490"/>
                    </a:lnTo>
                    <a:lnTo>
                      <a:pt x="91" y="3490"/>
                    </a:lnTo>
                    <a:lnTo>
                      <a:pt x="97" y="3490"/>
                    </a:lnTo>
                    <a:lnTo>
                      <a:pt x="104" y="3490"/>
                    </a:lnTo>
                    <a:lnTo>
                      <a:pt x="112" y="3490"/>
                    </a:lnTo>
                    <a:lnTo>
                      <a:pt x="119" y="3490"/>
                    </a:lnTo>
                    <a:lnTo>
                      <a:pt x="126" y="3490"/>
                    </a:lnTo>
                    <a:lnTo>
                      <a:pt x="133" y="3490"/>
                    </a:lnTo>
                    <a:lnTo>
                      <a:pt x="140" y="3491"/>
                    </a:lnTo>
                    <a:lnTo>
                      <a:pt x="146" y="3491"/>
                    </a:lnTo>
                    <a:lnTo>
                      <a:pt x="155" y="3491"/>
                    </a:lnTo>
                    <a:lnTo>
                      <a:pt x="161" y="3493"/>
                    </a:lnTo>
                    <a:lnTo>
                      <a:pt x="168" y="3493"/>
                    </a:lnTo>
                    <a:lnTo>
                      <a:pt x="175" y="3493"/>
                    </a:lnTo>
                    <a:lnTo>
                      <a:pt x="182" y="3494"/>
                    </a:lnTo>
                    <a:lnTo>
                      <a:pt x="188" y="3494"/>
                    </a:lnTo>
                    <a:lnTo>
                      <a:pt x="197" y="3495"/>
                    </a:lnTo>
                    <a:lnTo>
                      <a:pt x="203" y="3495"/>
                    </a:lnTo>
                    <a:lnTo>
                      <a:pt x="210" y="3495"/>
                    </a:lnTo>
                    <a:lnTo>
                      <a:pt x="217" y="3495"/>
                    </a:lnTo>
                    <a:lnTo>
                      <a:pt x="224" y="3496"/>
                    </a:lnTo>
                    <a:lnTo>
                      <a:pt x="231" y="3496"/>
                    </a:lnTo>
                    <a:lnTo>
                      <a:pt x="239" y="3496"/>
                    </a:lnTo>
                    <a:lnTo>
                      <a:pt x="246" y="3496"/>
                    </a:lnTo>
                    <a:lnTo>
                      <a:pt x="252" y="3496"/>
                    </a:lnTo>
                    <a:lnTo>
                      <a:pt x="259" y="3496"/>
                    </a:lnTo>
                    <a:lnTo>
                      <a:pt x="266" y="3496"/>
                    </a:lnTo>
                    <a:lnTo>
                      <a:pt x="273" y="3496"/>
                    </a:lnTo>
                    <a:lnTo>
                      <a:pt x="281" y="3495"/>
                    </a:lnTo>
                    <a:lnTo>
                      <a:pt x="288" y="3495"/>
                    </a:lnTo>
                    <a:lnTo>
                      <a:pt x="294" y="3495"/>
                    </a:lnTo>
                    <a:lnTo>
                      <a:pt x="301" y="3494"/>
                    </a:lnTo>
                    <a:lnTo>
                      <a:pt x="308" y="3494"/>
                    </a:lnTo>
                    <a:lnTo>
                      <a:pt x="315" y="3493"/>
                    </a:lnTo>
                    <a:lnTo>
                      <a:pt x="323" y="3493"/>
                    </a:lnTo>
                    <a:lnTo>
                      <a:pt x="330" y="3491"/>
                    </a:lnTo>
                    <a:lnTo>
                      <a:pt x="337" y="3491"/>
                    </a:lnTo>
                    <a:lnTo>
                      <a:pt x="343" y="3491"/>
                    </a:lnTo>
                    <a:lnTo>
                      <a:pt x="350" y="3490"/>
                    </a:lnTo>
                    <a:lnTo>
                      <a:pt x="357" y="3490"/>
                    </a:lnTo>
                    <a:lnTo>
                      <a:pt x="365" y="3489"/>
                    </a:lnTo>
                    <a:lnTo>
                      <a:pt x="372" y="3489"/>
                    </a:lnTo>
                    <a:lnTo>
                      <a:pt x="379" y="3489"/>
                    </a:lnTo>
                    <a:lnTo>
                      <a:pt x="386" y="3489"/>
                    </a:lnTo>
                    <a:lnTo>
                      <a:pt x="392" y="3488"/>
                    </a:lnTo>
                    <a:lnTo>
                      <a:pt x="399" y="3488"/>
                    </a:lnTo>
                    <a:lnTo>
                      <a:pt x="407" y="3488"/>
                    </a:lnTo>
                    <a:lnTo>
                      <a:pt x="414" y="3489"/>
                    </a:lnTo>
                    <a:lnTo>
                      <a:pt x="421" y="3489"/>
                    </a:lnTo>
                    <a:lnTo>
                      <a:pt x="428" y="3489"/>
                    </a:lnTo>
                    <a:lnTo>
                      <a:pt x="434" y="3489"/>
                    </a:lnTo>
                    <a:lnTo>
                      <a:pt x="441" y="3490"/>
                    </a:lnTo>
                    <a:lnTo>
                      <a:pt x="449" y="3490"/>
                    </a:lnTo>
                    <a:lnTo>
                      <a:pt x="456" y="3491"/>
                    </a:lnTo>
                    <a:lnTo>
                      <a:pt x="463" y="3491"/>
                    </a:lnTo>
                    <a:lnTo>
                      <a:pt x="470" y="3493"/>
                    </a:lnTo>
                    <a:lnTo>
                      <a:pt x="477" y="3494"/>
                    </a:lnTo>
                    <a:lnTo>
                      <a:pt x="483" y="3494"/>
                    </a:lnTo>
                    <a:lnTo>
                      <a:pt x="492" y="3495"/>
                    </a:lnTo>
                    <a:lnTo>
                      <a:pt x="498" y="3495"/>
                    </a:lnTo>
                    <a:lnTo>
                      <a:pt x="505" y="3496"/>
                    </a:lnTo>
                    <a:lnTo>
                      <a:pt x="512" y="3496"/>
                    </a:lnTo>
                    <a:lnTo>
                      <a:pt x="519" y="3496"/>
                    </a:lnTo>
                    <a:lnTo>
                      <a:pt x="526" y="3496"/>
                    </a:lnTo>
                    <a:lnTo>
                      <a:pt x="534" y="3496"/>
                    </a:lnTo>
                    <a:lnTo>
                      <a:pt x="540" y="3495"/>
                    </a:lnTo>
                    <a:lnTo>
                      <a:pt x="547" y="3495"/>
                    </a:lnTo>
                    <a:lnTo>
                      <a:pt x="554" y="3494"/>
                    </a:lnTo>
                    <a:lnTo>
                      <a:pt x="561" y="3493"/>
                    </a:lnTo>
                    <a:lnTo>
                      <a:pt x="568" y="3491"/>
                    </a:lnTo>
                    <a:lnTo>
                      <a:pt x="576" y="3489"/>
                    </a:lnTo>
                    <a:lnTo>
                      <a:pt x="583" y="3487"/>
                    </a:lnTo>
                    <a:lnTo>
                      <a:pt x="589" y="3485"/>
                    </a:lnTo>
                    <a:lnTo>
                      <a:pt x="596" y="3482"/>
                    </a:lnTo>
                    <a:lnTo>
                      <a:pt x="603" y="3479"/>
                    </a:lnTo>
                    <a:lnTo>
                      <a:pt x="610" y="3475"/>
                    </a:lnTo>
                    <a:lnTo>
                      <a:pt x="617" y="3471"/>
                    </a:lnTo>
                    <a:lnTo>
                      <a:pt x="625" y="3466"/>
                    </a:lnTo>
                    <a:lnTo>
                      <a:pt x="632" y="3462"/>
                    </a:lnTo>
                    <a:lnTo>
                      <a:pt x="638" y="3457"/>
                    </a:lnTo>
                    <a:lnTo>
                      <a:pt x="645" y="3451"/>
                    </a:lnTo>
                    <a:lnTo>
                      <a:pt x="652" y="3447"/>
                    </a:lnTo>
                    <a:lnTo>
                      <a:pt x="659" y="3441"/>
                    </a:lnTo>
                    <a:lnTo>
                      <a:pt x="667" y="3434"/>
                    </a:lnTo>
                    <a:lnTo>
                      <a:pt x="674" y="3428"/>
                    </a:lnTo>
                    <a:lnTo>
                      <a:pt x="680" y="3421"/>
                    </a:lnTo>
                    <a:lnTo>
                      <a:pt x="687" y="3415"/>
                    </a:lnTo>
                    <a:lnTo>
                      <a:pt x="694" y="3409"/>
                    </a:lnTo>
                    <a:lnTo>
                      <a:pt x="701" y="3403"/>
                    </a:lnTo>
                    <a:lnTo>
                      <a:pt x="709" y="3396"/>
                    </a:lnTo>
                    <a:lnTo>
                      <a:pt x="716" y="3389"/>
                    </a:lnTo>
                    <a:lnTo>
                      <a:pt x="723" y="3383"/>
                    </a:lnTo>
                    <a:lnTo>
                      <a:pt x="729" y="3378"/>
                    </a:lnTo>
                    <a:lnTo>
                      <a:pt x="736" y="3372"/>
                    </a:lnTo>
                    <a:lnTo>
                      <a:pt x="743" y="3366"/>
                    </a:lnTo>
                    <a:lnTo>
                      <a:pt x="751" y="3361"/>
                    </a:lnTo>
                    <a:lnTo>
                      <a:pt x="758" y="3357"/>
                    </a:lnTo>
                    <a:lnTo>
                      <a:pt x="765" y="3352"/>
                    </a:lnTo>
                    <a:lnTo>
                      <a:pt x="771" y="3349"/>
                    </a:lnTo>
                    <a:lnTo>
                      <a:pt x="778" y="3345"/>
                    </a:lnTo>
                    <a:lnTo>
                      <a:pt x="785" y="3342"/>
                    </a:lnTo>
                    <a:lnTo>
                      <a:pt x="793" y="3340"/>
                    </a:lnTo>
                    <a:lnTo>
                      <a:pt x="800" y="3338"/>
                    </a:lnTo>
                    <a:lnTo>
                      <a:pt x="807" y="3337"/>
                    </a:lnTo>
                    <a:lnTo>
                      <a:pt x="814" y="3337"/>
                    </a:lnTo>
                    <a:lnTo>
                      <a:pt x="820" y="3337"/>
                    </a:lnTo>
                    <a:lnTo>
                      <a:pt x="827" y="3338"/>
                    </a:lnTo>
                    <a:lnTo>
                      <a:pt x="835" y="3340"/>
                    </a:lnTo>
                    <a:lnTo>
                      <a:pt x="842" y="3342"/>
                    </a:lnTo>
                    <a:lnTo>
                      <a:pt x="849" y="3345"/>
                    </a:lnTo>
                    <a:lnTo>
                      <a:pt x="856" y="3349"/>
                    </a:lnTo>
                    <a:lnTo>
                      <a:pt x="863" y="3352"/>
                    </a:lnTo>
                    <a:lnTo>
                      <a:pt x="869" y="3357"/>
                    </a:lnTo>
                    <a:lnTo>
                      <a:pt x="877" y="3361"/>
                    </a:lnTo>
                    <a:lnTo>
                      <a:pt x="884" y="3367"/>
                    </a:lnTo>
                    <a:lnTo>
                      <a:pt x="891" y="3373"/>
                    </a:lnTo>
                    <a:lnTo>
                      <a:pt x="898" y="3379"/>
                    </a:lnTo>
                    <a:lnTo>
                      <a:pt x="905" y="3386"/>
                    </a:lnTo>
                    <a:lnTo>
                      <a:pt x="911" y="3391"/>
                    </a:lnTo>
                    <a:lnTo>
                      <a:pt x="920" y="3398"/>
                    </a:lnTo>
                    <a:lnTo>
                      <a:pt x="926" y="3405"/>
                    </a:lnTo>
                    <a:lnTo>
                      <a:pt x="933" y="3412"/>
                    </a:lnTo>
                    <a:lnTo>
                      <a:pt x="940" y="3419"/>
                    </a:lnTo>
                    <a:lnTo>
                      <a:pt x="947" y="3426"/>
                    </a:lnTo>
                    <a:lnTo>
                      <a:pt x="954" y="3433"/>
                    </a:lnTo>
                    <a:lnTo>
                      <a:pt x="962" y="3440"/>
                    </a:lnTo>
                    <a:lnTo>
                      <a:pt x="969" y="3447"/>
                    </a:lnTo>
                    <a:lnTo>
                      <a:pt x="975" y="3452"/>
                    </a:lnTo>
                    <a:lnTo>
                      <a:pt x="982" y="3458"/>
                    </a:lnTo>
                    <a:lnTo>
                      <a:pt x="989" y="3464"/>
                    </a:lnTo>
                    <a:lnTo>
                      <a:pt x="996" y="3470"/>
                    </a:lnTo>
                    <a:lnTo>
                      <a:pt x="1004" y="3474"/>
                    </a:lnTo>
                    <a:lnTo>
                      <a:pt x="1011" y="3478"/>
                    </a:lnTo>
                    <a:lnTo>
                      <a:pt x="1017" y="3482"/>
                    </a:lnTo>
                    <a:lnTo>
                      <a:pt x="1024" y="3486"/>
                    </a:lnTo>
                    <a:lnTo>
                      <a:pt x="1031" y="3488"/>
                    </a:lnTo>
                    <a:lnTo>
                      <a:pt x="1038" y="3490"/>
                    </a:lnTo>
                    <a:lnTo>
                      <a:pt x="1046" y="3493"/>
                    </a:lnTo>
                    <a:lnTo>
                      <a:pt x="1053" y="3494"/>
                    </a:lnTo>
                    <a:lnTo>
                      <a:pt x="1060" y="3495"/>
                    </a:lnTo>
                    <a:lnTo>
                      <a:pt x="1066" y="3496"/>
                    </a:lnTo>
                    <a:lnTo>
                      <a:pt x="1073" y="3496"/>
                    </a:lnTo>
                    <a:lnTo>
                      <a:pt x="1080" y="3496"/>
                    </a:lnTo>
                    <a:lnTo>
                      <a:pt x="1088" y="3495"/>
                    </a:lnTo>
                    <a:lnTo>
                      <a:pt x="1095" y="3495"/>
                    </a:lnTo>
                    <a:lnTo>
                      <a:pt x="1102" y="3494"/>
                    </a:lnTo>
                    <a:lnTo>
                      <a:pt x="1108" y="3493"/>
                    </a:lnTo>
                    <a:lnTo>
                      <a:pt x="1115" y="3491"/>
                    </a:lnTo>
                    <a:lnTo>
                      <a:pt x="1122" y="3489"/>
                    </a:lnTo>
                    <a:lnTo>
                      <a:pt x="1130" y="3488"/>
                    </a:lnTo>
                    <a:lnTo>
                      <a:pt x="1137" y="3487"/>
                    </a:lnTo>
                    <a:lnTo>
                      <a:pt x="1144" y="3485"/>
                    </a:lnTo>
                    <a:lnTo>
                      <a:pt x="1151" y="3483"/>
                    </a:lnTo>
                    <a:lnTo>
                      <a:pt x="1157" y="3481"/>
                    </a:lnTo>
                    <a:lnTo>
                      <a:pt x="1164" y="3480"/>
                    </a:lnTo>
                    <a:lnTo>
                      <a:pt x="1171" y="3479"/>
                    </a:lnTo>
                    <a:lnTo>
                      <a:pt x="1179" y="3478"/>
                    </a:lnTo>
                    <a:lnTo>
                      <a:pt x="1186" y="3477"/>
                    </a:lnTo>
                    <a:lnTo>
                      <a:pt x="1193" y="3477"/>
                    </a:lnTo>
                    <a:lnTo>
                      <a:pt x="1200" y="3475"/>
                    </a:lnTo>
                    <a:lnTo>
                      <a:pt x="1206" y="3475"/>
                    </a:lnTo>
                    <a:lnTo>
                      <a:pt x="1213" y="3475"/>
                    </a:lnTo>
                    <a:lnTo>
                      <a:pt x="1221" y="3475"/>
                    </a:lnTo>
                    <a:lnTo>
                      <a:pt x="1228" y="3477"/>
                    </a:lnTo>
                    <a:lnTo>
                      <a:pt x="1235" y="3478"/>
                    </a:lnTo>
                    <a:lnTo>
                      <a:pt x="1242" y="3478"/>
                    </a:lnTo>
                    <a:lnTo>
                      <a:pt x="1248" y="3479"/>
                    </a:lnTo>
                    <a:lnTo>
                      <a:pt x="1255" y="3480"/>
                    </a:lnTo>
                    <a:lnTo>
                      <a:pt x="1263" y="3482"/>
                    </a:lnTo>
                    <a:lnTo>
                      <a:pt x="1270" y="3483"/>
                    </a:lnTo>
                    <a:lnTo>
                      <a:pt x="1277" y="3485"/>
                    </a:lnTo>
                    <a:lnTo>
                      <a:pt x="1284" y="3487"/>
                    </a:lnTo>
                    <a:lnTo>
                      <a:pt x="1291" y="3488"/>
                    </a:lnTo>
                    <a:lnTo>
                      <a:pt x="1297" y="3489"/>
                    </a:lnTo>
                    <a:lnTo>
                      <a:pt x="1306" y="3491"/>
                    </a:lnTo>
                    <a:lnTo>
                      <a:pt x="1312" y="3493"/>
                    </a:lnTo>
                    <a:lnTo>
                      <a:pt x="1319" y="3494"/>
                    </a:lnTo>
                    <a:lnTo>
                      <a:pt x="1326" y="3495"/>
                    </a:lnTo>
                    <a:lnTo>
                      <a:pt x="1333" y="3495"/>
                    </a:lnTo>
                    <a:lnTo>
                      <a:pt x="1340" y="3496"/>
                    </a:lnTo>
                    <a:lnTo>
                      <a:pt x="1348" y="3496"/>
                    </a:lnTo>
                    <a:lnTo>
                      <a:pt x="1354" y="3496"/>
                    </a:lnTo>
                    <a:lnTo>
                      <a:pt x="1361" y="3496"/>
                    </a:lnTo>
                    <a:lnTo>
                      <a:pt x="1368" y="3495"/>
                    </a:lnTo>
                    <a:lnTo>
                      <a:pt x="1375" y="3494"/>
                    </a:lnTo>
                    <a:lnTo>
                      <a:pt x="1382" y="3493"/>
                    </a:lnTo>
                    <a:lnTo>
                      <a:pt x="1390" y="3491"/>
                    </a:lnTo>
                    <a:lnTo>
                      <a:pt x="1397" y="3490"/>
                    </a:lnTo>
                    <a:lnTo>
                      <a:pt x="1403" y="3488"/>
                    </a:lnTo>
                    <a:lnTo>
                      <a:pt x="1410" y="3486"/>
                    </a:lnTo>
                    <a:lnTo>
                      <a:pt x="1417" y="3483"/>
                    </a:lnTo>
                    <a:lnTo>
                      <a:pt x="1424" y="3481"/>
                    </a:lnTo>
                    <a:lnTo>
                      <a:pt x="1432" y="3479"/>
                    </a:lnTo>
                    <a:lnTo>
                      <a:pt x="1439" y="3477"/>
                    </a:lnTo>
                    <a:lnTo>
                      <a:pt x="1446" y="3474"/>
                    </a:lnTo>
                    <a:lnTo>
                      <a:pt x="1452" y="3471"/>
                    </a:lnTo>
                    <a:lnTo>
                      <a:pt x="1459" y="3468"/>
                    </a:lnTo>
                    <a:lnTo>
                      <a:pt x="1466" y="3467"/>
                    </a:lnTo>
                    <a:lnTo>
                      <a:pt x="1474" y="3465"/>
                    </a:lnTo>
                    <a:lnTo>
                      <a:pt x="1481" y="3464"/>
                    </a:lnTo>
                    <a:lnTo>
                      <a:pt x="1488" y="3463"/>
                    </a:lnTo>
                    <a:lnTo>
                      <a:pt x="1494" y="3462"/>
                    </a:lnTo>
                    <a:lnTo>
                      <a:pt x="1501" y="3460"/>
                    </a:lnTo>
                    <a:lnTo>
                      <a:pt x="1508" y="3460"/>
                    </a:lnTo>
                    <a:lnTo>
                      <a:pt x="1516" y="3462"/>
                    </a:lnTo>
                    <a:lnTo>
                      <a:pt x="1523" y="3462"/>
                    </a:lnTo>
                    <a:lnTo>
                      <a:pt x="1530" y="3463"/>
                    </a:lnTo>
                    <a:lnTo>
                      <a:pt x="1537" y="3465"/>
                    </a:lnTo>
                    <a:lnTo>
                      <a:pt x="1543" y="3467"/>
                    </a:lnTo>
                    <a:lnTo>
                      <a:pt x="1550" y="3470"/>
                    </a:lnTo>
                    <a:lnTo>
                      <a:pt x="1558" y="3472"/>
                    </a:lnTo>
                    <a:lnTo>
                      <a:pt x="1565" y="3475"/>
                    </a:lnTo>
                    <a:lnTo>
                      <a:pt x="1572" y="3479"/>
                    </a:lnTo>
                    <a:lnTo>
                      <a:pt x="1579" y="3481"/>
                    </a:lnTo>
                    <a:lnTo>
                      <a:pt x="1585" y="3485"/>
                    </a:lnTo>
                    <a:lnTo>
                      <a:pt x="1592" y="3488"/>
                    </a:lnTo>
                    <a:lnTo>
                      <a:pt x="1600" y="3490"/>
                    </a:lnTo>
                    <a:lnTo>
                      <a:pt x="1607" y="3493"/>
                    </a:lnTo>
                    <a:lnTo>
                      <a:pt x="1614" y="3495"/>
                    </a:lnTo>
                    <a:lnTo>
                      <a:pt x="1621" y="3496"/>
                    </a:lnTo>
                    <a:lnTo>
                      <a:pt x="1628" y="3496"/>
                    </a:lnTo>
                    <a:lnTo>
                      <a:pt x="1634" y="3495"/>
                    </a:lnTo>
                    <a:lnTo>
                      <a:pt x="1643" y="3493"/>
                    </a:lnTo>
                    <a:lnTo>
                      <a:pt x="1649" y="3489"/>
                    </a:lnTo>
                    <a:lnTo>
                      <a:pt x="1656" y="3485"/>
                    </a:lnTo>
                    <a:lnTo>
                      <a:pt x="1663" y="3478"/>
                    </a:lnTo>
                    <a:lnTo>
                      <a:pt x="1670" y="3468"/>
                    </a:lnTo>
                    <a:lnTo>
                      <a:pt x="1677" y="3458"/>
                    </a:lnTo>
                    <a:lnTo>
                      <a:pt x="1683" y="3444"/>
                    </a:lnTo>
                    <a:lnTo>
                      <a:pt x="1691" y="3429"/>
                    </a:lnTo>
                    <a:lnTo>
                      <a:pt x="1698" y="3411"/>
                    </a:lnTo>
                    <a:lnTo>
                      <a:pt x="1705" y="3390"/>
                    </a:lnTo>
                    <a:lnTo>
                      <a:pt x="1712" y="3367"/>
                    </a:lnTo>
                    <a:lnTo>
                      <a:pt x="1719" y="3341"/>
                    </a:lnTo>
                    <a:lnTo>
                      <a:pt x="1725" y="3312"/>
                    </a:lnTo>
                    <a:lnTo>
                      <a:pt x="1734" y="3280"/>
                    </a:lnTo>
                    <a:lnTo>
                      <a:pt x="1740" y="3245"/>
                    </a:lnTo>
                    <a:lnTo>
                      <a:pt x="1747" y="3207"/>
                    </a:lnTo>
                    <a:lnTo>
                      <a:pt x="1754" y="3167"/>
                    </a:lnTo>
                    <a:lnTo>
                      <a:pt x="1761" y="3123"/>
                    </a:lnTo>
                    <a:lnTo>
                      <a:pt x="1768" y="3078"/>
                    </a:lnTo>
                    <a:lnTo>
                      <a:pt x="1776" y="3030"/>
                    </a:lnTo>
                    <a:lnTo>
                      <a:pt x="1783" y="2979"/>
                    </a:lnTo>
                    <a:lnTo>
                      <a:pt x="1789" y="2927"/>
                    </a:lnTo>
                    <a:lnTo>
                      <a:pt x="1796" y="2872"/>
                    </a:lnTo>
                    <a:lnTo>
                      <a:pt x="1803" y="2817"/>
                    </a:lnTo>
                    <a:lnTo>
                      <a:pt x="1810" y="2759"/>
                    </a:lnTo>
                    <a:lnTo>
                      <a:pt x="1818" y="2702"/>
                    </a:lnTo>
                    <a:lnTo>
                      <a:pt x="1825" y="2643"/>
                    </a:lnTo>
                    <a:lnTo>
                      <a:pt x="1831" y="2584"/>
                    </a:lnTo>
                    <a:lnTo>
                      <a:pt x="1838" y="2527"/>
                    </a:lnTo>
                    <a:lnTo>
                      <a:pt x="1845" y="2468"/>
                    </a:lnTo>
                    <a:lnTo>
                      <a:pt x="1852" y="2412"/>
                    </a:lnTo>
                    <a:lnTo>
                      <a:pt x="1860" y="2356"/>
                    </a:lnTo>
                    <a:lnTo>
                      <a:pt x="1867" y="2302"/>
                    </a:lnTo>
                    <a:lnTo>
                      <a:pt x="1874" y="2252"/>
                    </a:lnTo>
                    <a:lnTo>
                      <a:pt x="1880" y="2202"/>
                    </a:lnTo>
                    <a:lnTo>
                      <a:pt x="1887" y="2157"/>
                    </a:lnTo>
                    <a:lnTo>
                      <a:pt x="1894" y="2115"/>
                    </a:lnTo>
                    <a:lnTo>
                      <a:pt x="1902" y="2077"/>
                    </a:lnTo>
                    <a:lnTo>
                      <a:pt x="1909" y="2043"/>
                    </a:lnTo>
                    <a:lnTo>
                      <a:pt x="1916" y="2014"/>
                    </a:lnTo>
                    <a:lnTo>
                      <a:pt x="1923" y="1990"/>
                    </a:lnTo>
                    <a:lnTo>
                      <a:pt x="1929" y="1972"/>
                    </a:lnTo>
                    <a:lnTo>
                      <a:pt x="1936" y="1958"/>
                    </a:lnTo>
                    <a:lnTo>
                      <a:pt x="1944" y="1950"/>
                    </a:lnTo>
                    <a:lnTo>
                      <a:pt x="1951" y="1949"/>
                    </a:lnTo>
                    <a:lnTo>
                      <a:pt x="1958" y="1953"/>
                    </a:lnTo>
                    <a:lnTo>
                      <a:pt x="1965" y="1964"/>
                    </a:lnTo>
                    <a:lnTo>
                      <a:pt x="1971" y="1980"/>
                    </a:lnTo>
                    <a:lnTo>
                      <a:pt x="1978" y="2003"/>
                    </a:lnTo>
                    <a:lnTo>
                      <a:pt x="1986" y="2032"/>
                    </a:lnTo>
                    <a:lnTo>
                      <a:pt x="1993" y="2066"/>
                    </a:lnTo>
                    <a:lnTo>
                      <a:pt x="2000" y="2105"/>
                    </a:lnTo>
                    <a:lnTo>
                      <a:pt x="2007" y="2151"/>
                    </a:lnTo>
                    <a:lnTo>
                      <a:pt x="2014" y="2202"/>
                    </a:lnTo>
                    <a:lnTo>
                      <a:pt x="2020" y="2257"/>
                    </a:lnTo>
                    <a:lnTo>
                      <a:pt x="2029" y="2317"/>
                    </a:lnTo>
                    <a:lnTo>
                      <a:pt x="2035" y="2381"/>
                    </a:lnTo>
                    <a:lnTo>
                      <a:pt x="2042" y="2448"/>
                    </a:lnTo>
                    <a:lnTo>
                      <a:pt x="2049" y="2518"/>
                    </a:lnTo>
                    <a:lnTo>
                      <a:pt x="2056" y="2590"/>
                    </a:lnTo>
                    <a:lnTo>
                      <a:pt x="2062" y="2664"/>
                    </a:lnTo>
                    <a:lnTo>
                      <a:pt x="2071" y="2739"/>
                    </a:lnTo>
                    <a:lnTo>
                      <a:pt x="2077" y="2813"/>
                    </a:lnTo>
                    <a:lnTo>
                      <a:pt x="2084" y="2888"/>
                    </a:lnTo>
                    <a:lnTo>
                      <a:pt x="2091" y="2961"/>
                    </a:lnTo>
                    <a:lnTo>
                      <a:pt x="2098" y="3032"/>
                    </a:lnTo>
                    <a:lnTo>
                      <a:pt x="2105" y="3101"/>
                    </a:lnTo>
                    <a:lnTo>
                      <a:pt x="2113" y="3167"/>
                    </a:lnTo>
                    <a:lnTo>
                      <a:pt x="2120" y="3228"/>
                    </a:lnTo>
                    <a:lnTo>
                      <a:pt x="2126" y="3284"/>
                    </a:lnTo>
                    <a:lnTo>
                      <a:pt x="2133" y="3336"/>
                    </a:lnTo>
                    <a:lnTo>
                      <a:pt x="2140" y="3381"/>
                    </a:lnTo>
                    <a:lnTo>
                      <a:pt x="2147" y="3420"/>
                    </a:lnTo>
                    <a:lnTo>
                      <a:pt x="2155" y="3451"/>
                    </a:lnTo>
                    <a:lnTo>
                      <a:pt x="2162" y="3474"/>
                    </a:lnTo>
                    <a:lnTo>
                      <a:pt x="2168" y="3489"/>
                    </a:lnTo>
                    <a:lnTo>
                      <a:pt x="2175" y="3496"/>
                    </a:lnTo>
                    <a:lnTo>
                      <a:pt x="2182" y="3494"/>
                    </a:lnTo>
                    <a:lnTo>
                      <a:pt x="2189" y="3481"/>
                    </a:lnTo>
                    <a:lnTo>
                      <a:pt x="2196" y="3460"/>
                    </a:lnTo>
                    <a:lnTo>
                      <a:pt x="2204" y="3429"/>
                    </a:lnTo>
                    <a:lnTo>
                      <a:pt x="2211" y="3389"/>
                    </a:lnTo>
                    <a:lnTo>
                      <a:pt x="2217" y="3338"/>
                    </a:lnTo>
                    <a:lnTo>
                      <a:pt x="2224" y="3280"/>
                    </a:lnTo>
                    <a:lnTo>
                      <a:pt x="2231" y="3211"/>
                    </a:lnTo>
                    <a:lnTo>
                      <a:pt x="2238" y="3132"/>
                    </a:lnTo>
                    <a:lnTo>
                      <a:pt x="2246" y="3045"/>
                    </a:lnTo>
                    <a:lnTo>
                      <a:pt x="2253" y="2949"/>
                    </a:lnTo>
                    <a:lnTo>
                      <a:pt x="2260" y="2846"/>
                    </a:lnTo>
                    <a:lnTo>
                      <a:pt x="2266" y="2735"/>
                    </a:lnTo>
                    <a:lnTo>
                      <a:pt x="2273" y="2618"/>
                    </a:lnTo>
                    <a:lnTo>
                      <a:pt x="2280" y="2495"/>
                    </a:lnTo>
                    <a:lnTo>
                      <a:pt x="2288" y="2367"/>
                    </a:lnTo>
                    <a:lnTo>
                      <a:pt x="2295" y="2233"/>
                    </a:lnTo>
                    <a:lnTo>
                      <a:pt x="2302" y="2096"/>
                    </a:lnTo>
                    <a:lnTo>
                      <a:pt x="2308" y="1957"/>
                    </a:lnTo>
                    <a:lnTo>
                      <a:pt x="2315" y="1816"/>
                    </a:lnTo>
                    <a:lnTo>
                      <a:pt x="2322" y="1674"/>
                    </a:lnTo>
                    <a:lnTo>
                      <a:pt x="2330" y="1532"/>
                    </a:lnTo>
                    <a:lnTo>
                      <a:pt x="2337" y="1392"/>
                    </a:lnTo>
                    <a:lnTo>
                      <a:pt x="2344" y="1252"/>
                    </a:lnTo>
                    <a:lnTo>
                      <a:pt x="2351" y="1117"/>
                    </a:lnTo>
                    <a:lnTo>
                      <a:pt x="2357" y="985"/>
                    </a:lnTo>
                    <a:lnTo>
                      <a:pt x="2364" y="858"/>
                    </a:lnTo>
                    <a:lnTo>
                      <a:pt x="2372" y="737"/>
                    </a:lnTo>
                    <a:lnTo>
                      <a:pt x="2379" y="623"/>
                    </a:lnTo>
                    <a:lnTo>
                      <a:pt x="2386" y="516"/>
                    </a:lnTo>
                    <a:lnTo>
                      <a:pt x="2393" y="418"/>
                    </a:lnTo>
                    <a:lnTo>
                      <a:pt x="2400" y="328"/>
                    </a:lnTo>
                    <a:lnTo>
                      <a:pt x="2406" y="249"/>
                    </a:lnTo>
                    <a:lnTo>
                      <a:pt x="2414" y="178"/>
                    </a:lnTo>
                    <a:lnTo>
                      <a:pt x="2421" y="120"/>
                    </a:lnTo>
                    <a:lnTo>
                      <a:pt x="2428" y="72"/>
                    </a:lnTo>
                    <a:lnTo>
                      <a:pt x="2435" y="37"/>
                    </a:lnTo>
                    <a:lnTo>
                      <a:pt x="2442" y="13"/>
                    </a:lnTo>
                    <a:lnTo>
                      <a:pt x="2448" y="0"/>
                    </a:lnTo>
                    <a:lnTo>
                      <a:pt x="2457" y="0"/>
                    </a:lnTo>
                    <a:lnTo>
                      <a:pt x="2463" y="13"/>
                    </a:lnTo>
                    <a:lnTo>
                      <a:pt x="2470" y="37"/>
                    </a:lnTo>
                    <a:lnTo>
                      <a:pt x="2477" y="72"/>
                    </a:lnTo>
                    <a:lnTo>
                      <a:pt x="2484" y="120"/>
                    </a:lnTo>
                    <a:lnTo>
                      <a:pt x="2491" y="178"/>
                    </a:lnTo>
                    <a:lnTo>
                      <a:pt x="2499" y="249"/>
                    </a:lnTo>
                    <a:lnTo>
                      <a:pt x="2506" y="328"/>
                    </a:lnTo>
                    <a:lnTo>
                      <a:pt x="2512" y="418"/>
                    </a:lnTo>
                    <a:lnTo>
                      <a:pt x="2519" y="516"/>
                    </a:lnTo>
                    <a:lnTo>
                      <a:pt x="2526" y="623"/>
                    </a:lnTo>
                    <a:lnTo>
                      <a:pt x="2533" y="737"/>
                    </a:lnTo>
                    <a:lnTo>
                      <a:pt x="2541" y="858"/>
                    </a:lnTo>
                    <a:lnTo>
                      <a:pt x="2548" y="985"/>
                    </a:lnTo>
                    <a:lnTo>
                      <a:pt x="2554" y="1117"/>
                    </a:lnTo>
                    <a:lnTo>
                      <a:pt x="2561" y="1252"/>
                    </a:lnTo>
                    <a:lnTo>
                      <a:pt x="2568" y="1392"/>
                    </a:lnTo>
                    <a:lnTo>
                      <a:pt x="2575" y="1532"/>
                    </a:lnTo>
                    <a:lnTo>
                      <a:pt x="2583" y="1674"/>
                    </a:lnTo>
                    <a:lnTo>
                      <a:pt x="2590" y="1816"/>
                    </a:lnTo>
                    <a:lnTo>
                      <a:pt x="2597" y="1957"/>
                    </a:lnTo>
                    <a:lnTo>
                      <a:pt x="2603" y="2096"/>
                    </a:lnTo>
                    <a:lnTo>
                      <a:pt x="2610" y="2233"/>
                    </a:lnTo>
                    <a:lnTo>
                      <a:pt x="2617" y="2367"/>
                    </a:lnTo>
                    <a:lnTo>
                      <a:pt x="2625" y="2495"/>
                    </a:lnTo>
                    <a:lnTo>
                      <a:pt x="2632" y="2618"/>
                    </a:lnTo>
                    <a:lnTo>
                      <a:pt x="2639" y="2735"/>
                    </a:lnTo>
                    <a:lnTo>
                      <a:pt x="2645" y="2846"/>
                    </a:lnTo>
                    <a:lnTo>
                      <a:pt x="2652" y="2949"/>
                    </a:lnTo>
                    <a:lnTo>
                      <a:pt x="2659" y="3045"/>
                    </a:lnTo>
                    <a:lnTo>
                      <a:pt x="2667" y="3132"/>
                    </a:lnTo>
                    <a:lnTo>
                      <a:pt x="2674" y="3211"/>
                    </a:lnTo>
                    <a:lnTo>
                      <a:pt x="2681" y="3280"/>
                    </a:lnTo>
                    <a:lnTo>
                      <a:pt x="2688" y="3338"/>
                    </a:lnTo>
                    <a:lnTo>
                      <a:pt x="2694" y="3389"/>
                    </a:lnTo>
                    <a:lnTo>
                      <a:pt x="2701" y="3429"/>
                    </a:lnTo>
                    <a:lnTo>
                      <a:pt x="2709" y="3460"/>
                    </a:lnTo>
                    <a:lnTo>
                      <a:pt x="2716" y="3481"/>
                    </a:lnTo>
                    <a:lnTo>
                      <a:pt x="2723" y="3494"/>
                    </a:lnTo>
                    <a:lnTo>
                      <a:pt x="2730" y="3496"/>
                    </a:lnTo>
                    <a:lnTo>
                      <a:pt x="2737" y="3489"/>
                    </a:lnTo>
                    <a:lnTo>
                      <a:pt x="2743" y="3474"/>
                    </a:lnTo>
                    <a:lnTo>
                      <a:pt x="2750" y="3451"/>
                    </a:lnTo>
                    <a:lnTo>
                      <a:pt x="2758" y="3420"/>
                    </a:lnTo>
                    <a:lnTo>
                      <a:pt x="2765" y="3381"/>
                    </a:lnTo>
                    <a:lnTo>
                      <a:pt x="2772" y="3336"/>
                    </a:lnTo>
                    <a:lnTo>
                      <a:pt x="2779" y="3284"/>
                    </a:lnTo>
                    <a:lnTo>
                      <a:pt x="2785" y="3228"/>
                    </a:lnTo>
                    <a:lnTo>
                      <a:pt x="2792" y="3167"/>
                    </a:lnTo>
                    <a:lnTo>
                      <a:pt x="2800" y="3101"/>
                    </a:lnTo>
                    <a:lnTo>
                      <a:pt x="2807" y="3032"/>
                    </a:lnTo>
                    <a:lnTo>
                      <a:pt x="2814" y="2961"/>
                    </a:lnTo>
                    <a:lnTo>
                      <a:pt x="2821" y="2888"/>
                    </a:lnTo>
                    <a:lnTo>
                      <a:pt x="2828" y="2813"/>
                    </a:lnTo>
                    <a:lnTo>
                      <a:pt x="2834" y="2739"/>
                    </a:lnTo>
                    <a:lnTo>
                      <a:pt x="2843" y="2664"/>
                    </a:lnTo>
                    <a:lnTo>
                      <a:pt x="2849" y="2590"/>
                    </a:lnTo>
                    <a:lnTo>
                      <a:pt x="2856" y="2518"/>
                    </a:lnTo>
                    <a:lnTo>
                      <a:pt x="2863" y="2448"/>
                    </a:lnTo>
                    <a:lnTo>
                      <a:pt x="2870" y="2381"/>
                    </a:lnTo>
                    <a:lnTo>
                      <a:pt x="2877" y="2317"/>
                    </a:lnTo>
                    <a:lnTo>
                      <a:pt x="2885" y="2257"/>
                    </a:lnTo>
                    <a:lnTo>
                      <a:pt x="2891" y="2202"/>
                    </a:lnTo>
                    <a:lnTo>
                      <a:pt x="2898" y="2151"/>
                    </a:lnTo>
                    <a:lnTo>
                      <a:pt x="2905" y="2105"/>
                    </a:lnTo>
                    <a:lnTo>
                      <a:pt x="2912" y="2066"/>
                    </a:lnTo>
                    <a:lnTo>
                      <a:pt x="2919" y="2032"/>
                    </a:lnTo>
                    <a:lnTo>
                      <a:pt x="2927" y="2003"/>
                    </a:lnTo>
                    <a:lnTo>
                      <a:pt x="2934" y="1980"/>
                    </a:lnTo>
                    <a:lnTo>
                      <a:pt x="2940" y="1964"/>
                    </a:lnTo>
                    <a:lnTo>
                      <a:pt x="2947" y="1953"/>
                    </a:lnTo>
                    <a:lnTo>
                      <a:pt x="2954" y="1949"/>
                    </a:lnTo>
                    <a:lnTo>
                      <a:pt x="2961" y="1950"/>
                    </a:lnTo>
                    <a:lnTo>
                      <a:pt x="2969" y="1958"/>
                    </a:lnTo>
                    <a:lnTo>
                      <a:pt x="2976" y="1972"/>
                    </a:lnTo>
                    <a:lnTo>
                      <a:pt x="2983" y="1990"/>
                    </a:lnTo>
                    <a:lnTo>
                      <a:pt x="2989" y="2014"/>
                    </a:lnTo>
                    <a:lnTo>
                      <a:pt x="2996" y="2043"/>
                    </a:lnTo>
                    <a:lnTo>
                      <a:pt x="3003" y="2077"/>
                    </a:lnTo>
                    <a:lnTo>
                      <a:pt x="3011" y="2115"/>
                    </a:lnTo>
                    <a:lnTo>
                      <a:pt x="3018" y="2157"/>
                    </a:lnTo>
                    <a:lnTo>
                      <a:pt x="3025" y="2202"/>
                    </a:lnTo>
                    <a:lnTo>
                      <a:pt x="3031" y="2252"/>
                    </a:lnTo>
                    <a:lnTo>
                      <a:pt x="3038" y="2302"/>
                    </a:lnTo>
                    <a:lnTo>
                      <a:pt x="3045" y="2356"/>
                    </a:lnTo>
                    <a:lnTo>
                      <a:pt x="3053" y="2412"/>
                    </a:lnTo>
                    <a:lnTo>
                      <a:pt x="3060" y="2468"/>
                    </a:lnTo>
                    <a:lnTo>
                      <a:pt x="3067" y="2527"/>
                    </a:lnTo>
                    <a:lnTo>
                      <a:pt x="3074" y="2584"/>
                    </a:lnTo>
                    <a:lnTo>
                      <a:pt x="3080" y="2643"/>
                    </a:lnTo>
                    <a:lnTo>
                      <a:pt x="3087" y="2702"/>
                    </a:lnTo>
                    <a:lnTo>
                      <a:pt x="3095" y="2759"/>
                    </a:lnTo>
                    <a:lnTo>
                      <a:pt x="3102" y="2817"/>
                    </a:lnTo>
                    <a:lnTo>
                      <a:pt x="3109" y="2872"/>
                    </a:lnTo>
                    <a:lnTo>
                      <a:pt x="3116" y="2927"/>
                    </a:lnTo>
                    <a:lnTo>
                      <a:pt x="3122" y="2979"/>
                    </a:lnTo>
                    <a:lnTo>
                      <a:pt x="3129" y="3030"/>
                    </a:lnTo>
                    <a:lnTo>
                      <a:pt x="3137" y="3078"/>
                    </a:lnTo>
                    <a:lnTo>
                      <a:pt x="3144" y="3123"/>
                    </a:lnTo>
                    <a:lnTo>
                      <a:pt x="3151" y="3167"/>
                    </a:lnTo>
                    <a:lnTo>
                      <a:pt x="3158" y="3207"/>
                    </a:lnTo>
                    <a:lnTo>
                      <a:pt x="3165" y="3245"/>
                    </a:lnTo>
                    <a:lnTo>
                      <a:pt x="3171" y="3280"/>
                    </a:lnTo>
                    <a:lnTo>
                      <a:pt x="3180" y="3312"/>
                    </a:lnTo>
                    <a:lnTo>
                      <a:pt x="3186" y="3341"/>
                    </a:lnTo>
                    <a:lnTo>
                      <a:pt x="3193" y="3367"/>
                    </a:lnTo>
                    <a:lnTo>
                      <a:pt x="3200" y="3390"/>
                    </a:lnTo>
                    <a:lnTo>
                      <a:pt x="3207" y="3411"/>
                    </a:lnTo>
                    <a:lnTo>
                      <a:pt x="3214" y="3429"/>
                    </a:lnTo>
                    <a:lnTo>
                      <a:pt x="3222" y="3444"/>
                    </a:lnTo>
                    <a:lnTo>
                      <a:pt x="3228" y="3458"/>
                    </a:lnTo>
                    <a:lnTo>
                      <a:pt x="3235" y="3468"/>
                    </a:lnTo>
                    <a:lnTo>
                      <a:pt x="3242" y="3478"/>
                    </a:lnTo>
                    <a:lnTo>
                      <a:pt x="3249" y="3485"/>
                    </a:lnTo>
                    <a:lnTo>
                      <a:pt x="3256" y="3489"/>
                    </a:lnTo>
                    <a:lnTo>
                      <a:pt x="3262" y="3493"/>
                    </a:lnTo>
                    <a:lnTo>
                      <a:pt x="3271" y="3495"/>
                    </a:lnTo>
                    <a:lnTo>
                      <a:pt x="3277" y="3496"/>
                    </a:lnTo>
                    <a:lnTo>
                      <a:pt x="3284" y="3496"/>
                    </a:lnTo>
                    <a:lnTo>
                      <a:pt x="3291" y="3495"/>
                    </a:lnTo>
                    <a:lnTo>
                      <a:pt x="3298" y="3493"/>
                    </a:lnTo>
                    <a:lnTo>
                      <a:pt x="3305" y="3490"/>
                    </a:lnTo>
                    <a:lnTo>
                      <a:pt x="3313" y="3488"/>
                    </a:lnTo>
                    <a:lnTo>
                      <a:pt x="3320" y="3485"/>
                    </a:lnTo>
                    <a:lnTo>
                      <a:pt x="3326" y="3481"/>
                    </a:lnTo>
                    <a:lnTo>
                      <a:pt x="3333" y="3479"/>
                    </a:lnTo>
                    <a:lnTo>
                      <a:pt x="3340" y="3475"/>
                    </a:lnTo>
                    <a:lnTo>
                      <a:pt x="3347" y="3472"/>
                    </a:lnTo>
                    <a:lnTo>
                      <a:pt x="3355" y="3470"/>
                    </a:lnTo>
                    <a:lnTo>
                      <a:pt x="3362" y="3467"/>
                    </a:lnTo>
                    <a:lnTo>
                      <a:pt x="3368" y="3465"/>
                    </a:lnTo>
                    <a:lnTo>
                      <a:pt x="3375" y="3463"/>
                    </a:lnTo>
                    <a:lnTo>
                      <a:pt x="3382" y="3462"/>
                    </a:lnTo>
                    <a:lnTo>
                      <a:pt x="3389" y="3462"/>
                    </a:lnTo>
                    <a:lnTo>
                      <a:pt x="3397" y="3460"/>
                    </a:lnTo>
                    <a:lnTo>
                      <a:pt x="3404" y="3460"/>
                    </a:lnTo>
                    <a:lnTo>
                      <a:pt x="3411" y="3462"/>
                    </a:lnTo>
                    <a:lnTo>
                      <a:pt x="3417" y="3463"/>
                    </a:lnTo>
                    <a:lnTo>
                      <a:pt x="3424" y="3464"/>
                    </a:lnTo>
                    <a:lnTo>
                      <a:pt x="3431" y="3465"/>
                    </a:lnTo>
                    <a:lnTo>
                      <a:pt x="3439" y="3467"/>
                    </a:lnTo>
                    <a:lnTo>
                      <a:pt x="3446" y="3468"/>
                    </a:lnTo>
                    <a:lnTo>
                      <a:pt x="3453" y="3471"/>
                    </a:lnTo>
                    <a:lnTo>
                      <a:pt x="3460" y="3474"/>
                    </a:lnTo>
                    <a:lnTo>
                      <a:pt x="3466" y="3477"/>
                    </a:lnTo>
                    <a:lnTo>
                      <a:pt x="3473" y="3479"/>
                    </a:lnTo>
                    <a:lnTo>
                      <a:pt x="3481" y="3481"/>
                    </a:lnTo>
                    <a:lnTo>
                      <a:pt x="3488" y="3483"/>
                    </a:lnTo>
                    <a:lnTo>
                      <a:pt x="3495" y="3486"/>
                    </a:lnTo>
                    <a:lnTo>
                      <a:pt x="3502" y="3488"/>
                    </a:lnTo>
                    <a:lnTo>
                      <a:pt x="3508" y="3490"/>
                    </a:lnTo>
                    <a:lnTo>
                      <a:pt x="3515" y="3491"/>
                    </a:lnTo>
                    <a:lnTo>
                      <a:pt x="3523" y="3493"/>
                    </a:lnTo>
                    <a:lnTo>
                      <a:pt x="3530" y="3494"/>
                    </a:lnTo>
                    <a:lnTo>
                      <a:pt x="3537" y="3495"/>
                    </a:lnTo>
                    <a:lnTo>
                      <a:pt x="3544" y="3496"/>
                    </a:lnTo>
                    <a:lnTo>
                      <a:pt x="3551" y="3496"/>
                    </a:lnTo>
                    <a:lnTo>
                      <a:pt x="3557" y="3496"/>
                    </a:lnTo>
                    <a:lnTo>
                      <a:pt x="3566" y="3496"/>
                    </a:lnTo>
                    <a:lnTo>
                      <a:pt x="3572" y="3495"/>
                    </a:lnTo>
                    <a:lnTo>
                      <a:pt x="3579" y="3495"/>
                    </a:lnTo>
                    <a:lnTo>
                      <a:pt x="3586" y="3494"/>
                    </a:lnTo>
                    <a:lnTo>
                      <a:pt x="3593" y="3493"/>
                    </a:lnTo>
                    <a:lnTo>
                      <a:pt x="3599" y="3491"/>
                    </a:lnTo>
                    <a:lnTo>
                      <a:pt x="3608" y="3489"/>
                    </a:lnTo>
                    <a:lnTo>
                      <a:pt x="3614" y="3488"/>
                    </a:lnTo>
                    <a:lnTo>
                      <a:pt x="3621" y="3487"/>
                    </a:lnTo>
                    <a:lnTo>
                      <a:pt x="3628" y="3485"/>
                    </a:lnTo>
                    <a:lnTo>
                      <a:pt x="3635" y="3483"/>
                    </a:lnTo>
                    <a:lnTo>
                      <a:pt x="3642" y="3482"/>
                    </a:lnTo>
                    <a:lnTo>
                      <a:pt x="3650" y="3480"/>
                    </a:lnTo>
                    <a:lnTo>
                      <a:pt x="3657" y="3479"/>
                    </a:lnTo>
                    <a:lnTo>
                      <a:pt x="3663" y="3478"/>
                    </a:lnTo>
                    <a:lnTo>
                      <a:pt x="3670" y="3478"/>
                    </a:lnTo>
                    <a:lnTo>
                      <a:pt x="3677" y="3477"/>
                    </a:lnTo>
                    <a:lnTo>
                      <a:pt x="3684" y="3475"/>
                    </a:lnTo>
                    <a:lnTo>
                      <a:pt x="3692" y="3475"/>
                    </a:lnTo>
                    <a:lnTo>
                      <a:pt x="3699" y="3475"/>
                    </a:lnTo>
                    <a:lnTo>
                      <a:pt x="3705" y="3475"/>
                    </a:lnTo>
                    <a:lnTo>
                      <a:pt x="3712" y="3477"/>
                    </a:lnTo>
                    <a:lnTo>
                      <a:pt x="3719" y="3477"/>
                    </a:lnTo>
                    <a:lnTo>
                      <a:pt x="3726" y="3478"/>
                    </a:lnTo>
                    <a:lnTo>
                      <a:pt x="3734" y="3479"/>
                    </a:lnTo>
                    <a:lnTo>
                      <a:pt x="3741" y="3480"/>
                    </a:lnTo>
                    <a:lnTo>
                      <a:pt x="3748" y="3481"/>
                    </a:lnTo>
                    <a:lnTo>
                      <a:pt x="3754" y="3483"/>
                    </a:lnTo>
                    <a:lnTo>
                      <a:pt x="3761" y="3485"/>
                    </a:lnTo>
                    <a:lnTo>
                      <a:pt x="3768" y="3487"/>
                    </a:lnTo>
                    <a:lnTo>
                      <a:pt x="3775" y="3488"/>
                    </a:lnTo>
                    <a:lnTo>
                      <a:pt x="3783" y="3489"/>
                    </a:lnTo>
                    <a:lnTo>
                      <a:pt x="3790" y="3491"/>
                    </a:lnTo>
                    <a:lnTo>
                      <a:pt x="3797" y="3493"/>
                    </a:lnTo>
                    <a:lnTo>
                      <a:pt x="3803" y="3494"/>
                    </a:lnTo>
                    <a:lnTo>
                      <a:pt x="3810" y="3495"/>
                    </a:lnTo>
                    <a:lnTo>
                      <a:pt x="3817" y="3495"/>
                    </a:lnTo>
                    <a:lnTo>
                      <a:pt x="3825" y="3496"/>
                    </a:lnTo>
                    <a:lnTo>
                      <a:pt x="3832" y="3496"/>
                    </a:lnTo>
                    <a:lnTo>
                      <a:pt x="3839" y="3496"/>
                    </a:lnTo>
                    <a:lnTo>
                      <a:pt x="3845" y="3495"/>
                    </a:lnTo>
                    <a:lnTo>
                      <a:pt x="3852" y="3494"/>
                    </a:lnTo>
                    <a:lnTo>
                      <a:pt x="3859" y="3493"/>
                    </a:lnTo>
                    <a:lnTo>
                      <a:pt x="3867" y="3490"/>
                    </a:lnTo>
                    <a:lnTo>
                      <a:pt x="3874" y="3488"/>
                    </a:lnTo>
                    <a:lnTo>
                      <a:pt x="3881" y="3486"/>
                    </a:lnTo>
                    <a:lnTo>
                      <a:pt x="3888" y="3482"/>
                    </a:lnTo>
                    <a:lnTo>
                      <a:pt x="3894" y="3478"/>
                    </a:lnTo>
                    <a:lnTo>
                      <a:pt x="3901" y="3474"/>
                    </a:lnTo>
                    <a:lnTo>
                      <a:pt x="3909" y="3470"/>
                    </a:lnTo>
                    <a:lnTo>
                      <a:pt x="3916" y="3464"/>
                    </a:lnTo>
                    <a:lnTo>
                      <a:pt x="3923" y="3458"/>
                    </a:lnTo>
                    <a:lnTo>
                      <a:pt x="3930" y="3452"/>
                    </a:lnTo>
                    <a:lnTo>
                      <a:pt x="3937" y="3447"/>
                    </a:lnTo>
                    <a:lnTo>
                      <a:pt x="3943" y="3440"/>
                    </a:lnTo>
                    <a:lnTo>
                      <a:pt x="3951" y="3433"/>
                    </a:lnTo>
                    <a:lnTo>
                      <a:pt x="3958" y="3426"/>
                    </a:lnTo>
                    <a:lnTo>
                      <a:pt x="3965" y="3419"/>
                    </a:lnTo>
                    <a:lnTo>
                      <a:pt x="3972" y="3412"/>
                    </a:lnTo>
                    <a:lnTo>
                      <a:pt x="3979" y="3405"/>
                    </a:lnTo>
                    <a:lnTo>
                      <a:pt x="3985" y="3398"/>
                    </a:lnTo>
                    <a:lnTo>
                      <a:pt x="3994" y="3391"/>
                    </a:lnTo>
                    <a:lnTo>
                      <a:pt x="4000" y="3386"/>
                    </a:lnTo>
                    <a:lnTo>
                      <a:pt x="4007" y="3379"/>
                    </a:lnTo>
                    <a:lnTo>
                      <a:pt x="4014" y="3373"/>
                    </a:lnTo>
                    <a:lnTo>
                      <a:pt x="4021" y="3367"/>
                    </a:lnTo>
                    <a:lnTo>
                      <a:pt x="4028" y="3361"/>
                    </a:lnTo>
                    <a:lnTo>
                      <a:pt x="4036" y="3357"/>
                    </a:lnTo>
                    <a:lnTo>
                      <a:pt x="4043" y="3352"/>
                    </a:lnTo>
                    <a:lnTo>
                      <a:pt x="4049" y="3349"/>
                    </a:lnTo>
                    <a:lnTo>
                      <a:pt x="4056" y="3345"/>
                    </a:lnTo>
                    <a:lnTo>
                      <a:pt x="4063" y="3342"/>
                    </a:lnTo>
                    <a:lnTo>
                      <a:pt x="4070" y="3340"/>
                    </a:lnTo>
                    <a:lnTo>
                      <a:pt x="4078" y="3338"/>
                    </a:lnTo>
                    <a:lnTo>
                      <a:pt x="4085" y="3337"/>
                    </a:lnTo>
                    <a:lnTo>
                      <a:pt x="4091" y="3337"/>
                    </a:lnTo>
                    <a:lnTo>
                      <a:pt x="4098" y="3337"/>
                    </a:lnTo>
                    <a:lnTo>
                      <a:pt x="4105" y="3338"/>
                    </a:lnTo>
                    <a:lnTo>
                      <a:pt x="4112" y="3340"/>
                    </a:lnTo>
                    <a:lnTo>
                      <a:pt x="4120" y="3342"/>
                    </a:lnTo>
                    <a:lnTo>
                      <a:pt x="4127" y="3345"/>
                    </a:lnTo>
                    <a:lnTo>
                      <a:pt x="4134" y="3349"/>
                    </a:lnTo>
                    <a:lnTo>
                      <a:pt x="4140" y="3352"/>
                    </a:lnTo>
                    <a:lnTo>
                      <a:pt x="4147" y="3357"/>
                    </a:lnTo>
                    <a:lnTo>
                      <a:pt x="4154" y="3361"/>
                    </a:lnTo>
                    <a:lnTo>
                      <a:pt x="4162" y="3366"/>
                    </a:lnTo>
                    <a:lnTo>
                      <a:pt x="4169" y="3372"/>
                    </a:lnTo>
                    <a:lnTo>
                      <a:pt x="4176" y="3378"/>
                    </a:lnTo>
                    <a:lnTo>
                      <a:pt x="4182" y="3383"/>
                    </a:lnTo>
                    <a:lnTo>
                      <a:pt x="4189" y="3389"/>
                    </a:lnTo>
                    <a:lnTo>
                      <a:pt x="4196" y="3396"/>
                    </a:lnTo>
                    <a:lnTo>
                      <a:pt x="4204" y="3403"/>
                    </a:lnTo>
                    <a:lnTo>
                      <a:pt x="4211" y="3409"/>
                    </a:lnTo>
                    <a:lnTo>
                      <a:pt x="4218" y="3415"/>
                    </a:lnTo>
                    <a:lnTo>
                      <a:pt x="4225" y="3421"/>
                    </a:lnTo>
                    <a:lnTo>
                      <a:pt x="4231" y="3428"/>
                    </a:lnTo>
                    <a:lnTo>
                      <a:pt x="4238" y="3434"/>
                    </a:lnTo>
                    <a:lnTo>
                      <a:pt x="4246" y="3441"/>
                    </a:lnTo>
                    <a:lnTo>
                      <a:pt x="4253" y="3447"/>
                    </a:lnTo>
                    <a:lnTo>
                      <a:pt x="4260" y="3451"/>
                    </a:lnTo>
                    <a:lnTo>
                      <a:pt x="4267" y="3457"/>
                    </a:lnTo>
                    <a:lnTo>
                      <a:pt x="4274" y="3462"/>
                    </a:lnTo>
                    <a:lnTo>
                      <a:pt x="4280" y="3466"/>
                    </a:lnTo>
                    <a:lnTo>
                      <a:pt x="4288" y="3471"/>
                    </a:lnTo>
                    <a:lnTo>
                      <a:pt x="4295" y="3475"/>
                    </a:lnTo>
                    <a:lnTo>
                      <a:pt x="4302" y="3479"/>
                    </a:lnTo>
                    <a:lnTo>
                      <a:pt x="4309" y="3482"/>
                    </a:lnTo>
                    <a:lnTo>
                      <a:pt x="4316" y="3485"/>
                    </a:lnTo>
                    <a:lnTo>
                      <a:pt x="4322" y="3487"/>
                    </a:lnTo>
                    <a:lnTo>
                      <a:pt x="4329" y="3489"/>
                    </a:lnTo>
                    <a:lnTo>
                      <a:pt x="4337" y="3491"/>
                    </a:lnTo>
                    <a:lnTo>
                      <a:pt x="4344" y="3493"/>
                    </a:lnTo>
                    <a:lnTo>
                      <a:pt x="4351" y="3494"/>
                    </a:lnTo>
                    <a:lnTo>
                      <a:pt x="4358" y="3495"/>
                    </a:lnTo>
                    <a:lnTo>
                      <a:pt x="4365" y="3495"/>
                    </a:lnTo>
                    <a:lnTo>
                      <a:pt x="4371" y="3496"/>
                    </a:lnTo>
                    <a:lnTo>
                      <a:pt x="4380" y="3496"/>
                    </a:lnTo>
                    <a:lnTo>
                      <a:pt x="4386" y="3496"/>
                    </a:lnTo>
                    <a:lnTo>
                      <a:pt x="4393" y="3496"/>
                    </a:lnTo>
                    <a:lnTo>
                      <a:pt x="4400" y="3496"/>
                    </a:lnTo>
                    <a:lnTo>
                      <a:pt x="4407" y="3495"/>
                    </a:lnTo>
                    <a:lnTo>
                      <a:pt x="4414" y="3495"/>
                    </a:lnTo>
                    <a:lnTo>
                      <a:pt x="4422" y="3494"/>
                    </a:lnTo>
                    <a:lnTo>
                      <a:pt x="4428" y="3494"/>
                    </a:lnTo>
                    <a:lnTo>
                      <a:pt x="4435" y="3493"/>
                    </a:lnTo>
                    <a:lnTo>
                      <a:pt x="4442" y="3491"/>
                    </a:lnTo>
                    <a:lnTo>
                      <a:pt x="4449" y="3491"/>
                    </a:lnTo>
                    <a:lnTo>
                      <a:pt x="4456" y="3490"/>
                    </a:lnTo>
                    <a:lnTo>
                      <a:pt x="4464" y="3490"/>
                    </a:lnTo>
                    <a:lnTo>
                      <a:pt x="4471" y="3489"/>
                    </a:lnTo>
                    <a:lnTo>
                      <a:pt x="4477" y="3489"/>
                    </a:lnTo>
                    <a:lnTo>
                      <a:pt x="4484" y="3489"/>
                    </a:lnTo>
                    <a:lnTo>
                      <a:pt x="4491" y="3489"/>
                    </a:lnTo>
                    <a:lnTo>
                      <a:pt x="4498" y="3488"/>
                    </a:lnTo>
                    <a:lnTo>
                      <a:pt x="4506" y="3488"/>
                    </a:lnTo>
                    <a:lnTo>
                      <a:pt x="4513" y="3488"/>
                    </a:lnTo>
                    <a:lnTo>
                      <a:pt x="4520" y="3489"/>
                    </a:lnTo>
                    <a:lnTo>
                      <a:pt x="4526" y="3489"/>
                    </a:lnTo>
                    <a:lnTo>
                      <a:pt x="4533" y="3489"/>
                    </a:lnTo>
                    <a:lnTo>
                      <a:pt x="4540" y="3489"/>
                    </a:lnTo>
                    <a:lnTo>
                      <a:pt x="4548" y="3490"/>
                    </a:lnTo>
                    <a:lnTo>
                      <a:pt x="4555" y="3490"/>
                    </a:lnTo>
                    <a:lnTo>
                      <a:pt x="4562" y="3491"/>
                    </a:lnTo>
                    <a:lnTo>
                      <a:pt x="4568" y="3491"/>
                    </a:lnTo>
                    <a:lnTo>
                      <a:pt x="4575" y="3491"/>
                    </a:lnTo>
                    <a:lnTo>
                      <a:pt x="4582" y="3493"/>
                    </a:lnTo>
                    <a:lnTo>
                      <a:pt x="4590" y="3493"/>
                    </a:lnTo>
                    <a:lnTo>
                      <a:pt x="4597" y="3494"/>
                    </a:lnTo>
                    <a:lnTo>
                      <a:pt x="4604" y="3494"/>
                    </a:lnTo>
                    <a:lnTo>
                      <a:pt x="4611" y="3495"/>
                    </a:lnTo>
                    <a:lnTo>
                      <a:pt x="4617" y="3495"/>
                    </a:lnTo>
                    <a:lnTo>
                      <a:pt x="4624" y="3495"/>
                    </a:lnTo>
                    <a:lnTo>
                      <a:pt x="4632" y="3496"/>
                    </a:lnTo>
                    <a:lnTo>
                      <a:pt x="4639" y="3496"/>
                    </a:lnTo>
                    <a:lnTo>
                      <a:pt x="4646" y="3496"/>
                    </a:lnTo>
                    <a:lnTo>
                      <a:pt x="4653" y="3496"/>
                    </a:lnTo>
                    <a:lnTo>
                      <a:pt x="4659" y="3496"/>
                    </a:lnTo>
                    <a:lnTo>
                      <a:pt x="4666" y="3496"/>
                    </a:lnTo>
                    <a:lnTo>
                      <a:pt x="4674" y="3496"/>
                    </a:lnTo>
                    <a:lnTo>
                      <a:pt x="4681" y="3496"/>
                    </a:lnTo>
                    <a:lnTo>
                      <a:pt x="4688" y="3495"/>
                    </a:lnTo>
                    <a:lnTo>
                      <a:pt x="4695" y="3495"/>
                    </a:lnTo>
                    <a:lnTo>
                      <a:pt x="4702" y="3495"/>
                    </a:lnTo>
                    <a:lnTo>
                      <a:pt x="4708" y="3495"/>
                    </a:lnTo>
                    <a:lnTo>
                      <a:pt x="4717" y="3494"/>
                    </a:lnTo>
                    <a:lnTo>
                      <a:pt x="4723" y="3494"/>
                    </a:lnTo>
                    <a:lnTo>
                      <a:pt x="4730" y="3493"/>
                    </a:lnTo>
                    <a:lnTo>
                      <a:pt x="4737" y="3493"/>
                    </a:lnTo>
                    <a:lnTo>
                      <a:pt x="4744" y="3493"/>
                    </a:lnTo>
                    <a:lnTo>
                      <a:pt x="4751" y="3491"/>
                    </a:lnTo>
                    <a:lnTo>
                      <a:pt x="4759" y="3491"/>
                    </a:lnTo>
                    <a:lnTo>
                      <a:pt x="4765" y="3491"/>
                    </a:lnTo>
                    <a:lnTo>
                      <a:pt x="4772" y="3490"/>
                    </a:lnTo>
                    <a:lnTo>
                      <a:pt x="4779" y="3490"/>
                    </a:lnTo>
                    <a:lnTo>
                      <a:pt x="4786" y="3490"/>
                    </a:lnTo>
                    <a:lnTo>
                      <a:pt x="4793" y="3490"/>
                    </a:lnTo>
                    <a:lnTo>
                      <a:pt x="4801" y="3490"/>
                    </a:lnTo>
                    <a:lnTo>
                      <a:pt x="4808" y="3490"/>
                    </a:lnTo>
                    <a:lnTo>
                      <a:pt x="4814" y="3490"/>
                    </a:lnTo>
                    <a:lnTo>
                      <a:pt x="4821" y="3490"/>
                    </a:lnTo>
                    <a:lnTo>
                      <a:pt x="4828" y="3490"/>
                    </a:lnTo>
                    <a:lnTo>
                      <a:pt x="4835" y="3491"/>
                    </a:lnTo>
                    <a:lnTo>
                      <a:pt x="4842" y="3491"/>
                    </a:lnTo>
                    <a:lnTo>
                      <a:pt x="4850" y="3491"/>
                    </a:lnTo>
                    <a:lnTo>
                      <a:pt x="4857" y="3493"/>
                    </a:lnTo>
                    <a:lnTo>
                      <a:pt x="4863" y="3493"/>
                    </a:lnTo>
                    <a:lnTo>
                      <a:pt x="4870" y="3493"/>
                    </a:lnTo>
                    <a:lnTo>
                      <a:pt x="4877" y="3494"/>
                    </a:lnTo>
                    <a:lnTo>
                      <a:pt x="4884" y="3494"/>
                    </a:lnTo>
                    <a:lnTo>
                      <a:pt x="4892" y="3495"/>
                    </a:lnTo>
                    <a:lnTo>
                      <a:pt x="4899" y="3495"/>
                    </a:lnTo>
                    <a:lnTo>
                      <a:pt x="4905" y="3495"/>
                    </a:lnTo>
                  </a:path>
                </a:pathLst>
              </a:custGeom>
              <a:noFill/>
              <a:ln w="25400" cap="flat" cmpd="sng">
                <a:solidFill>
                  <a:srgbClr val="0000FF">
                    <a:alpha val="100000"/>
                  </a:srgbClr>
                </a:solidFill>
                <a:prstDash val="solid"/>
                <a:round/>
                <a:headEnd type="none" w="med" len="med"/>
                <a:tailEnd type="none" w="med" len="med"/>
              </a:ln>
            </p:spPr>
            <p:txBody>
              <a:bodyPr/>
              <a:p>
                <a:endParaRPr lang="zh-CN" altLang="en-US"/>
              </a:p>
            </p:txBody>
          </p:sp>
          <p:sp>
            <p:nvSpPr>
              <p:cNvPr id="99784" name="Rectangle 714"/>
              <p:cNvSpPr/>
              <p:nvPr/>
            </p:nvSpPr>
            <p:spPr>
              <a:xfrm rot="-5400000">
                <a:off x="5448" y="1512"/>
                <a:ext cx="13" cy="31"/>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785" name="Rectangle 715"/>
              <p:cNvSpPr/>
              <p:nvPr/>
            </p:nvSpPr>
            <p:spPr>
              <a:xfrm>
                <a:off x="4272" y="1123"/>
                <a:ext cx="7" cy="56"/>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721" name="Line 717"/>
            <p:cNvSpPr/>
            <p:nvPr/>
          </p:nvSpPr>
          <p:spPr>
            <a:xfrm flipV="1">
              <a:off x="2784" y="1200"/>
              <a:ext cx="288" cy="144"/>
            </a:xfrm>
            <a:prstGeom prst="line">
              <a:avLst/>
            </a:prstGeom>
            <a:ln w="9525" cap="flat" cmpd="sng">
              <a:solidFill>
                <a:schemeClr val="tx1"/>
              </a:solidFill>
              <a:prstDash val="solid"/>
              <a:headEnd type="none" w="med" len="med"/>
              <a:tailEnd type="triangle" w="med" len="med"/>
            </a:ln>
          </p:spPr>
        </p:sp>
      </p:grpSp>
      <p:grpSp>
        <p:nvGrpSpPr>
          <p:cNvPr id="93972" name="Group 788"/>
          <p:cNvGrpSpPr/>
          <p:nvPr/>
        </p:nvGrpSpPr>
        <p:grpSpPr>
          <a:xfrm>
            <a:off x="5878513" y="2286000"/>
            <a:ext cx="4829548" cy="858838"/>
            <a:chOff x="2779" y="1534"/>
            <a:chExt cx="3042" cy="643"/>
          </a:xfrm>
        </p:grpSpPr>
        <p:grpSp>
          <p:nvGrpSpPr>
            <p:cNvPr id="99652" name="Group 786"/>
            <p:cNvGrpSpPr/>
            <p:nvPr/>
          </p:nvGrpSpPr>
          <p:grpSpPr>
            <a:xfrm>
              <a:off x="3051" y="1534"/>
              <a:ext cx="2770" cy="643"/>
              <a:chOff x="3230" y="1651"/>
              <a:chExt cx="2243" cy="721"/>
            </a:xfrm>
          </p:grpSpPr>
          <p:sp>
            <p:nvSpPr>
              <p:cNvPr id="99654" name="Line 720"/>
              <p:cNvSpPr/>
              <p:nvPr/>
            </p:nvSpPr>
            <p:spPr>
              <a:xfrm>
                <a:off x="3230" y="2371"/>
                <a:ext cx="1" cy="1"/>
              </a:xfrm>
              <a:prstGeom prst="line">
                <a:avLst/>
              </a:prstGeom>
              <a:ln w="9525" cap="flat" cmpd="sng">
                <a:solidFill>
                  <a:srgbClr val="000000"/>
                </a:solidFill>
                <a:prstDash val="solid"/>
                <a:headEnd type="none" w="med" len="med"/>
                <a:tailEnd type="none" w="med" len="med"/>
              </a:ln>
            </p:spPr>
          </p:sp>
          <p:sp>
            <p:nvSpPr>
              <p:cNvPr id="99655" name="Line 721"/>
              <p:cNvSpPr/>
              <p:nvPr/>
            </p:nvSpPr>
            <p:spPr>
              <a:xfrm>
                <a:off x="3347" y="2371"/>
                <a:ext cx="1" cy="1"/>
              </a:xfrm>
              <a:prstGeom prst="line">
                <a:avLst/>
              </a:prstGeom>
              <a:ln w="9525" cap="flat" cmpd="sng">
                <a:solidFill>
                  <a:srgbClr val="000000"/>
                </a:solidFill>
                <a:prstDash val="solid"/>
                <a:headEnd type="none" w="med" len="med"/>
                <a:tailEnd type="none" w="med" len="med"/>
              </a:ln>
            </p:spPr>
          </p:sp>
          <p:sp>
            <p:nvSpPr>
              <p:cNvPr id="99656" name="Line 722"/>
              <p:cNvSpPr/>
              <p:nvPr/>
            </p:nvSpPr>
            <p:spPr>
              <a:xfrm>
                <a:off x="3464" y="2371"/>
                <a:ext cx="1" cy="1"/>
              </a:xfrm>
              <a:prstGeom prst="line">
                <a:avLst/>
              </a:prstGeom>
              <a:ln w="9525" cap="flat" cmpd="sng">
                <a:solidFill>
                  <a:srgbClr val="000000"/>
                </a:solidFill>
                <a:prstDash val="solid"/>
                <a:headEnd type="none" w="med" len="med"/>
                <a:tailEnd type="none" w="med" len="med"/>
              </a:ln>
            </p:spPr>
          </p:sp>
          <p:sp>
            <p:nvSpPr>
              <p:cNvPr id="99657" name="Line 723"/>
              <p:cNvSpPr/>
              <p:nvPr/>
            </p:nvSpPr>
            <p:spPr>
              <a:xfrm>
                <a:off x="3581" y="2371"/>
                <a:ext cx="1" cy="1"/>
              </a:xfrm>
              <a:prstGeom prst="line">
                <a:avLst/>
              </a:prstGeom>
              <a:ln w="9525" cap="flat" cmpd="sng">
                <a:solidFill>
                  <a:srgbClr val="000000"/>
                </a:solidFill>
                <a:prstDash val="solid"/>
                <a:headEnd type="none" w="med" len="med"/>
                <a:tailEnd type="none" w="med" len="med"/>
              </a:ln>
            </p:spPr>
          </p:sp>
          <p:sp>
            <p:nvSpPr>
              <p:cNvPr id="99658" name="Line 724"/>
              <p:cNvSpPr/>
              <p:nvPr/>
            </p:nvSpPr>
            <p:spPr>
              <a:xfrm>
                <a:off x="3698" y="2371"/>
                <a:ext cx="1" cy="1"/>
              </a:xfrm>
              <a:prstGeom prst="line">
                <a:avLst/>
              </a:prstGeom>
              <a:ln w="9525" cap="flat" cmpd="sng">
                <a:solidFill>
                  <a:srgbClr val="000000"/>
                </a:solidFill>
                <a:prstDash val="solid"/>
                <a:headEnd type="none" w="med" len="med"/>
                <a:tailEnd type="none" w="med" len="med"/>
              </a:ln>
            </p:spPr>
          </p:sp>
          <p:sp>
            <p:nvSpPr>
              <p:cNvPr id="99659" name="Line 725"/>
              <p:cNvSpPr/>
              <p:nvPr/>
            </p:nvSpPr>
            <p:spPr>
              <a:xfrm>
                <a:off x="3815" y="2371"/>
                <a:ext cx="1" cy="1"/>
              </a:xfrm>
              <a:prstGeom prst="line">
                <a:avLst/>
              </a:prstGeom>
              <a:ln w="9525" cap="flat" cmpd="sng">
                <a:solidFill>
                  <a:srgbClr val="000000"/>
                </a:solidFill>
                <a:prstDash val="solid"/>
                <a:headEnd type="none" w="med" len="med"/>
                <a:tailEnd type="none" w="med" len="med"/>
              </a:ln>
            </p:spPr>
          </p:sp>
          <p:sp>
            <p:nvSpPr>
              <p:cNvPr id="99660" name="Line 726"/>
              <p:cNvSpPr/>
              <p:nvPr/>
            </p:nvSpPr>
            <p:spPr>
              <a:xfrm>
                <a:off x="3932" y="2371"/>
                <a:ext cx="1" cy="1"/>
              </a:xfrm>
              <a:prstGeom prst="line">
                <a:avLst/>
              </a:prstGeom>
              <a:ln w="9525" cap="flat" cmpd="sng">
                <a:solidFill>
                  <a:srgbClr val="000000"/>
                </a:solidFill>
                <a:prstDash val="solid"/>
                <a:headEnd type="none" w="med" len="med"/>
                <a:tailEnd type="none" w="med" len="med"/>
              </a:ln>
            </p:spPr>
          </p:sp>
          <p:sp>
            <p:nvSpPr>
              <p:cNvPr id="99661" name="Line 727"/>
              <p:cNvSpPr/>
              <p:nvPr/>
            </p:nvSpPr>
            <p:spPr>
              <a:xfrm>
                <a:off x="4049" y="2371"/>
                <a:ext cx="1" cy="1"/>
              </a:xfrm>
              <a:prstGeom prst="line">
                <a:avLst/>
              </a:prstGeom>
              <a:ln w="9525" cap="flat" cmpd="sng">
                <a:solidFill>
                  <a:srgbClr val="000000"/>
                </a:solidFill>
                <a:prstDash val="solid"/>
                <a:headEnd type="none" w="med" len="med"/>
                <a:tailEnd type="none" w="med" len="med"/>
              </a:ln>
            </p:spPr>
          </p:sp>
          <p:sp>
            <p:nvSpPr>
              <p:cNvPr id="99662" name="Line 728"/>
              <p:cNvSpPr/>
              <p:nvPr/>
            </p:nvSpPr>
            <p:spPr>
              <a:xfrm>
                <a:off x="4166" y="2371"/>
                <a:ext cx="1" cy="1"/>
              </a:xfrm>
              <a:prstGeom prst="line">
                <a:avLst/>
              </a:prstGeom>
              <a:ln w="9525" cap="flat" cmpd="sng">
                <a:solidFill>
                  <a:srgbClr val="000000"/>
                </a:solidFill>
                <a:prstDash val="solid"/>
                <a:headEnd type="none" w="med" len="med"/>
                <a:tailEnd type="none" w="med" len="med"/>
              </a:ln>
            </p:spPr>
          </p:sp>
          <p:sp>
            <p:nvSpPr>
              <p:cNvPr id="99663" name="Line 729"/>
              <p:cNvSpPr/>
              <p:nvPr/>
            </p:nvSpPr>
            <p:spPr>
              <a:xfrm>
                <a:off x="4283" y="2371"/>
                <a:ext cx="1" cy="1"/>
              </a:xfrm>
              <a:prstGeom prst="line">
                <a:avLst/>
              </a:prstGeom>
              <a:ln w="9525" cap="flat" cmpd="sng">
                <a:solidFill>
                  <a:srgbClr val="000000"/>
                </a:solidFill>
                <a:prstDash val="solid"/>
                <a:headEnd type="none" w="med" len="med"/>
                <a:tailEnd type="none" w="med" len="med"/>
              </a:ln>
            </p:spPr>
          </p:sp>
          <p:sp>
            <p:nvSpPr>
              <p:cNvPr id="99664" name="Line 730"/>
              <p:cNvSpPr/>
              <p:nvPr/>
            </p:nvSpPr>
            <p:spPr>
              <a:xfrm>
                <a:off x="4400" y="2371"/>
                <a:ext cx="1" cy="1"/>
              </a:xfrm>
              <a:prstGeom prst="line">
                <a:avLst/>
              </a:prstGeom>
              <a:ln w="9525" cap="flat" cmpd="sng">
                <a:solidFill>
                  <a:srgbClr val="000000"/>
                </a:solidFill>
                <a:prstDash val="solid"/>
                <a:headEnd type="none" w="med" len="med"/>
                <a:tailEnd type="none" w="med" len="med"/>
              </a:ln>
            </p:spPr>
          </p:sp>
          <p:sp>
            <p:nvSpPr>
              <p:cNvPr id="99665" name="Line 731"/>
              <p:cNvSpPr/>
              <p:nvPr/>
            </p:nvSpPr>
            <p:spPr>
              <a:xfrm>
                <a:off x="4517" y="2371"/>
                <a:ext cx="1" cy="1"/>
              </a:xfrm>
              <a:prstGeom prst="line">
                <a:avLst/>
              </a:prstGeom>
              <a:ln w="9525" cap="flat" cmpd="sng">
                <a:solidFill>
                  <a:srgbClr val="000000"/>
                </a:solidFill>
                <a:prstDash val="solid"/>
                <a:headEnd type="none" w="med" len="med"/>
                <a:tailEnd type="none" w="med" len="med"/>
              </a:ln>
            </p:spPr>
          </p:sp>
          <p:sp>
            <p:nvSpPr>
              <p:cNvPr id="99666" name="Line 732"/>
              <p:cNvSpPr/>
              <p:nvPr/>
            </p:nvSpPr>
            <p:spPr>
              <a:xfrm>
                <a:off x="4634" y="2371"/>
                <a:ext cx="1" cy="1"/>
              </a:xfrm>
              <a:prstGeom prst="line">
                <a:avLst/>
              </a:prstGeom>
              <a:ln w="9525" cap="flat" cmpd="sng">
                <a:solidFill>
                  <a:srgbClr val="000000"/>
                </a:solidFill>
                <a:prstDash val="solid"/>
                <a:headEnd type="none" w="med" len="med"/>
                <a:tailEnd type="none" w="med" len="med"/>
              </a:ln>
            </p:spPr>
          </p:sp>
          <p:sp>
            <p:nvSpPr>
              <p:cNvPr id="99667" name="Line 733"/>
              <p:cNvSpPr/>
              <p:nvPr/>
            </p:nvSpPr>
            <p:spPr>
              <a:xfrm>
                <a:off x="4751" y="2371"/>
                <a:ext cx="1" cy="1"/>
              </a:xfrm>
              <a:prstGeom prst="line">
                <a:avLst/>
              </a:prstGeom>
              <a:ln w="9525" cap="flat" cmpd="sng">
                <a:solidFill>
                  <a:srgbClr val="000000"/>
                </a:solidFill>
                <a:prstDash val="solid"/>
                <a:headEnd type="none" w="med" len="med"/>
                <a:tailEnd type="none" w="med" len="med"/>
              </a:ln>
            </p:spPr>
          </p:sp>
          <p:sp>
            <p:nvSpPr>
              <p:cNvPr id="99668" name="Line 734"/>
              <p:cNvSpPr/>
              <p:nvPr/>
            </p:nvSpPr>
            <p:spPr>
              <a:xfrm>
                <a:off x="4868" y="2371"/>
                <a:ext cx="1" cy="1"/>
              </a:xfrm>
              <a:prstGeom prst="line">
                <a:avLst/>
              </a:prstGeom>
              <a:ln w="9525" cap="flat" cmpd="sng">
                <a:solidFill>
                  <a:srgbClr val="000000"/>
                </a:solidFill>
                <a:prstDash val="solid"/>
                <a:headEnd type="none" w="med" len="med"/>
                <a:tailEnd type="none" w="med" len="med"/>
              </a:ln>
            </p:spPr>
          </p:sp>
          <p:sp>
            <p:nvSpPr>
              <p:cNvPr id="99669" name="Line 735"/>
              <p:cNvSpPr/>
              <p:nvPr/>
            </p:nvSpPr>
            <p:spPr>
              <a:xfrm>
                <a:off x="4985" y="2371"/>
                <a:ext cx="1" cy="1"/>
              </a:xfrm>
              <a:prstGeom prst="line">
                <a:avLst/>
              </a:prstGeom>
              <a:ln w="9525" cap="flat" cmpd="sng">
                <a:solidFill>
                  <a:srgbClr val="000000"/>
                </a:solidFill>
                <a:prstDash val="solid"/>
                <a:headEnd type="none" w="med" len="med"/>
                <a:tailEnd type="none" w="med" len="med"/>
              </a:ln>
            </p:spPr>
          </p:sp>
          <p:sp>
            <p:nvSpPr>
              <p:cNvPr id="99670" name="Line 736"/>
              <p:cNvSpPr/>
              <p:nvPr/>
            </p:nvSpPr>
            <p:spPr>
              <a:xfrm>
                <a:off x="5102" y="2371"/>
                <a:ext cx="1" cy="1"/>
              </a:xfrm>
              <a:prstGeom prst="line">
                <a:avLst/>
              </a:prstGeom>
              <a:ln w="9525" cap="flat" cmpd="sng">
                <a:solidFill>
                  <a:srgbClr val="000000"/>
                </a:solidFill>
                <a:prstDash val="solid"/>
                <a:headEnd type="none" w="med" len="med"/>
                <a:tailEnd type="none" w="med" len="med"/>
              </a:ln>
            </p:spPr>
          </p:sp>
          <p:sp>
            <p:nvSpPr>
              <p:cNvPr id="99671" name="Line 737"/>
              <p:cNvSpPr/>
              <p:nvPr/>
            </p:nvSpPr>
            <p:spPr>
              <a:xfrm>
                <a:off x="5219" y="2371"/>
                <a:ext cx="1" cy="1"/>
              </a:xfrm>
              <a:prstGeom prst="line">
                <a:avLst/>
              </a:prstGeom>
              <a:ln w="9525" cap="flat" cmpd="sng">
                <a:solidFill>
                  <a:srgbClr val="000000"/>
                </a:solidFill>
                <a:prstDash val="solid"/>
                <a:headEnd type="none" w="med" len="med"/>
                <a:tailEnd type="none" w="med" len="med"/>
              </a:ln>
            </p:spPr>
          </p:sp>
          <p:sp>
            <p:nvSpPr>
              <p:cNvPr id="99672" name="Line 738"/>
              <p:cNvSpPr/>
              <p:nvPr/>
            </p:nvSpPr>
            <p:spPr>
              <a:xfrm>
                <a:off x="5336" y="2371"/>
                <a:ext cx="1" cy="1"/>
              </a:xfrm>
              <a:prstGeom prst="line">
                <a:avLst/>
              </a:prstGeom>
              <a:ln w="9525" cap="flat" cmpd="sng">
                <a:solidFill>
                  <a:srgbClr val="000000"/>
                </a:solidFill>
                <a:prstDash val="solid"/>
                <a:headEnd type="none" w="med" len="med"/>
                <a:tailEnd type="none" w="med" len="med"/>
              </a:ln>
            </p:spPr>
          </p:sp>
          <p:sp>
            <p:nvSpPr>
              <p:cNvPr id="99673" name="Line 739"/>
              <p:cNvSpPr/>
              <p:nvPr/>
            </p:nvSpPr>
            <p:spPr>
              <a:xfrm>
                <a:off x="3230" y="2371"/>
                <a:ext cx="2106" cy="1"/>
              </a:xfrm>
              <a:prstGeom prst="line">
                <a:avLst/>
              </a:prstGeom>
              <a:ln w="9525" cap="flat" cmpd="sng">
                <a:solidFill>
                  <a:srgbClr val="000000"/>
                </a:solidFill>
                <a:prstDash val="solid"/>
                <a:headEnd type="none" w="med" len="med"/>
                <a:tailEnd type="none" w="med" len="med"/>
              </a:ln>
            </p:spPr>
          </p:sp>
          <p:sp>
            <p:nvSpPr>
              <p:cNvPr id="99674" name="Line 740"/>
              <p:cNvSpPr/>
              <p:nvPr/>
            </p:nvSpPr>
            <p:spPr>
              <a:xfrm>
                <a:off x="3230" y="2371"/>
                <a:ext cx="1" cy="1"/>
              </a:xfrm>
              <a:prstGeom prst="line">
                <a:avLst/>
              </a:prstGeom>
              <a:ln w="9525" cap="flat" cmpd="sng">
                <a:solidFill>
                  <a:srgbClr val="000000"/>
                </a:solidFill>
                <a:prstDash val="solid"/>
                <a:headEnd type="none" w="med" len="med"/>
                <a:tailEnd type="none" w="med" len="med"/>
              </a:ln>
            </p:spPr>
          </p:sp>
          <p:sp>
            <p:nvSpPr>
              <p:cNvPr id="99675" name="Line 741"/>
              <p:cNvSpPr/>
              <p:nvPr/>
            </p:nvSpPr>
            <p:spPr>
              <a:xfrm>
                <a:off x="3230" y="2305"/>
                <a:ext cx="1" cy="1"/>
              </a:xfrm>
              <a:prstGeom prst="line">
                <a:avLst/>
              </a:prstGeom>
              <a:ln w="9525" cap="flat" cmpd="sng">
                <a:solidFill>
                  <a:srgbClr val="000000"/>
                </a:solidFill>
                <a:prstDash val="solid"/>
                <a:headEnd type="none" w="med" len="med"/>
                <a:tailEnd type="none" w="med" len="med"/>
              </a:ln>
            </p:spPr>
          </p:sp>
          <p:sp>
            <p:nvSpPr>
              <p:cNvPr id="99676" name="Line 742"/>
              <p:cNvSpPr/>
              <p:nvPr/>
            </p:nvSpPr>
            <p:spPr>
              <a:xfrm>
                <a:off x="3230" y="2240"/>
                <a:ext cx="1" cy="1"/>
              </a:xfrm>
              <a:prstGeom prst="line">
                <a:avLst/>
              </a:prstGeom>
              <a:ln w="9525" cap="flat" cmpd="sng">
                <a:solidFill>
                  <a:srgbClr val="000000"/>
                </a:solidFill>
                <a:prstDash val="solid"/>
                <a:headEnd type="none" w="med" len="med"/>
                <a:tailEnd type="none" w="med" len="med"/>
              </a:ln>
            </p:spPr>
          </p:sp>
          <p:sp>
            <p:nvSpPr>
              <p:cNvPr id="99677" name="Line 743"/>
              <p:cNvSpPr/>
              <p:nvPr/>
            </p:nvSpPr>
            <p:spPr>
              <a:xfrm>
                <a:off x="3230" y="2174"/>
                <a:ext cx="1" cy="1"/>
              </a:xfrm>
              <a:prstGeom prst="line">
                <a:avLst/>
              </a:prstGeom>
              <a:ln w="9525" cap="flat" cmpd="sng">
                <a:solidFill>
                  <a:srgbClr val="000000"/>
                </a:solidFill>
                <a:prstDash val="solid"/>
                <a:headEnd type="none" w="med" len="med"/>
                <a:tailEnd type="none" w="med" len="med"/>
              </a:ln>
            </p:spPr>
          </p:sp>
          <p:sp>
            <p:nvSpPr>
              <p:cNvPr id="99678" name="Line 744"/>
              <p:cNvSpPr/>
              <p:nvPr/>
            </p:nvSpPr>
            <p:spPr>
              <a:xfrm>
                <a:off x="3230" y="2109"/>
                <a:ext cx="1" cy="1"/>
              </a:xfrm>
              <a:prstGeom prst="line">
                <a:avLst/>
              </a:prstGeom>
              <a:ln w="9525" cap="flat" cmpd="sng">
                <a:solidFill>
                  <a:srgbClr val="000000"/>
                </a:solidFill>
                <a:prstDash val="solid"/>
                <a:headEnd type="none" w="med" len="med"/>
                <a:tailEnd type="none" w="med" len="med"/>
              </a:ln>
            </p:spPr>
          </p:sp>
          <p:sp>
            <p:nvSpPr>
              <p:cNvPr id="99679" name="Line 745"/>
              <p:cNvSpPr/>
              <p:nvPr/>
            </p:nvSpPr>
            <p:spPr>
              <a:xfrm>
                <a:off x="3230" y="2043"/>
                <a:ext cx="1" cy="1"/>
              </a:xfrm>
              <a:prstGeom prst="line">
                <a:avLst/>
              </a:prstGeom>
              <a:ln w="9525" cap="flat" cmpd="sng">
                <a:solidFill>
                  <a:srgbClr val="000000"/>
                </a:solidFill>
                <a:prstDash val="solid"/>
                <a:headEnd type="none" w="med" len="med"/>
                <a:tailEnd type="none" w="med" len="med"/>
              </a:ln>
            </p:spPr>
          </p:sp>
          <p:sp>
            <p:nvSpPr>
              <p:cNvPr id="99680" name="Line 746"/>
              <p:cNvSpPr/>
              <p:nvPr/>
            </p:nvSpPr>
            <p:spPr>
              <a:xfrm>
                <a:off x="3230" y="1977"/>
                <a:ext cx="1" cy="1"/>
              </a:xfrm>
              <a:prstGeom prst="line">
                <a:avLst/>
              </a:prstGeom>
              <a:ln w="9525" cap="flat" cmpd="sng">
                <a:solidFill>
                  <a:srgbClr val="000000"/>
                </a:solidFill>
                <a:prstDash val="solid"/>
                <a:headEnd type="none" w="med" len="med"/>
                <a:tailEnd type="none" w="med" len="med"/>
              </a:ln>
            </p:spPr>
          </p:sp>
          <p:sp>
            <p:nvSpPr>
              <p:cNvPr id="99681" name="Line 747"/>
              <p:cNvSpPr/>
              <p:nvPr/>
            </p:nvSpPr>
            <p:spPr>
              <a:xfrm>
                <a:off x="3230" y="1912"/>
                <a:ext cx="1" cy="1"/>
              </a:xfrm>
              <a:prstGeom prst="line">
                <a:avLst/>
              </a:prstGeom>
              <a:ln w="9525" cap="flat" cmpd="sng">
                <a:solidFill>
                  <a:srgbClr val="000000"/>
                </a:solidFill>
                <a:prstDash val="solid"/>
                <a:headEnd type="none" w="med" len="med"/>
                <a:tailEnd type="none" w="med" len="med"/>
              </a:ln>
            </p:spPr>
          </p:sp>
          <p:sp>
            <p:nvSpPr>
              <p:cNvPr id="99682" name="Line 748"/>
              <p:cNvSpPr/>
              <p:nvPr/>
            </p:nvSpPr>
            <p:spPr>
              <a:xfrm>
                <a:off x="3230" y="1846"/>
                <a:ext cx="1" cy="1"/>
              </a:xfrm>
              <a:prstGeom prst="line">
                <a:avLst/>
              </a:prstGeom>
              <a:ln w="9525" cap="flat" cmpd="sng">
                <a:solidFill>
                  <a:srgbClr val="000000"/>
                </a:solidFill>
                <a:prstDash val="solid"/>
                <a:headEnd type="none" w="med" len="med"/>
                <a:tailEnd type="none" w="med" len="med"/>
              </a:ln>
            </p:spPr>
          </p:sp>
          <p:sp>
            <p:nvSpPr>
              <p:cNvPr id="99683" name="Line 749"/>
              <p:cNvSpPr/>
              <p:nvPr/>
            </p:nvSpPr>
            <p:spPr>
              <a:xfrm>
                <a:off x="3230" y="1781"/>
                <a:ext cx="1" cy="1"/>
              </a:xfrm>
              <a:prstGeom prst="line">
                <a:avLst/>
              </a:prstGeom>
              <a:ln w="9525" cap="flat" cmpd="sng">
                <a:solidFill>
                  <a:srgbClr val="000000"/>
                </a:solidFill>
                <a:prstDash val="solid"/>
                <a:headEnd type="none" w="med" len="med"/>
                <a:tailEnd type="none" w="med" len="med"/>
              </a:ln>
            </p:spPr>
          </p:sp>
          <p:sp>
            <p:nvSpPr>
              <p:cNvPr id="99684" name="Line 750"/>
              <p:cNvSpPr/>
              <p:nvPr/>
            </p:nvSpPr>
            <p:spPr>
              <a:xfrm>
                <a:off x="3230" y="1715"/>
                <a:ext cx="1" cy="1"/>
              </a:xfrm>
              <a:prstGeom prst="line">
                <a:avLst/>
              </a:prstGeom>
              <a:ln w="9525" cap="flat" cmpd="sng">
                <a:solidFill>
                  <a:srgbClr val="000000"/>
                </a:solidFill>
                <a:prstDash val="solid"/>
                <a:headEnd type="none" w="med" len="med"/>
                <a:tailEnd type="none" w="med" len="med"/>
              </a:ln>
            </p:spPr>
          </p:sp>
          <p:sp>
            <p:nvSpPr>
              <p:cNvPr id="99685" name="Freeform 751"/>
              <p:cNvSpPr/>
              <p:nvPr/>
            </p:nvSpPr>
            <p:spPr>
              <a:xfrm>
                <a:off x="3230" y="1715"/>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9686" name="Line 752"/>
              <p:cNvSpPr/>
              <p:nvPr/>
            </p:nvSpPr>
            <p:spPr>
              <a:xfrm>
                <a:off x="3347" y="1715"/>
                <a:ext cx="1" cy="1"/>
              </a:xfrm>
              <a:prstGeom prst="line">
                <a:avLst/>
              </a:prstGeom>
              <a:ln w="9525" cap="flat" cmpd="sng">
                <a:solidFill>
                  <a:srgbClr val="000000"/>
                </a:solidFill>
                <a:prstDash val="solid"/>
                <a:headEnd type="none" w="med" len="med"/>
                <a:tailEnd type="none" w="med" len="med"/>
              </a:ln>
            </p:spPr>
          </p:sp>
          <p:sp>
            <p:nvSpPr>
              <p:cNvPr id="99687" name="Line 753"/>
              <p:cNvSpPr/>
              <p:nvPr/>
            </p:nvSpPr>
            <p:spPr>
              <a:xfrm>
                <a:off x="3464" y="1715"/>
                <a:ext cx="1" cy="1"/>
              </a:xfrm>
              <a:prstGeom prst="line">
                <a:avLst/>
              </a:prstGeom>
              <a:ln w="9525" cap="flat" cmpd="sng">
                <a:solidFill>
                  <a:srgbClr val="000000"/>
                </a:solidFill>
                <a:prstDash val="solid"/>
                <a:headEnd type="none" w="med" len="med"/>
                <a:tailEnd type="none" w="med" len="med"/>
              </a:ln>
            </p:spPr>
          </p:sp>
          <p:sp>
            <p:nvSpPr>
              <p:cNvPr id="99688" name="Line 754"/>
              <p:cNvSpPr/>
              <p:nvPr/>
            </p:nvSpPr>
            <p:spPr>
              <a:xfrm>
                <a:off x="3581" y="1715"/>
                <a:ext cx="1" cy="1"/>
              </a:xfrm>
              <a:prstGeom prst="line">
                <a:avLst/>
              </a:prstGeom>
              <a:ln w="9525" cap="flat" cmpd="sng">
                <a:solidFill>
                  <a:srgbClr val="000000"/>
                </a:solidFill>
                <a:prstDash val="solid"/>
                <a:headEnd type="none" w="med" len="med"/>
                <a:tailEnd type="none" w="med" len="med"/>
              </a:ln>
            </p:spPr>
          </p:sp>
          <p:sp>
            <p:nvSpPr>
              <p:cNvPr id="99689" name="Line 755"/>
              <p:cNvSpPr/>
              <p:nvPr/>
            </p:nvSpPr>
            <p:spPr>
              <a:xfrm>
                <a:off x="3698" y="1715"/>
                <a:ext cx="1" cy="1"/>
              </a:xfrm>
              <a:prstGeom prst="line">
                <a:avLst/>
              </a:prstGeom>
              <a:ln w="9525" cap="flat" cmpd="sng">
                <a:solidFill>
                  <a:srgbClr val="000000"/>
                </a:solidFill>
                <a:prstDash val="solid"/>
                <a:headEnd type="none" w="med" len="med"/>
                <a:tailEnd type="none" w="med" len="med"/>
              </a:ln>
            </p:spPr>
          </p:sp>
          <p:sp>
            <p:nvSpPr>
              <p:cNvPr id="99690" name="Line 756"/>
              <p:cNvSpPr/>
              <p:nvPr/>
            </p:nvSpPr>
            <p:spPr>
              <a:xfrm>
                <a:off x="3815" y="1715"/>
                <a:ext cx="1" cy="1"/>
              </a:xfrm>
              <a:prstGeom prst="line">
                <a:avLst/>
              </a:prstGeom>
              <a:ln w="9525" cap="flat" cmpd="sng">
                <a:solidFill>
                  <a:srgbClr val="000000"/>
                </a:solidFill>
                <a:prstDash val="solid"/>
                <a:headEnd type="none" w="med" len="med"/>
                <a:tailEnd type="none" w="med" len="med"/>
              </a:ln>
            </p:spPr>
          </p:sp>
          <p:sp>
            <p:nvSpPr>
              <p:cNvPr id="99691" name="Line 757"/>
              <p:cNvSpPr/>
              <p:nvPr/>
            </p:nvSpPr>
            <p:spPr>
              <a:xfrm>
                <a:off x="3932" y="1715"/>
                <a:ext cx="1" cy="1"/>
              </a:xfrm>
              <a:prstGeom prst="line">
                <a:avLst/>
              </a:prstGeom>
              <a:ln w="9525" cap="flat" cmpd="sng">
                <a:solidFill>
                  <a:srgbClr val="000000"/>
                </a:solidFill>
                <a:prstDash val="solid"/>
                <a:headEnd type="none" w="med" len="med"/>
                <a:tailEnd type="none" w="med" len="med"/>
              </a:ln>
            </p:spPr>
          </p:sp>
          <p:sp>
            <p:nvSpPr>
              <p:cNvPr id="99692" name="Line 758"/>
              <p:cNvSpPr/>
              <p:nvPr/>
            </p:nvSpPr>
            <p:spPr>
              <a:xfrm>
                <a:off x="4049" y="1715"/>
                <a:ext cx="1" cy="1"/>
              </a:xfrm>
              <a:prstGeom prst="line">
                <a:avLst/>
              </a:prstGeom>
              <a:ln w="9525" cap="flat" cmpd="sng">
                <a:solidFill>
                  <a:srgbClr val="000000"/>
                </a:solidFill>
                <a:prstDash val="solid"/>
                <a:headEnd type="none" w="med" len="med"/>
                <a:tailEnd type="none" w="med" len="med"/>
              </a:ln>
            </p:spPr>
          </p:sp>
          <p:sp>
            <p:nvSpPr>
              <p:cNvPr id="99693" name="Line 759"/>
              <p:cNvSpPr/>
              <p:nvPr/>
            </p:nvSpPr>
            <p:spPr>
              <a:xfrm>
                <a:off x="4166" y="1715"/>
                <a:ext cx="1" cy="1"/>
              </a:xfrm>
              <a:prstGeom prst="line">
                <a:avLst/>
              </a:prstGeom>
              <a:ln w="9525" cap="flat" cmpd="sng">
                <a:solidFill>
                  <a:srgbClr val="000000"/>
                </a:solidFill>
                <a:prstDash val="solid"/>
                <a:headEnd type="none" w="med" len="med"/>
                <a:tailEnd type="none" w="med" len="med"/>
              </a:ln>
            </p:spPr>
          </p:sp>
          <p:sp>
            <p:nvSpPr>
              <p:cNvPr id="99694" name="Line 760"/>
              <p:cNvSpPr/>
              <p:nvPr/>
            </p:nvSpPr>
            <p:spPr>
              <a:xfrm>
                <a:off x="4283" y="1715"/>
                <a:ext cx="1" cy="1"/>
              </a:xfrm>
              <a:prstGeom prst="line">
                <a:avLst/>
              </a:prstGeom>
              <a:ln w="9525" cap="flat" cmpd="sng">
                <a:solidFill>
                  <a:srgbClr val="000000"/>
                </a:solidFill>
                <a:prstDash val="solid"/>
                <a:headEnd type="none" w="med" len="med"/>
                <a:tailEnd type="none" w="med" len="med"/>
              </a:ln>
            </p:spPr>
          </p:sp>
          <p:sp>
            <p:nvSpPr>
              <p:cNvPr id="99695" name="Line 761"/>
              <p:cNvSpPr/>
              <p:nvPr/>
            </p:nvSpPr>
            <p:spPr>
              <a:xfrm>
                <a:off x="4400" y="1715"/>
                <a:ext cx="1" cy="1"/>
              </a:xfrm>
              <a:prstGeom prst="line">
                <a:avLst/>
              </a:prstGeom>
              <a:ln w="9525" cap="flat" cmpd="sng">
                <a:solidFill>
                  <a:srgbClr val="000000"/>
                </a:solidFill>
                <a:prstDash val="solid"/>
                <a:headEnd type="none" w="med" len="med"/>
                <a:tailEnd type="none" w="med" len="med"/>
              </a:ln>
            </p:spPr>
          </p:sp>
          <p:sp>
            <p:nvSpPr>
              <p:cNvPr id="99696" name="Line 762"/>
              <p:cNvSpPr/>
              <p:nvPr/>
            </p:nvSpPr>
            <p:spPr>
              <a:xfrm>
                <a:off x="4517" y="1715"/>
                <a:ext cx="1" cy="1"/>
              </a:xfrm>
              <a:prstGeom prst="line">
                <a:avLst/>
              </a:prstGeom>
              <a:ln w="9525" cap="flat" cmpd="sng">
                <a:solidFill>
                  <a:srgbClr val="000000"/>
                </a:solidFill>
                <a:prstDash val="solid"/>
                <a:headEnd type="none" w="med" len="med"/>
                <a:tailEnd type="none" w="med" len="med"/>
              </a:ln>
            </p:spPr>
          </p:sp>
          <p:sp>
            <p:nvSpPr>
              <p:cNvPr id="99697" name="Line 763"/>
              <p:cNvSpPr/>
              <p:nvPr/>
            </p:nvSpPr>
            <p:spPr>
              <a:xfrm>
                <a:off x="4634" y="1715"/>
                <a:ext cx="1" cy="1"/>
              </a:xfrm>
              <a:prstGeom prst="line">
                <a:avLst/>
              </a:prstGeom>
              <a:ln w="9525" cap="flat" cmpd="sng">
                <a:solidFill>
                  <a:srgbClr val="000000"/>
                </a:solidFill>
                <a:prstDash val="solid"/>
                <a:headEnd type="none" w="med" len="med"/>
                <a:tailEnd type="none" w="med" len="med"/>
              </a:ln>
            </p:spPr>
          </p:sp>
          <p:sp>
            <p:nvSpPr>
              <p:cNvPr id="99698" name="Line 764"/>
              <p:cNvSpPr/>
              <p:nvPr/>
            </p:nvSpPr>
            <p:spPr>
              <a:xfrm>
                <a:off x="4751" y="1715"/>
                <a:ext cx="1" cy="1"/>
              </a:xfrm>
              <a:prstGeom prst="line">
                <a:avLst/>
              </a:prstGeom>
              <a:ln w="9525" cap="flat" cmpd="sng">
                <a:solidFill>
                  <a:srgbClr val="000000"/>
                </a:solidFill>
                <a:prstDash val="solid"/>
                <a:headEnd type="none" w="med" len="med"/>
                <a:tailEnd type="none" w="med" len="med"/>
              </a:ln>
            </p:spPr>
          </p:sp>
          <p:sp>
            <p:nvSpPr>
              <p:cNvPr id="99699" name="Line 765"/>
              <p:cNvSpPr/>
              <p:nvPr/>
            </p:nvSpPr>
            <p:spPr>
              <a:xfrm>
                <a:off x="4868" y="1715"/>
                <a:ext cx="1" cy="1"/>
              </a:xfrm>
              <a:prstGeom prst="line">
                <a:avLst/>
              </a:prstGeom>
              <a:ln w="9525" cap="flat" cmpd="sng">
                <a:solidFill>
                  <a:srgbClr val="000000"/>
                </a:solidFill>
                <a:prstDash val="solid"/>
                <a:headEnd type="none" w="med" len="med"/>
                <a:tailEnd type="none" w="med" len="med"/>
              </a:ln>
            </p:spPr>
          </p:sp>
          <p:sp>
            <p:nvSpPr>
              <p:cNvPr id="99700" name="Line 766"/>
              <p:cNvSpPr/>
              <p:nvPr/>
            </p:nvSpPr>
            <p:spPr>
              <a:xfrm>
                <a:off x="4985" y="1715"/>
                <a:ext cx="1" cy="1"/>
              </a:xfrm>
              <a:prstGeom prst="line">
                <a:avLst/>
              </a:prstGeom>
              <a:ln w="9525" cap="flat" cmpd="sng">
                <a:solidFill>
                  <a:srgbClr val="000000"/>
                </a:solidFill>
                <a:prstDash val="solid"/>
                <a:headEnd type="none" w="med" len="med"/>
                <a:tailEnd type="none" w="med" len="med"/>
              </a:ln>
            </p:spPr>
          </p:sp>
          <p:sp>
            <p:nvSpPr>
              <p:cNvPr id="99701" name="Line 767"/>
              <p:cNvSpPr/>
              <p:nvPr/>
            </p:nvSpPr>
            <p:spPr>
              <a:xfrm>
                <a:off x="5102" y="1715"/>
                <a:ext cx="1" cy="1"/>
              </a:xfrm>
              <a:prstGeom prst="line">
                <a:avLst/>
              </a:prstGeom>
              <a:ln w="9525" cap="flat" cmpd="sng">
                <a:solidFill>
                  <a:srgbClr val="000000"/>
                </a:solidFill>
                <a:prstDash val="solid"/>
                <a:headEnd type="none" w="med" len="med"/>
                <a:tailEnd type="none" w="med" len="med"/>
              </a:ln>
            </p:spPr>
          </p:sp>
          <p:sp>
            <p:nvSpPr>
              <p:cNvPr id="99702" name="Line 768"/>
              <p:cNvSpPr/>
              <p:nvPr/>
            </p:nvSpPr>
            <p:spPr>
              <a:xfrm>
                <a:off x="5219" y="1715"/>
                <a:ext cx="1" cy="1"/>
              </a:xfrm>
              <a:prstGeom prst="line">
                <a:avLst/>
              </a:prstGeom>
              <a:ln w="9525" cap="flat" cmpd="sng">
                <a:solidFill>
                  <a:srgbClr val="000000"/>
                </a:solidFill>
                <a:prstDash val="solid"/>
                <a:headEnd type="none" w="med" len="med"/>
                <a:tailEnd type="none" w="med" len="med"/>
              </a:ln>
            </p:spPr>
          </p:sp>
          <p:sp>
            <p:nvSpPr>
              <p:cNvPr id="99703" name="Line 769"/>
              <p:cNvSpPr/>
              <p:nvPr/>
            </p:nvSpPr>
            <p:spPr>
              <a:xfrm>
                <a:off x="5336" y="1715"/>
                <a:ext cx="1" cy="1"/>
              </a:xfrm>
              <a:prstGeom prst="line">
                <a:avLst/>
              </a:prstGeom>
              <a:ln w="9525" cap="flat" cmpd="sng">
                <a:solidFill>
                  <a:srgbClr val="000000"/>
                </a:solidFill>
                <a:prstDash val="solid"/>
                <a:headEnd type="none" w="med" len="med"/>
                <a:tailEnd type="none" w="med" len="med"/>
              </a:ln>
            </p:spPr>
          </p:sp>
          <p:sp>
            <p:nvSpPr>
              <p:cNvPr id="99704" name="Line 770"/>
              <p:cNvSpPr/>
              <p:nvPr/>
            </p:nvSpPr>
            <p:spPr>
              <a:xfrm>
                <a:off x="3230" y="1715"/>
                <a:ext cx="2106" cy="1"/>
              </a:xfrm>
              <a:prstGeom prst="line">
                <a:avLst/>
              </a:prstGeom>
              <a:ln w="9525" cap="flat" cmpd="sng">
                <a:solidFill>
                  <a:srgbClr val="000000"/>
                </a:solidFill>
                <a:prstDash val="solid"/>
                <a:headEnd type="none" w="med" len="med"/>
                <a:tailEnd type="none" w="med" len="med"/>
              </a:ln>
            </p:spPr>
          </p:sp>
          <p:sp>
            <p:nvSpPr>
              <p:cNvPr id="99705" name="Line 771"/>
              <p:cNvSpPr/>
              <p:nvPr/>
            </p:nvSpPr>
            <p:spPr>
              <a:xfrm>
                <a:off x="5336" y="2371"/>
                <a:ext cx="1" cy="1"/>
              </a:xfrm>
              <a:prstGeom prst="line">
                <a:avLst/>
              </a:prstGeom>
              <a:ln w="9525" cap="flat" cmpd="sng">
                <a:solidFill>
                  <a:srgbClr val="000000"/>
                </a:solidFill>
                <a:prstDash val="solid"/>
                <a:headEnd type="none" w="med" len="med"/>
                <a:tailEnd type="none" w="med" len="med"/>
              </a:ln>
            </p:spPr>
          </p:sp>
          <p:sp>
            <p:nvSpPr>
              <p:cNvPr id="99706" name="Line 772"/>
              <p:cNvSpPr/>
              <p:nvPr/>
            </p:nvSpPr>
            <p:spPr>
              <a:xfrm>
                <a:off x="5336" y="2305"/>
                <a:ext cx="1" cy="1"/>
              </a:xfrm>
              <a:prstGeom prst="line">
                <a:avLst/>
              </a:prstGeom>
              <a:ln w="9525" cap="flat" cmpd="sng">
                <a:solidFill>
                  <a:srgbClr val="000000"/>
                </a:solidFill>
                <a:prstDash val="solid"/>
                <a:headEnd type="none" w="med" len="med"/>
                <a:tailEnd type="none" w="med" len="med"/>
              </a:ln>
            </p:spPr>
          </p:sp>
          <p:sp>
            <p:nvSpPr>
              <p:cNvPr id="99707" name="Line 773"/>
              <p:cNvSpPr/>
              <p:nvPr/>
            </p:nvSpPr>
            <p:spPr>
              <a:xfrm>
                <a:off x="5336" y="2240"/>
                <a:ext cx="1" cy="1"/>
              </a:xfrm>
              <a:prstGeom prst="line">
                <a:avLst/>
              </a:prstGeom>
              <a:ln w="9525" cap="flat" cmpd="sng">
                <a:solidFill>
                  <a:srgbClr val="000000"/>
                </a:solidFill>
                <a:prstDash val="solid"/>
                <a:headEnd type="none" w="med" len="med"/>
                <a:tailEnd type="none" w="med" len="med"/>
              </a:ln>
            </p:spPr>
          </p:sp>
          <p:sp>
            <p:nvSpPr>
              <p:cNvPr id="99708" name="Line 774"/>
              <p:cNvSpPr/>
              <p:nvPr/>
            </p:nvSpPr>
            <p:spPr>
              <a:xfrm>
                <a:off x="5336" y="2174"/>
                <a:ext cx="1" cy="1"/>
              </a:xfrm>
              <a:prstGeom prst="line">
                <a:avLst/>
              </a:prstGeom>
              <a:ln w="9525" cap="flat" cmpd="sng">
                <a:solidFill>
                  <a:srgbClr val="000000"/>
                </a:solidFill>
                <a:prstDash val="solid"/>
                <a:headEnd type="none" w="med" len="med"/>
                <a:tailEnd type="none" w="med" len="med"/>
              </a:ln>
            </p:spPr>
          </p:sp>
          <p:sp>
            <p:nvSpPr>
              <p:cNvPr id="99709" name="Line 775"/>
              <p:cNvSpPr/>
              <p:nvPr/>
            </p:nvSpPr>
            <p:spPr>
              <a:xfrm>
                <a:off x="5336" y="2109"/>
                <a:ext cx="1" cy="1"/>
              </a:xfrm>
              <a:prstGeom prst="line">
                <a:avLst/>
              </a:prstGeom>
              <a:ln w="9525" cap="flat" cmpd="sng">
                <a:solidFill>
                  <a:srgbClr val="000000"/>
                </a:solidFill>
                <a:prstDash val="solid"/>
                <a:headEnd type="none" w="med" len="med"/>
                <a:tailEnd type="none" w="med" len="med"/>
              </a:ln>
            </p:spPr>
          </p:sp>
          <p:sp>
            <p:nvSpPr>
              <p:cNvPr id="99710" name="Line 776"/>
              <p:cNvSpPr/>
              <p:nvPr/>
            </p:nvSpPr>
            <p:spPr>
              <a:xfrm>
                <a:off x="5336" y="2043"/>
                <a:ext cx="1" cy="1"/>
              </a:xfrm>
              <a:prstGeom prst="line">
                <a:avLst/>
              </a:prstGeom>
              <a:ln w="9525" cap="flat" cmpd="sng">
                <a:solidFill>
                  <a:srgbClr val="000000"/>
                </a:solidFill>
                <a:prstDash val="solid"/>
                <a:headEnd type="none" w="med" len="med"/>
                <a:tailEnd type="none" w="med" len="med"/>
              </a:ln>
            </p:spPr>
          </p:sp>
          <p:sp>
            <p:nvSpPr>
              <p:cNvPr id="99711" name="Line 777"/>
              <p:cNvSpPr/>
              <p:nvPr/>
            </p:nvSpPr>
            <p:spPr>
              <a:xfrm>
                <a:off x="5336" y="1977"/>
                <a:ext cx="1" cy="1"/>
              </a:xfrm>
              <a:prstGeom prst="line">
                <a:avLst/>
              </a:prstGeom>
              <a:ln w="9525" cap="flat" cmpd="sng">
                <a:solidFill>
                  <a:srgbClr val="000000"/>
                </a:solidFill>
                <a:prstDash val="solid"/>
                <a:headEnd type="none" w="med" len="med"/>
                <a:tailEnd type="none" w="med" len="med"/>
              </a:ln>
            </p:spPr>
          </p:sp>
          <p:sp>
            <p:nvSpPr>
              <p:cNvPr id="99712" name="Line 778"/>
              <p:cNvSpPr/>
              <p:nvPr/>
            </p:nvSpPr>
            <p:spPr>
              <a:xfrm>
                <a:off x="5336" y="1912"/>
                <a:ext cx="1" cy="1"/>
              </a:xfrm>
              <a:prstGeom prst="line">
                <a:avLst/>
              </a:prstGeom>
              <a:ln w="9525" cap="flat" cmpd="sng">
                <a:solidFill>
                  <a:srgbClr val="000000"/>
                </a:solidFill>
                <a:prstDash val="solid"/>
                <a:headEnd type="none" w="med" len="med"/>
                <a:tailEnd type="none" w="med" len="med"/>
              </a:ln>
            </p:spPr>
          </p:sp>
          <p:sp>
            <p:nvSpPr>
              <p:cNvPr id="99713" name="Line 779"/>
              <p:cNvSpPr/>
              <p:nvPr/>
            </p:nvSpPr>
            <p:spPr>
              <a:xfrm>
                <a:off x="5336" y="1846"/>
                <a:ext cx="1" cy="1"/>
              </a:xfrm>
              <a:prstGeom prst="line">
                <a:avLst/>
              </a:prstGeom>
              <a:ln w="9525" cap="flat" cmpd="sng">
                <a:solidFill>
                  <a:srgbClr val="000000"/>
                </a:solidFill>
                <a:prstDash val="solid"/>
                <a:headEnd type="none" w="med" len="med"/>
                <a:tailEnd type="none" w="med" len="med"/>
              </a:ln>
            </p:spPr>
          </p:sp>
          <p:sp>
            <p:nvSpPr>
              <p:cNvPr id="99714" name="Line 780"/>
              <p:cNvSpPr/>
              <p:nvPr/>
            </p:nvSpPr>
            <p:spPr>
              <a:xfrm>
                <a:off x="5336" y="1781"/>
                <a:ext cx="1" cy="1"/>
              </a:xfrm>
              <a:prstGeom prst="line">
                <a:avLst/>
              </a:prstGeom>
              <a:ln w="9525" cap="flat" cmpd="sng">
                <a:solidFill>
                  <a:srgbClr val="000000"/>
                </a:solidFill>
                <a:prstDash val="solid"/>
                <a:headEnd type="none" w="med" len="med"/>
                <a:tailEnd type="none" w="med" len="med"/>
              </a:ln>
            </p:spPr>
          </p:sp>
          <p:sp>
            <p:nvSpPr>
              <p:cNvPr id="99715" name="Line 781"/>
              <p:cNvSpPr/>
              <p:nvPr/>
            </p:nvSpPr>
            <p:spPr>
              <a:xfrm>
                <a:off x="5336" y="1715"/>
                <a:ext cx="1" cy="1"/>
              </a:xfrm>
              <a:prstGeom prst="line">
                <a:avLst/>
              </a:prstGeom>
              <a:ln w="9525" cap="flat" cmpd="sng">
                <a:solidFill>
                  <a:srgbClr val="000000"/>
                </a:solidFill>
                <a:prstDash val="solid"/>
                <a:headEnd type="none" w="med" len="med"/>
                <a:tailEnd type="none" w="med" len="med"/>
              </a:ln>
            </p:spPr>
          </p:sp>
          <p:sp>
            <p:nvSpPr>
              <p:cNvPr id="99716" name="Line 782"/>
              <p:cNvSpPr/>
              <p:nvPr/>
            </p:nvSpPr>
            <p:spPr>
              <a:xfrm flipV="1">
                <a:off x="5336" y="1715"/>
                <a:ext cx="1" cy="656"/>
              </a:xfrm>
              <a:prstGeom prst="line">
                <a:avLst/>
              </a:prstGeom>
              <a:ln w="9525" cap="flat" cmpd="sng">
                <a:solidFill>
                  <a:srgbClr val="000000"/>
                </a:solidFill>
                <a:prstDash val="solid"/>
                <a:headEnd type="none" w="med" len="med"/>
                <a:tailEnd type="none" w="med" len="med"/>
              </a:ln>
            </p:spPr>
          </p:sp>
          <p:sp>
            <p:nvSpPr>
              <p:cNvPr id="99717" name="Freeform 783"/>
              <p:cNvSpPr/>
              <p:nvPr/>
            </p:nvSpPr>
            <p:spPr>
              <a:xfrm>
                <a:off x="3465" y="1781"/>
                <a:ext cx="1635" cy="590"/>
              </a:xfrm>
              <a:custGeom>
                <a:avLst/>
                <a:gdLst/>
                <a:ahLst/>
                <a:cxnLst>
                  <a:cxn ang="0">
                    <a:pos x="23" y="590"/>
                  </a:cxn>
                  <a:cxn ang="0">
                    <a:pos x="49" y="590"/>
                  </a:cxn>
                  <a:cxn ang="0">
                    <a:pos x="75" y="590"/>
                  </a:cxn>
                  <a:cxn ang="0">
                    <a:pos x="100" y="590"/>
                  </a:cxn>
                  <a:cxn ang="0">
                    <a:pos x="126" y="590"/>
                  </a:cxn>
                  <a:cxn ang="0">
                    <a:pos x="152" y="590"/>
                  </a:cxn>
                  <a:cxn ang="0">
                    <a:pos x="178" y="589"/>
                  </a:cxn>
                  <a:cxn ang="0">
                    <a:pos x="203" y="590"/>
                  </a:cxn>
                  <a:cxn ang="0">
                    <a:pos x="229" y="584"/>
                  </a:cxn>
                  <a:cxn ang="0">
                    <a:pos x="255" y="567"/>
                  </a:cxn>
                  <a:cxn ang="0">
                    <a:pos x="281" y="567"/>
                  </a:cxn>
                  <a:cxn ang="0">
                    <a:pos x="307" y="584"/>
                  </a:cxn>
                  <a:cxn ang="0">
                    <a:pos x="332" y="590"/>
                  </a:cxn>
                  <a:cxn ang="0">
                    <a:pos x="358" y="588"/>
                  </a:cxn>
                  <a:cxn ang="0">
                    <a:pos x="384" y="590"/>
                  </a:cxn>
                  <a:cxn ang="0">
                    <a:pos x="409" y="589"/>
                  </a:cxn>
                  <a:cxn ang="0">
                    <a:pos x="435" y="589"/>
                  </a:cxn>
                  <a:cxn ang="0">
                    <a:pos x="461" y="589"/>
                  </a:cxn>
                  <a:cxn ang="0">
                    <a:pos x="486" y="588"/>
                  </a:cxn>
                  <a:cxn ang="0">
                    <a:pos x="512" y="590"/>
                  </a:cxn>
                  <a:cxn ang="0">
                    <a:pos x="538" y="585"/>
                  </a:cxn>
                  <a:cxn ang="0">
                    <a:pos x="564" y="588"/>
                  </a:cxn>
                  <a:cxn ang="0">
                    <a:pos x="589" y="572"/>
                  </a:cxn>
                  <a:cxn ang="0">
                    <a:pos x="615" y="445"/>
                  </a:cxn>
                  <a:cxn ang="0">
                    <a:pos x="641" y="342"/>
                  </a:cxn>
                  <a:cxn ang="0">
                    <a:pos x="667" y="463"/>
                  </a:cxn>
                  <a:cxn ang="0">
                    <a:pos x="692" y="589"/>
                  </a:cxn>
                  <a:cxn ang="0">
                    <a:pos x="718" y="545"/>
                  </a:cxn>
                  <a:cxn ang="0">
                    <a:pos x="744" y="567"/>
                  </a:cxn>
                  <a:cxn ang="0">
                    <a:pos x="769" y="544"/>
                  </a:cxn>
                  <a:cxn ang="0">
                    <a:pos x="795" y="201"/>
                  </a:cxn>
                  <a:cxn ang="0">
                    <a:pos x="821" y="5"/>
                  </a:cxn>
                  <a:cxn ang="0">
                    <a:pos x="847" y="312"/>
                  </a:cxn>
                  <a:cxn ang="0">
                    <a:pos x="872" y="581"/>
                  </a:cxn>
                  <a:cxn ang="0">
                    <a:pos x="898" y="549"/>
                  </a:cxn>
                  <a:cxn ang="0">
                    <a:pos x="924" y="562"/>
                  </a:cxn>
                  <a:cxn ang="0">
                    <a:pos x="950" y="574"/>
                  </a:cxn>
                  <a:cxn ang="0">
                    <a:pos x="976" y="413"/>
                  </a:cxn>
                  <a:cxn ang="0">
                    <a:pos x="1001" y="350"/>
                  </a:cxn>
                  <a:cxn ang="0">
                    <a:pos x="1027" y="489"/>
                  </a:cxn>
                  <a:cxn ang="0">
                    <a:pos x="1053" y="585"/>
                  </a:cxn>
                  <a:cxn ang="0">
                    <a:pos x="1078" y="585"/>
                  </a:cxn>
                  <a:cxn ang="0">
                    <a:pos x="1104" y="587"/>
                  </a:cxn>
                  <a:cxn ang="0">
                    <a:pos x="1130" y="590"/>
                  </a:cxn>
                  <a:cxn ang="0">
                    <a:pos x="1155" y="588"/>
                  </a:cxn>
                  <a:cxn ang="0">
                    <a:pos x="1181" y="590"/>
                  </a:cxn>
                  <a:cxn ang="0">
                    <a:pos x="1207" y="589"/>
                  </a:cxn>
                  <a:cxn ang="0">
                    <a:pos x="1233" y="589"/>
                  </a:cxn>
                  <a:cxn ang="0">
                    <a:pos x="1258" y="589"/>
                  </a:cxn>
                  <a:cxn ang="0">
                    <a:pos x="1284" y="588"/>
                  </a:cxn>
                  <a:cxn ang="0">
                    <a:pos x="1310" y="590"/>
                  </a:cxn>
                  <a:cxn ang="0">
                    <a:pos x="1336" y="579"/>
                  </a:cxn>
                  <a:cxn ang="0">
                    <a:pos x="1362" y="564"/>
                  </a:cxn>
                  <a:cxn ang="0">
                    <a:pos x="1387" y="572"/>
                  </a:cxn>
                  <a:cxn ang="0">
                    <a:pos x="1413" y="587"/>
                  </a:cxn>
                  <a:cxn ang="0">
                    <a:pos x="1439" y="590"/>
                  </a:cxn>
                  <a:cxn ang="0">
                    <a:pos x="1464" y="589"/>
                  </a:cxn>
                  <a:cxn ang="0">
                    <a:pos x="1490" y="590"/>
                  </a:cxn>
                  <a:cxn ang="0">
                    <a:pos x="1516" y="590"/>
                  </a:cxn>
                  <a:cxn ang="0">
                    <a:pos x="1541" y="590"/>
                  </a:cxn>
                  <a:cxn ang="0">
                    <a:pos x="1567" y="590"/>
                  </a:cxn>
                  <a:cxn ang="0">
                    <a:pos x="1593" y="590"/>
                  </a:cxn>
                  <a:cxn ang="0">
                    <a:pos x="1619" y="590"/>
                  </a:cxn>
                </a:cxnLst>
                <a:pathLst>
                  <a:path w="4905" h="3538">
                    <a:moveTo>
                      <a:pt x="0" y="3536"/>
                    </a:moveTo>
                    <a:lnTo>
                      <a:pt x="6" y="3536"/>
                    </a:lnTo>
                    <a:lnTo>
                      <a:pt x="13" y="3536"/>
                    </a:lnTo>
                    <a:lnTo>
                      <a:pt x="21" y="3537"/>
                    </a:lnTo>
                    <a:lnTo>
                      <a:pt x="28" y="3537"/>
                    </a:lnTo>
                    <a:lnTo>
                      <a:pt x="35" y="3537"/>
                    </a:lnTo>
                    <a:lnTo>
                      <a:pt x="42" y="3538"/>
                    </a:lnTo>
                    <a:lnTo>
                      <a:pt x="49" y="3538"/>
                    </a:lnTo>
                    <a:lnTo>
                      <a:pt x="55" y="3538"/>
                    </a:lnTo>
                    <a:lnTo>
                      <a:pt x="63" y="3538"/>
                    </a:lnTo>
                    <a:lnTo>
                      <a:pt x="70" y="3538"/>
                    </a:lnTo>
                    <a:lnTo>
                      <a:pt x="77" y="3538"/>
                    </a:lnTo>
                    <a:lnTo>
                      <a:pt x="84" y="3538"/>
                    </a:lnTo>
                    <a:lnTo>
                      <a:pt x="91" y="3538"/>
                    </a:lnTo>
                    <a:lnTo>
                      <a:pt x="97" y="3537"/>
                    </a:lnTo>
                    <a:lnTo>
                      <a:pt x="104" y="3537"/>
                    </a:lnTo>
                    <a:lnTo>
                      <a:pt x="112" y="3537"/>
                    </a:lnTo>
                    <a:lnTo>
                      <a:pt x="119" y="3537"/>
                    </a:lnTo>
                    <a:lnTo>
                      <a:pt x="126" y="3536"/>
                    </a:lnTo>
                    <a:lnTo>
                      <a:pt x="133" y="3536"/>
                    </a:lnTo>
                    <a:lnTo>
                      <a:pt x="140" y="3536"/>
                    </a:lnTo>
                    <a:lnTo>
                      <a:pt x="146" y="3536"/>
                    </a:lnTo>
                    <a:lnTo>
                      <a:pt x="155" y="3536"/>
                    </a:lnTo>
                    <a:lnTo>
                      <a:pt x="161" y="3536"/>
                    </a:lnTo>
                    <a:lnTo>
                      <a:pt x="168" y="3536"/>
                    </a:lnTo>
                    <a:lnTo>
                      <a:pt x="175" y="3536"/>
                    </a:lnTo>
                    <a:lnTo>
                      <a:pt x="182" y="3536"/>
                    </a:lnTo>
                    <a:lnTo>
                      <a:pt x="188" y="3537"/>
                    </a:lnTo>
                    <a:lnTo>
                      <a:pt x="197" y="3537"/>
                    </a:lnTo>
                    <a:lnTo>
                      <a:pt x="203" y="3537"/>
                    </a:lnTo>
                    <a:lnTo>
                      <a:pt x="210" y="3537"/>
                    </a:lnTo>
                    <a:lnTo>
                      <a:pt x="217" y="3537"/>
                    </a:lnTo>
                    <a:lnTo>
                      <a:pt x="224" y="3538"/>
                    </a:lnTo>
                    <a:lnTo>
                      <a:pt x="231" y="3538"/>
                    </a:lnTo>
                    <a:lnTo>
                      <a:pt x="239" y="3538"/>
                    </a:lnTo>
                    <a:lnTo>
                      <a:pt x="246" y="3538"/>
                    </a:lnTo>
                    <a:lnTo>
                      <a:pt x="252" y="3538"/>
                    </a:lnTo>
                    <a:lnTo>
                      <a:pt x="259" y="3538"/>
                    </a:lnTo>
                    <a:lnTo>
                      <a:pt x="266" y="3538"/>
                    </a:lnTo>
                    <a:lnTo>
                      <a:pt x="273" y="3538"/>
                    </a:lnTo>
                    <a:lnTo>
                      <a:pt x="281" y="3537"/>
                    </a:lnTo>
                    <a:lnTo>
                      <a:pt x="288" y="3537"/>
                    </a:lnTo>
                    <a:lnTo>
                      <a:pt x="294" y="3537"/>
                    </a:lnTo>
                    <a:lnTo>
                      <a:pt x="301" y="3537"/>
                    </a:lnTo>
                    <a:lnTo>
                      <a:pt x="308" y="3536"/>
                    </a:lnTo>
                    <a:lnTo>
                      <a:pt x="315" y="3536"/>
                    </a:lnTo>
                    <a:lnTo>
                      <a:pt x="323" y="3536"/>
                    </a:lnTo>
                    <a:lnTo>
                      <a:pt x="330" y="3536"/>
                    </a:lnTo>
                    <a:lnTo>
                      <a:pt x="337" y="3535"/>
                    </a:lnTo>
                    <a:lnTo>
                      <a:pt x="343" y="3535"/>
                    </a:lnTo>
                    <a:lnTo>
                      <a:pt x="350" y="3535"/>
                    </a:lnTo>
                    <a:lnTo>
                      <a:pt x="357" y="3536"/>
                    </a:lnTo>
                    <a:lnTo>
                      <a:pt x="365" y="3536"/>
                    </a:lnTo>
                    <a:lnTo>
                      <a:pt x="372" y="3536"/>
                    </a:lnTo>
                    <a:lnTo>
                      <a:pt x="379" y="3536"/>
                    </a:lnTo>
                    <a:lnTo>
                      <a:pt x="386" y="3537"/>
                    </a:lnTo>
                    <a:lnTo>
                      <a:pt x="392" y="3537"/>
                    </a:lnTo>
                    <a:lnTo>
                      <a:pt x="399" y="3537"/>
                    </a:lnTo>
                    <a:lnTo>
                      <a:pt x="407" y="3537"/>
                    </a:lnTo>
                    <a:lnTo>
                      <a:pt x="414" y="3538"/>
                    </a:lnTo>
                    <a:lnTo>
                      <a:pt x="421" y="3538"/>
                    </a:lnTo>
                    <a:lnTo>
                      <a:pt x="428" y="3538"/>
                    </a:lnTo>
                    <a:lnTo>
                      <a:pt x="434" y="3538"/>
                    </a:lnTo>
                    <a:lnTo>
                      <a:pt x="441" y="3538"/>
                    </a:lnTo>
                    <a:lnTo>
                      <a:pt x="449" y="3538"/>
                    </a:lnTo>
                    <a:lnTo>
                      <a:pt x="456" y="3537"/>
                    </a:lnTo>
                    <a:lnTo>
                      <a:pt x="463" y="3537"/>
                    </a:lnTo>
                    <a:lnTo>
                      <a:pt x="470" y="3536"/>
                    </a:lnTo>
                    <a:lnTo>
                      <a:pt x="477" y="3536"/>
                    </a:lnTo>
                    <a:lnTo>
                      <a:pt x="483" y="3535"/>
                    </a:lnTo>
                    <a:lnTo>
                      <a:pt x="492" y="3535"/>
                    </a:lnTo>
                    <a:lnTo>
                      <a:pt x="498" y="3533"/>
                    </a:lnTo>
                    <a:lnTo>
                      <a:pt x="505" y="3532"/>
                    </a:lnTo>
                    <a:lnTo>
                      <a:pt x="512" y="3532"/>
                    </a:lnTo>
                    <a:lnTo>
                      <a:pt x="519" y="3532"/>
                    </a:lnTo>
                    <a:lnTo>
                      <a:pt x="526" y="3531"/>
                    </a:lnTo>
                    <a:lnTo>
                      <a:pt x="534" y="3531"/>
                    </a:lnTo>
                    <a:lnTo>
                      <a:pt x="540" y="3531"/>
                    </a:lnTo>
                    <a:lnTo>
                      <a:pt x="547" y="3531"/>
                    </a:lnTo>
                    <a:lnTo>
                      <a:pt x="554" y="3532"/>
                    </a:lnTo>
                    <a:lnTo>
                      <a:pt x="561" y="3532"/>
                    </a:lnTo>
                    <a:lnTo>
                      <a:pt x="568" y="3533"/>
                    </a:lnTo>
                    <a:lnTo>
                      <a:pt x="576" y="3535"/>
                    </a:lnTo>
                    <a:lnTo>
                      <a:pt x="583" y="3535"/>
                    </a:lnTo>
                    <a:lnTo>
                      <a:pt x="589" y="3536"/>
                    </a:lnTo>
                    <a:lnTo>
                      <a:pt x="596" y="3537"/>
                    </a:lnTo>
                    <a:lnTo>
                      <a:pt x="603" y="3538"/>
                    </a:lnTo>
                    <a:lnTo>
                      <a:pt x="610" y="3538"/>
                    </a:lnTo>
                    <a:lnTo>
                      <a:pt x="617" y="3538"/>
                    </a:lnTo>
                    <a:lnTo>
                      <a:pt x="625" y="3538"/>
                    </a:lnTo>
                    <a:lnTo>
                      <a:pt x="632" y="3537"/>
                    </a:lnTo>
                    <a:lnTo>
                      <a:pt x="638" y="3536"/>
                    </a:lnTo>
                    <a:lnTo>
                      <a:pt x="645" y="3533"/>
                    </a:lnTo>
                    <a:lnTo>
                      <a:pt x="652" y="3530"/>
                    </a:lnTo>
                    <a:lnTo>
                      <a:pt x="659" y="3527"/>
                    </a:lnTo>
                    <a:lnTo>
                      <a:pt x="667" y="3522"/>
                    </a:lnTo>
                    <a:lnTo>
                      <a:pt x="674" y="3516"/>
                    </a:lnTo>
                    <a:lnTo>
                      <a:pt x="680" y="3509"/>
                    </a:lnTo>
                    <a:lnTo>
                      <a:pt x="687" y="3502"/>
                    </a:lnTo>
                    <a:lnTo>
                      <a:pt x="694" y="3494"/>
                    </a:lnTo>
                    <a:lnTo>
                      <a:pt x="701" y="3486"/>
                    </a:lnTo>
                    <a:lnTo>
                      <a:pt x="709" y="3477"/>
                    </a:lnTo>
                    <a:lnTo>
                      <a:pt x="716" y="3467"/>
                    </a:lnTo>
                    <a:lnTo>
                      <a:pt x="723" y="3457"/>
                    </a:lnTo>
                    <a:lnTo>
                      <a:pt x="729" y="3447"/>
                    </a:lnTo>
                    <a:lnTo>
                      <a:pt x="736" y="3437"/>
                    </a:lnTo>
                    <a:lnTo>
                      <a:pt x="743" y="3428"/>
                    </a:lnTo>
                    <a:lnTo>
                      <a:pt x="751" y="3418"/>
                    </a:lnTo>
                    <a:lnTo>
                      <a:pt x="758" y="3409"/>
                    </a:lnTo>
                    <a:lnTo>
                      <a:pt x="765" y="3401"/>
                    </a:lnTo>
                    <a:lnTo>
                      <a:pt x="771" y="3394"/>
                    </a:lnTo>
                    <a:lnTo>
                      <a:pt x="778" y="3388"/>
                    </a:lnTo>
                    <a:lnTo>
                      <a:pt x="785" y="3384"/>
                    </a:lnTo>
                    <a:lnTo>
                      <a:pt x="793" y="3380"/>
                    </a:lnTo>
                    <a:lnTo>
                      <a:pt x="800" y="3378"/>
                    </a:lnTo>
                    <a:lnTo>
                      <a:pt x="807" y="3378"/>
                    </a:lnTo>
                    <a:lnTo>
                      <a:pt x="814" y="3379"/>
                    </a:lnTo>
                    <a:lnTo>
                      <a:pt x="820" y="3382"/>
                    </a:lnTo>
                    <a:lnTo>
                      <a:pt x="827" y="3386"/>
                    </a:lnTo>
                    <a:lnTo>
                      <a:pt x="835" y="3391"/>
                    </a:lnTo>
                    <a:lnTo>
                      <a:pt x="842" y="3398"/>
                    </a:lnTo>
                    <a:lnTo>
                      <a:pt x="849" y="3405"/>
                    </a:lnTo>
                    <a:lnTo>
                      <a:pt x="856" y="3414"/>
                    </a:lnTo>
                    <a:lnTo>
                      <a:pt x="863" y="3423"/>
                    </a:lnTo>
                    <a:lnTo>
                      <a:pt x="869" y="3433"/>
                    </a:lnTo>
                    <a:lnTo>
                      <a:pt x="877" y="3444"/>
                    </a:lnTo>
                    <a:lnTo>
                      <a:pt x="884" y="3454"/>
                    </a:lnTo>
                    <a:lnTo>
                      <a:pt x="891" y="3464"/>
                    </a:lnTo>
                    <a:lnTo>
                      <a:pt x="898" y="3475"/>
                    </a:lnTo>
                    <a:lnTo>
                      <a:pt x="905" y="3484"/>
                    </a:lnTo>
                    <a:lnTo>
                      <a:pt x="911" y="3493"/>
                    </a:lnTo>
                    <a:lnTo>
                      <a:pt x="920" y="3502"/>
                    </a:lnTo>
                    <a:lnTo>
                      <a:pt x="926" y="3510"/>
                    </a:lnTo>
                    <a:lnTo>
                      <a:pt x="933" y="3517"/>
                    </a:lnTo>
                    <a:lnTo>
                      <a:pt x="940" y="3523"/>
                    </a:lnTo>
                    <a:lnTo>
                      <a:pt x="947" y="3528"/>
                    </a:lnTo>
                    <a:lnTo>
                      <a:pt x="954" y="3531"/>
                    </a:lnTo>
                    <a:lnTo>
                      <a:pt x="962" y="3535"/>
                    </a:lnTo>
                    <a:lnTo>
                      <a:pt x="969" y="3537"/>
                    </a:lnTo>
                    <a:lnTo>
                      <a:pt x="975" y="3538"/>
                    </a:lnTo>
                    <a:lnTo>
                      <a:pt x="982" y="3538"/>
                    </a:lnTo>
                    <a:lnTo>
                      <a:pt x="989" y="3538"/>
                    </a:lnTo>
                    <a:lnTo>
                      <a:pt x="996" y="3537"/>
                    </a:lnTo>
                    <a:lnTo>
                      <a:pt x="1004" y="3536"/>
                    </a:lnTo>
                    <a:lnTo>
                      <a:pt x="1011" y="3535"/>
                    </a:lnTo>
                    <a:lnTo>
                      <a:pt x="1017" y="3532"/>
                    </a:lnTo>
                    <a:lnTo>
                      <a:pt x="1024" y="3531"/>
                    </a:lnTo>
                    <a:lnTo>
                      <a:pt x="1031" y="3529"/>
                    </a:lnTo>
                    <a:lnTo>
                      <a:pt x="1038" y="3528"/>
                    </a:lnTo>
                    <a:lnTo>
                      <a:pt x="1046" y="3527"/>
                    </a:lnTo>
                    <a:lnTo>
                      <a:pt x="1053" y="3525"/>
                    </a:lnTo>
                    <a:lnTo>
                      <a:pt x="1060" y="3525"/>
                    </a:lnTo>
                    <a:lnTo>
                      <a:pt x="1066" y="3525"/>
                    </a:lnTo>
                    <a:lnTo>
                      <a:pt x="1073" y="3525"/>
                    </a:lnTo>
                    <a:lnTo>
                      <a:pt x="1080" y="3525"/>
                    </a:lnTo>
                    <a:lnTo>
                      <a:pt x="1088" y="3527"/>
                    </a:lnTo>
                    <a:lnTo>
                      <a:pt x="1095" y="3528"/>
                    </a:lnTo>
                    <a:lnTo>
                      <a:pt x="1102" y="3529"/>
                    </a:lnTo>
                    <a:lnTo>
                      <a:pt x="1108" y="3530"/>
                    </a:lnTo>
                    <a:lnTo>
                      <a:pt x="1115" y="3531"/>
                    </a:lnTo>
                    <a:lnTo>
                      <a:pt x="1122" y="3533"/>
                    </a:lnTo>
                    <a:lnTo>
                      <a:pt x="1130" y="3535"/>
                    </a:lnTo>
                    <a:lnTo>
                      <a:pt x="1137" y="3536"/>
                    </a:lnTo>
                    <a:lnTo>
                      <a:pt x="1144" y="3537"/>
                    </a:lnTo>
                    <a:lnTo>
                      <a:pt x="1151" y="3537"/>
                    </a:lnTo>
                    <a:lnTo>
                      <a:pt x="1157" y="3538"/>
                    </a:lnTo>
                    <a:lnTo>
                      <a:pt x="1164" y="3538"/>
                    </a:lnTo>
                    <a:lnTo>
                      <a:pt x="1171" y="3538"/>
                    </a:lnTo>
                    <a:lnTo>
                      <a:pt x="1179" y="3538"/>
                    </a:lnTo>
                    <a:lnTo>
                      <a:pt x="1186" y="3537"/>
                    </a:lnTo>
                    <a:lnTo>
                      <a:pt x="1193" y="3536"/>
                    </a:lnTo>
                    <a:lnTo>
                      <a:pt x="1200" y="3536"/>
                    </a:lnTo>
                    <a:lnTo>
                      <a:pt x="1206" y="3535"/>
                    </a:lnTo>
                    <a:lnTo>
                      <a:pt x="1213" y="3533"/>
                    </a:lnTo>
                    <a:lnTo>
                      <a:pt x="1221" y="3532"/>
                    </a:lnTo>
                    <a:lnTo>
                      <a:pt x="1228" y="3531"/>
                    </a:lnTo>
                    <a:lnTo>
                      <a:pt x="1235" y="3530"/>
                    </a:lnTo>
                    <a:lnTo>
                      <a:pt x="1242" y="3530"/>
                    </a:lnTo>
                    <a:lnTo>
                      <a:pt x="1248" y="3529"/>
                    </a:lnTo>
                    <a:lnTo>
                      <a:pt x="1255" y="3529"/>
                    </a:lnTo>
                    <a:lnTo>
                      <a:pt x="1263" y="3529"/>
                    </a:lnTo>
                    <a:lnTo>
                      <a:pt x="1270" y="3529"/>
                    </a:lnTo>
                    <a:lnTo>
                      <a:pt x="1277" y="3530"/>
                    </a:lnTo>
                    <a:lnTo>
                      <a:pt x="1284" y="3530"/>
                    </a:lnTo>
                    <a:lnTo>
                      <a:pt x="1291" y="3531"/>
                    </a:lnTo>
                    <a:lnTo>
                      <a:pt x="1297" y="3532"/>
                    </a:lnTo>
                    <a:lnTo>
                      <a:pt x="1306" y="3533"/>
                    </a:lnTo>
                    <a:lnTo>
                      <a:pt x="1312" y="3535"/>
                    </a:lnTo>
                    <a:lnTo>
                      <a:pt x="1319" y="3536"/>
                    </a:lnTo>
                    <a:lnTo>
                      <a:pt x="1326" y="3537"/>
                    </a:lnTo>
                    <a:lnTo>
                      <a:pt x="1333" y="3537"/>
                    </a:lnTo>
                    <a:lnTo>
                      <a:pt x="1340" y="3538"/>
                    </a:lnTo>
                    <a:lnTo>
                      <a:pt x="1348" y="3538"/>
                    </a:lnTo>
                    <a:lnTo>
                      <a:pt x="1354" y="3538"/>
                    </a:lnTo>
                    <a:lnTo>
                      <a:pt x="1361" y="3538"/>
                    </a:lnTo>
                    <a:lnTo>
                      <a:pt x="1368" y="3537"/>
                    </a:lnTo>
                    <a:lnTo>
                      <a:pt x="1375" y="3536"/>
                    </a:lnTo>
                    <a:lnTo>
                      <a:pt x="1382" y="3535"/>
                    </a:lnTo>
                    <a:lnTo>
                      <a:pt x="1390" y="3533"/>
                    </a:lnTo>
                    <a:lnTo>
                      <a:pt x="1397" y="3532"/>
                    </a:lnTo>
                    <a:lnTo>
                      <a:pt x="1403" y="3531"/>
                    </a:lnTo>
                    <a:lnTo>
                      <a:pt x="1410" y="3530"/>
                    </a:lnTo>
                    <a:lnTo>
                      <a:pt x="1417" y="3529"/>
                    </a:lnTo>
                    <a:lnTo>
                      <a:pt x="1424" y="3528"/>
                    </a:lnTo>
                    <a:lnTo>
                      <a:pt x="1432" y="3527"/>
                    </a:lnTo>
                    <a:lnTo>
                      <a:pt x="1439" y="3525"/>
                    </a:lnTo>
                    <a:lnTo>
                      <a:pt x="1446" y="3525"/>
                    </a:lnTo>
                    <a:lnTo>
                      <a:pt x="1452" y="3525"/>
                    </a:lnTo>
                    <a:lnTo>
                      <a:pt x="1459" y="3525"/>
                    </a:lnTo>
                    <a:lnTo>
                      <a:pt x="1466" y="3527"/>
                    </a:lnTo>
                    <a:lnTo>
                      <a:pt x="1474" y="3528"/>
                    </a:lnTo>
                    <a:lnTo>
                      <a:pt x="1481" y="3529"/>
                    </a:lnTo>
                    <a:lnTo>
                      <a:pt x="1488" y="3530"/>
                    </a:lnTo>
                    <a:lnTo>
                      <a:pt x="1494" y="3532"/>
                    </a:lnTo>
                    <a:lnTo>
                      <a:pt x="1501" y="3533"/>
                    </a:lnTo>
                    <a:lnTo>
                      <a:pt x="1508" y="3535"/>
                    </a:lnTo>
                    <a:lnTo>
                      <a:pt x="1516" y="3537"/>
                    </a:lnTo>
                    <a:lnTo>
                      <a:pt x="1523" y="3537"/>
                    </a:lnTo>
                    <a:lnTo>
                      <a:pt x="1530" y="3538"/>
                    </a:lnTo>
                    <a:lnTo>
                      <a:pt x="1537" y="3538"/>
                    </a:lnTo>
                    <a:lnTo>
                      <a:pt x="1543" y="3538"/>
                    </a:lnTo>
                    <a:lnTo>
                      <a:pt x="1550" y="3537"/>
                    </a:lnTo>
                    <a:lnTo>
                      <a:pt x="1558" y="3535"/>
                    </a:lnTo>
                    <a:lnTo>
                      <a:pt x="1565" y="3532"/>
                    </a:lnTo>
                    <a:lnTo>
                      <a:pt x="1572" y="3529"/>
                    </a:lnTo>
                    <a:lnTo>
                      <a:pt x="1579" y="3525"/>
                    </a:lnTo>
                    <a:lnTo>
                      <a:pt x="1585" y="3522"/>
                    </a:lnTo>
                    <a:lnTo>
                      <a:pt x="1592" y="3519"/>
                    </a:lnTo>
                    <a:lnTo>
                      <a:pt x="1600" y="3514"/>
                    </a:lnTo>
                    <a:lnTo>
                      <a:pt x="1607" y="3510"/>
                    </a:lnTo>
                    <a:lnTo>
                      <a:pt x="1614" y="3507"/>
                    </a:lnTo>
                    <a:lnTo>
                      <a:pt x="1621" y="3505"/>
                    </a:lnTo>
                    <a:lnTo>
                      <a:pt x="1628" y="3502"/>
                    </a:lnTo>
                    <a:lnTo>
                      <a:pt x="1634" y="3501"/>
                    </a:lnTo>
                    <a:lnTo>
                      <a:pt x="1643" y="3500"/>
                    </a:lnTo>
                    <a:lnTo>
                      <a:pt x="1649" y="3501"/>
                    </a:lnTo>
                    <a:lnTo>
                      <a:pt x="1656" y="3504"/>
                    </a:lnTo>
                    <a:lnTo>
                      <a:pt x="1663" y="3506"/>
                    </a:lnTo>
                    <a:lnTo>
                      <a:pt x="1670" y="3510"/>
                    </a:lnTo>
                    <a:lnTo>
                      <a:pt x="1677" y="3515"/>
                    </a:lnTo>
                    <a:lnTo>
                      <a:pt x="1683" y="3520"/>
                    </a:lnTo>
                    <a:lnTo>
                      <a:pt x="1691" y="3525"/>
                    </a:lnTo>
                    <a:lnTo>
                      <a:pt x="1698" y="3530"/>
                    </a:lnTo>
                    <a:lnTo>
                      <a:pt x="1705" y="3535"/>
                    </a:lnTo>
                    <a:lnTo>
                      <a:pt x="1712" y="3537"/>
                    </a:lnTo>
                    <a:lnTo>
                      <a:pt x="1719" y="3538"/>
                    </a:lnTo>
                    <a:lnTo>
                      <a:pt x="1725" y="3536"/>
                    </a:lnTo>
                    <a:lnTo>
                      <a:pt x="1734" y="3530"/>
                    </a:lnTo>
                    <a:lnTo>
                      <a:pt x="1740" y="3521"/>
                    </a:lnTo>
                    <a:lnTo>
                      <a:pt x="1747" y="3506"/>
                    </a:lnTo>
                    <a:lnTo>
                      <a:pt x="1754" y="3486"/>
                    </a:lnTo>
                    <a:lnTo>
                      <a:pt x="1761" y="3461"/>
                    </a:lnTo>
                    <a:lnTo>
                      <a:pt x="1768" y="3429"/>
                    </a:lnTo>
                    <a:lnTo>
                      <a:pt x="1776" y="3390"/>
                    </a:lnTo>
                    <a:lnTo>
                      <a:pt x="1783" y="3344"/>
                    </a:lnTo>
                    <a:lnTo>
                      <a:pt x="1789" y="3291"/>
                    </a:lnTo>
                    <a:lnTo>
                      <a:pt x="1796" y="3231"/>
                    </a:lnTo>
                    <a:lnTo>
                      <a:pt x="1803" y="3164"/>
                    </a:lnTo>
                    <a:lnTo>
                      <a:pt x="1810" y="3091"/>
                    </a:lnTo>
                    <a:lnTo>
                      <a:pt x="1818" y="3013"/>
                    </a:lnTo>
                    <a:lnTo>
                      <a:pt x="1825" y="2930"/>
                    </a:lnTo>
                    <a:lnTo>
                      <a:pt x="1831" y="2844"/>
                    </a:lnTo>
                    <a:lnTo>
                      <a:pt x="1838" y="2755"/>
                    </a:lnTo>
                    <a:lnTo>
                      <a:pt x="1845" y="2667"/>
                    </a:lnTo>
                    <a:lnTo>
                      <a:pt x="1852" y="2578"/>
                    </a:lnTo>
                    <a:lnTo>
                      <a:pt x="1860" y="2490"/>
                    </a:lnTo>
                    <a:lnTo>
                      <a:pt x="1867" y="2408"/>
                    </a:lnTo>
                    <a:lnTo>
                      <a:pt x="1874" y="2329"/>
                    </a:lnTo>
                    <a:lnTo>
                      <a:pt x="1880" y="2259"/>
                    </a:lnTo>
                    <a:lnTo>
                      <a:pt x="1887" y="2196"/>
                    </a:lnTo>
                    <a:lnTo>
                      <a:pt x="1894" y="2143"/>
                    </a:lnTo>
                    <a:lnTo>
                      <a:pt x="1902" y="2101"/>
                    </a:lnTo>
                    <a:lnTo>
                      <a:pt x="1909" y="2071"/>
                    </a:lnTo>
                    <a:lnTo>
                      <a:pt x="1916" y="2054"/>
                    </a:lnTo>
                    <a:lnTo>
                      <a:pt x="1923" y="2051"/>
                    </a:lnTo>
                    <a:lnTo>
                      <a:pt x="1929" y="2061"/>
                    </a:lnTo>
                    <a:lnTo>
                      <a:pt x="1936" y="2084"/>
                    </a:lnTo>
                    <a:lnTo>
                      <a:pt x="1944" y="2122"/>
                    </a:lnTo>
                    <a:lnTo>
                      <a:pt x="1951" y="2172"/>
                    </a:lnTo>
                    <a:lnTo>
                      <a:pt x="1958" y="2234"/>
                    </a:lnTo>
                    <a:lnTo>
                      <a:pt x="1965" y="2307"/>
                    </a:lnTo>
                    <a:lnTo>
                      <a:pt x="1971" y="2389"/>
                    </a:lnTo>
                    <a:lnTo>
                      <a:pt x="1978" y="2479"/>
                    </a:lnTo>
                    <a:lnTo>
                      <a:pt x="1986" y="2576"/>
                    </a:lnTo>
                    <a:lnTo>
                      <a:pt x="1993" y="2676"/>
                    </a:lnTo>
                    <a:lnTo>
                      <a:pt x="2000" y="2778"/>
                    </a:lnTo>
                    <a:lnTo>
                      <a:pt x="2007" y="2881"/>
                    </a:lnTo>
                    <a:lnTo>
                      <a:pt x="2014" y="2981"/>
                    </a:lnTo>
                    <a:lnTo>
                      <a:pt x="2020" y="3078"/>
                    </a:lnTo>
                    <a:lnTo>
                      <a:pt x="2029" y="3167"/>
                    </a:lnTo>
                    <a:lnTo>
                      <a:pt x="2035" y="3250"/>
                    </a:lnTo>
                    <a:lnTo>
                      <a:pt x="2042" y="3325"/>
                    </a:lnTo>
                    <a:lnTo>
                      <a:pt x="2049" y="3388"/>
                    </a:lnTo>
                    <a:lnTo>
                      <a:pt x="2056" y="3441"/>
                    </a:lnTo>
                    <a:lnTo>
                      <a:pt x="2062" y="3484"/>
                    </a:lnTo>
                    <a:lnTo>
                      <a:pt x="2071" y="3513"/>
                    </a:lnTo>
                    <a:lnTo>
                      <a:pt x="2077" y="3531"/>
                    </a:lnTo>
                    <a:lnTo>
                      <a:pt x="2084" y="3538"/>
                    </a:lnTo>
                    <a:lnTo>
                      <a:pt x="2091" y="3535"/>
                    </a:lnTo>
                    <a:lnTo>
                      <a:pt x="2098" y="3521"/>
                    </a:lnTo>
                    <a:lnTo>
                      <a:pt x="2105" y="3500"/>
                    </a:lnTo>
                    <a:lnTo>
                      <a:pt x="2113" y="3472"/>
                    </a:lnTo>
                    <a:lnTo>
                      <a:pt x="2120" y="3440"/>
                    </a:lnTo>
                    <a:lnTo>
                      <a:pt x="2126" y="3405"/>
                    </a:lnTo>
                    <a:lnTo>
                      <a:pt x="2133" y="3369"/>
                    </a:lnTo>
                    <a:lnTo>
                      <a:pt x="2140" y="3333"/>
                    </a:lnTo>
                    <a:lnTo>
                      <a:pt x="2147" y="3300"/>
                    </a:lnTo>
                    <a:lnTo>
                      <a:pt x="2155" y="3270"/>
                    </a:lnTo>
                    <a:lnTo>
                      <a:pt x="2162" y="3247"/>
                    </a:lnTo>
                    <a:lnTo>
                      <a:pt x="2168" y="3230"/>
                    </a:lnTo>
                    <a:lnTo>
                      <a:pt x="2175" y="3220"/>
                    </a:lnTo>
                    <a:lnTo>
                      <a:pt x="2182" y="3219"/>
                    </a:lnTo>
                    <a:lnTo>
                      <a:pt x="2189" y="3226"/>
                    </a:lnTo>
                    <a:lnTo>
                      <a:pt x="2196" y="3241"/>
                    </a:lnTo>
                    <a:lnTo>
                      <a:pt x="2204" y="3264"/>
                    </a:lnTo>
                    <a:lnTo>
                      <a:pt x="2211" y="3293"/>
                    </a:lnTo>
                    <a:lnTo>
                      <a:pt x="2217" y="3326"/>
                    </a:lnTo>
                    <a:lnTo>
                      <a:pt x="2224" y="3364"/>
                    </a:lnTo>
                    <a:lnTo>
                      <a:pt x="2231" y="3403"/>
                    </a:lnTo>
                    <a:lnTo>
                      <a:pt x="2238" y="3441"/>
                    </a:lnTo>
                    <a:lnTo>
                      <a:pt x="2246" y="3476"/>
                    </a:lnTo>
                    <a:lnTo>
                      <a:pt x="2253" y="3506"/>
                    </a:lnTo>
                    <a:lnTo>
                      <a:pt x="2260" y="3527"/>
                    </a:lnTo>
                    <a:lnTo>
                      <a:pt x="2266" y="3537"/>
                    </a:lnTo>
                    <a:lnTo>
                      <a:pt x="2273" y="3535"/>
                    </a:lnTo>
                    <a:lnTo>
                      <a:pt x="2280" y="3517"/>
                    </a:lnTo>
                    <a:lnTo>
                      <a:pt x="2288" y="3482"/>
                    </a:lnTo>
                    <a:lnTo>
                      <a:pt x="2295" y="3429"/>
                    </a:lnTo>
                    <a:lnTo>
                      <a:pt x="2302" y="3355"/>
                    </a:lnTo>
                    <a:lnTo>
                      <a:pt x="2308" y="3262"/>
                    </a:lnTo>
                    <a:lnTo>
                      <a:pt x="2315" y="3148"/>
                    </a:lnTo>
                    <a:lnTo>
                      <a:pt x="2322" y="3013"/>
                    </a:lnTo>
                    <a:lnTo>
                      <a:pt x="2330" y="2860"/>
                    </a:lnTo>
                    <a:lnTo>
                      <a:pt x="2337" y="2688"/>
                    </a:lnTo>
                    <a:lnTo>
                      <a:pt x="2344" y="2501"/>
                    </a:lnTo>
                    <a:lnTo>
                      <a:pt x="2351" y="2301"/>
                    </a:lnTo>
                    <a:lnTo>
                      <a:pt x="2357" y="2089"/>
                    </a:lnTo>
                    <a:lnTo>
                      <a:pt x="2364" y="1870"/>
                    </a:lnTo>
                    <a:lnTo>
                      <a:pt x="2372" y="1647"/>
                    </a:lnTo>
                    <a:lnTo>
                      <a:pt x="2379" y="1424"/>
                    </a:lnTo>
                    <a:lnTo>
                      <a:pt x="2386" y="1205"/>
                    </a:lnTo>
                    <a:lnTo>
                      <a:pt x="2393" y="994"/>
                    </a:lnTo>
                    <a:lnTo>
                      <a:pt x="2400" y="794"/>
                    </a:lnTo>
                    <a:lnTo>
                      <a:pt x="2406" y="609"/>
                    </a:lnTo>
                    <a:lnTo>
                      <a:pt x="2414" y="445"/>
                    </a:lnTo>
                    <a:lnTo>
                      <a:pt x="2421" y="302"/>
                    </a:lnTo>
                    <a:lnTo>
                      <a:pt x="2428" y="183"/>
                    </a:lnTo>
                    <a:lnTo>
                      <a:pt x="2435" y="94"/>
                    </a:lnTo>
                    <a:lnTo>
                      <a:pt x="2442" y="32"/>
                    </a:lnTo>
                    <a:lnTo>
                      <a:pt x="2448" y="0"/>
                    </a:lnTo>
                    <a:lnTo>
                      <a:pt x="2457" y="0"/>
                    </a:lnTo>
                    <a:lnTo>
                      <a:pt x="2463" y="32"/>
                    </a:lnTo>
                    <a:lnTo>
                      <a:pt x="2470" y="94"/>
                    </a:lnTo>
                    <a:lnTo>
                      <a:pt x="2477" y="183"/>
                    </a:lnTo>
                    <a:lnTo>
                      <a:pt x="2484" y="302"/>
                    </a:lnTo>
                    <a:lnTo>
                      <a:pt x="2491" y="445"/>
                    </a:lnTo>
                    <a:lnTo>
                      <a:pt x="2499" y="609"/>
                    </a:lnTo>
                    <a:lnTo>
                      <a:pt x="2506" y="794"/>
                    </a:lnTo>
                    <a:lnTo>
                      <a:pt x="2512" y="994"/>
                    </a:lnTo>
                    <a:lnTo>
                      <a:pt x="2519" y="1205"/>
                    </a:lnTo>
                    <a:lnTo>
                      <a:pt x="2526" y="1424"/>
                    </a:lnTo>
                    <a:lnTo>
                      <a:pt x="2533" y="1647"/>
                    </a:lnTo>
                    <a:lnTo>
                      <a:pt x="2541" y="1870"/>
                    </a:lnTo>
                    <a:lnTo>
                      <a:pt x="2548" y="2089"/>
                    </a:lnTo>
                    <a:lnTo>
                      <a:pt x="2554" y="2301"/>
                    </a:lnTo>
                    <a:lnTo>
                      <a:pt x="2561" y="2501"/>
                    </a:lnTo>
                    <a:lnTo>
                      <a:pt x="2568" y="2688"/>
                    </a:lnTo>
                    <a:lnTo>
                      <a:pt x="2575" y="2860"/>
                    </a:lnTo>
                    <a:lnTo>
                      <a:pt x="2583" y="3013"/>
                    </a:lnTo>
                    <a:lnTo>
                      <a:pt x="2590" y="3148"/>
                    </a:lnTo>
                    <a:lnTo>
                      <a:pt x="2597" y="3262"/>
                    </a:lnTo>
                    <a:lnTo>
                      <a:pt x="2603" y="3355"/>
                    </a:lnTo>
                    <a:lnTo>
                      <a:pt x="2610" y="3429"/>
                    </a:lnTo>
                    <a:lnTo>
                      <a:pt x="2617" y="3482"/>
                    </a:lnTo>
                    <a:lnTo>
                      <a:pt x="2625" y="3517"/>
                    </a:lnTo>
                    <a:lnTo>
                      <a:pt x="2632" y="3535"/>
                    </a:lnTo>
                    <a:lnTo>
                      <a:pt x="2639" y="3537"/>
                    </a:lnTo>
                    <a:lnTo>
                      <a:pt x="2645" y="3527"/>
                    </a:lnTo>
                    <a:lnTo>
                      <a:pt x="2652" y="3506"/>
                    </a:lnTo>
                    <a:lnTo>
                      <a:pt x="2659" y="3476"/>
                    </a:lnTo>
                    <a:lnTo>
                      <a:pt x="2667" y="3441"/>
                    </a:lnTo>
                    <a:lnTo>
                      <a:pt x="2674" y="3403"/>
                    </a:lnTo>
                    <a:lnTo>
                      <a:pt x="2681" y="3364"/>
                    </a:lnTo>
                    <a:lnTo>
                      <a:pt x="2688" y="3326"/>
                    </a:lnTo>
                    <a:lnTo>
                      <a:pt x="2694" y="3293"/>
                    </a:lnTo>
                    <a:lnTo>
                      <a:pt x="2701" y="3264"/>
                    </a:lnTo>
                    <a:lnTo>
                      <a:pt x="2709" y="3241"/>
                    </a:lnTo>
                    <a:lnTo>
                      <a:pt x="2716" y="3226"/>
                    </a:lnTo>
                    <a:lnTo>
                      <a:pt x="2723" y="3219"/>
                    </a:lnTo>
                    <a:lnTo>
                      <a:pt x="2730" y="3220"/>
                    </a:lnTo>
                    <a:lnTo>
                      <a:pt x="2737" y="3230"/>
                    </a:lnTo>
                    <a:lnTo>
                      <a:pt x="2743" y="3247"/>
                    </a:lnTo>
                    <a:lnTo>
                      <a:pt x="2750" y="3270"/>
                    </a:lnTo>
                    <a:lnTo>
                      <a:pt x="2758" y="3300"/>
                    </a:lnTo>
                    <a:lnTo>
                      <a:pt x="2765" y="3333"/>
                    </a:lnTo>
                    <a:lnTo>
                      <a:pt x="2772" y="3369"/>
                    </a:lnTo>
                    <a:lnTo>
                      <a:pt x="2779" y="3405"/>
                    </a:lnTo>
                    <a:lnTo>
                      <a:pt x="2785" y="3440"/>
                    </a:lnTo>
                    <a:lnTo>
                      <a:pt x="2792" y="3472"/>
                    </a:lnTo>
                    <a:lnTo>
                      <a:pt x="2800" y="3500"/>
                    </a:lnTo>
                    <a:lnTo>
                      <a:pt x="2807" y="3521"/>
                    </a:lnTo>
                    <a:lnTo>
                      <a:pt x="2814" y="3535"/>
                    </a:lnTo>
                    <a:lnTo>
                      <a:pt x="2821" y="3538"/>
                    </a:lnTo>
                    <a:lnTo>
                      <a:pt x="2828" y="3531"/>
                    </a:lnTo>
                    <a:lnTo>
                      <a:pt x="2834" y="3513"/>
                    </a:lnTo>
                    <a:lnTo>
                      <a:pt x="2843" y="3484"/>
                    </a:lnTo>
                    <a:lnTo>
                      <a:pt x="2849" y="3441"/>
                    </a:lnTo>
                    <a:lnTo>
                      <a:pt x="2856" y="3388"/>
                    </a:lnTo>
                    <a:lnTo>
                      <a:pt x="2863" y="3325"/>
                    </a:lnTo>
                    <a:lnTo>
                      <a:pt x="2870" y="3250"/>
                    </a:lnTo>
                    <a:lnTo>
                      <a:pt x="2877" y="3167"/>
                    </a:lnTo>
                    <a:lnTo>
                      <a:pt x="2885" y="3078"/>
                    </a:lnTo>
                    <a:lnTo>
                      <a:pt x="2891" y="2981"/>
                    </a:lnTo>
                    <a:lnTo>
                      <a:pt x="2898" y="2881"/>
                    </a:lnTo>
                    <a:lnTo>
                      <a:pt x="2905" y="2778"/>
                    </a:lnTo>
                    <a:lnTo>
                      <a:pt x="2912" y="2676"/>
                    </a:lnTo>
                    <a:lnTo>
                      <a:pt x="2919" y="2576"/>
                    </a:lnTo>
                    <a:lnTo>
                      <a:pt x="2927" y="2479"/>
                    </a:lnTo>
                    <a:lnTo>
                      <a:pt x="2934" y="2389"/>
                    </a:lnTo>
                    <a:lnTo>
                      <a:pt x="2940" y="2307"/>
                    </a:lnTo>
                    <a:lnTo>
                      <a:pt x="2947" y="2234"/>
                    </a:lnTo>
                    <a:lnTo>
                      <a:pt x="2954" y="2172"/>
                    </a:lnTo>
                    <a:lnTo>
                      <a:pt x="2961" y="2122"/>
                    </a:lnTo>
                    <a:lnTo>
                      <a:pt x="2969" y="2084"/>
                    </a:lnTo>
                    <a:lnTo>
                      <a:pt x="2976" y="2061"/>
                    </a:lnTo>
                    <a:lnTo>
                      <a:pt x="2983" y="2051"/>
                    </a:lnTo>
                    <a:lnTo>
                      <a:pt x="2989" y="2054"/>
                    </a:lnTo>
                    <a:lnTo>
                      <a:pt x="2996" y="2071"/>
                    </a:lnTo>
                    <a:lnTo>
                      <a:pt x="3003" y="2101"/>
                    </a:lnTo>
                    <a:lnTo>
                      <a:pt x="3011" y="2143"/>
                    </a:lnTo>
                    <a:lnTo>
                      <a:pt x="3018" y="2196"/>
                    </a:lnTo>
                    <a:lnTo>
                      <a:pt x="3025" y="2259"/>
                    </a:lnTo>
                    <a:lnTo>
                      <a:pt x="3031" y="2329"/>
                    </a:lnTo>
                    <a:lnTo>
                      <a:pt x="3038" y="2408"/>
                    </a:lnTo>
                    <a:lnTo>
                      <a:pt x="3045" y="2490"/>
                    </a:lnTo>
                    <a:lnTo>
                      <a:pt x="3053" y="2578"/>
                    </a:lnTo>
                    <a:lnTo>
                      <a:pt x="3060" y="2667"/>
                    </a:lnTo>
                    <a:lnTo>
                      <a:pt x="3067" y="2755"/>
                    </a:lnTo>
                    <a:lnTo>
                      <a:pt x="3074" y="2844"/>
                    </a:lnTo>
                    <a:lnTo>
                      <a:pt x="3080" y="2930"/>
                    </a:lnTo>
                    <a:lnTo>
                      <a:pt x="3087" y="3013"/>
                    </a:lnTo>
                    <a:lnTo>
                      <a:pt x="3095" y="3091"/>
                    </a:lnTo>
                    <a:lnTo>
                      <a:pt x="3102" y="3164"/>
                    </a:lnTo>
                    <a:lnTo>
                      <a:pt x="3109" y="3231"/>
                    </a:lnTo>
                    <a:lnTo>
                      <a:pt x="3116" y="3291"/>
                    </a:lnTo>
                    <a:lnTo>
                      <a:pt x="3122" y="3344"/>
                    </a:lnTo>
                    <a:lnTo>
                      <a:pt x="3129" y="3390"/>
                    </a:lnTo>
                    <a:lnTo>
                      <a:pt x="3137" y="3429"/>
                    </a:lnTo>
                    <a:lnTo>
                      <a:pt x="3144" y="3461"/>
                    </a:lnTo>
                    <a:lnTo>
                      <a:pt x="3151" y="3486"/>
                    </a:lnTo>
                    <a:lnTo>
                      <a:pt x="3158" y="3506"/>
                    </a:lnTo>
                    <a:lnTo>
                      <a:pt x="3165" y="3521"/>
                    </a:lnTo>
                    <a:lnTo>
                      <a:pt x="3171" y="3530"/>
                    </a:lnTo>
                    <a:lnTo>
                      <a:pt x="3180" y="3536"/>
                    </a:lnTo>
                    <a:lnTo>
                      <a:pt x="3186" y="3538"/>
                    </a:lnTo>
                    <a:lnTo>
                      <a:pt x="3193" y="3537"/>
                    </a:lnTo>
                    <a:lnTo>
                      <a:pt x="3200" y="3535"/>
                    </a:lnTo>
                    <a:lnTo>
                      <a:pt x="3207" y="3530"/>
                    </a:lnTo>
                    <a:lnTo>
                      <a:pt x="3214" y="3525"/>
                    </a:lnTo>
                    <a:lnTo>
                      <a:pt x="3222" y="3520"/>
                    </a:lnTo>
                    <a:lnTo>
                      <a:pt x="3228" y="3515"/>
                    </a:lnTo>
                    <a:lnTo>
                      <a:pt x="3235" y="3510"/>
                    </a:lnTo>
                    <a:lnTo>
                      <a:pt x="3242" y="3506"/>
                    </a:lnTo>
                    <a:lnTo>
                      <a:pt x="3249" y="3504"/>
                    </a:lnTo>
                    <a:lnTo>
                      <a:pt x="3256" y="3501"/>
                    </a:lnTo>
                    <a:lnTo>
                      <a:pt x="3262" y="3500"/>
                    </a:lnTo>
                    <a:lnTo>
                      <a:pt x="3271" y="3501"/>
                    </a:lnTo>
                    <a:lnTo>
                      <a:pt x="3277" y="3502"/>
                    </a:lnTo>
                    <a:lnTo>
                      <a:pt x="3284" y="3505"/>
                    </a:lnTo>
                    <a:lnTo>
                      <a:pt x="3291" y="3507"/>
                    </a:lnTo>
                    <a:lnTo>
                      <a:pt x="3298" y="3510"/>
                    </a:lnTo>
                    <a:lnTo>
                      <a:pt x="3305" y="3514"/>
                    </a:lnTo>
                    <a:lnTo>
                      <a:pt x="3313" y="3519"/>
                    </a:lnTo>
                    <a:lnTo>
                      <a:pt x="3320" y="3522"/>
                    </a:lnTo>
                    <a:lnTo>
                      <a:pt x="3326" y="3525"/>
                    </a:lnTo>
                    <a:lnTo>
                      <a:pt x="3333" y="3529"/>
                    </a:lnTo>
                    <a:lnTo>
                      <a:pt x="3340" y="3532"/>
                    </a:lnTo>
                    <a:lnTo>
                      <a:pt x="3347" y="3535"/>
                    </a:lnTo>
                    <a:lnTo>
                      <a:pt x="3355" y="3537"/>
                    </a:lnTo>
                    <a:lnTo>
                      <a:pt x="3362" y="3538"/>
                    </a:lnTo>
                    <a:lnTo>
                      <a:pt x="3368" y="3538"/>
                    </a:lnTo>
                    <a:lnTo>
                      <a:pt x="3375" y="3538"/>
                    </a:lnTo>
                    <a:lnTo>
                      <a:pt x="3382" y="3537"/>
                    </a:lnTo>
                    <a:lnTo>
                      <a:pt x="3389" y="3537"/>
                    </a:lnTo>
                    <a:lnTo>
                      <a:pt x="3397" y="3535"/>
                    </a:lnTo>
                    <a:lnTo>
                      <a:pt x="3404" y="3533"/>
                    </a:lnTo>
                    <a:lnTo>
                      <a:pt x="3411" y="3532"/>
                    </a:lnTo>
                    <a:lnTo>
                      <a:pt x="3417" y="3530"/>
                    </a:lnTo>
                    <a:lnTo>
                      <a:pt x="3424" y="3529"/>
                    </a:lnTo>
                    <a:lnTo>
                      <a:pt x="3431" y="3528"/>
                    </a:lnTo>
                    <a:lnTo>
                      <a:pt x="3439" y="3527"/>
                    </a:lnTo>
                    <a:lnTo>
                      <a:pt x="3446" y="3525"/>
                    </a:lnTo>
                    <a:lnTo>
                      <a:pt x="3453" y="3525"/>
                    </a:lnTo>
                    <a:lnTo>
                      <a:pt x="3460" y="3525"/>
                    </a:lnTo>
                    <a:lnTo>
                      <a:pt x="3466" y="3525"/>
                    </a:lnTo>
                    <a:lnTo>
                      <a:pt x="3473" y="3527"/>
                    </a:lnTo>
                    <a:lnTo>
                      <a:pt x="3481" y="3528"/>
                    </a:lnTo>
                    <a:lnTo>
                      <a:pt x="3488" y="3529"/>
                    </a:lnTo>
                    <a:lnTo>
                      <a:pt x="3495" y="3530"/>
                    </a:lnTo>
                    <a:lnTo>
                      <a:pt x="3502" y="3531"/>
                    </a:lnTo>
                    <a:lnTo>
                      <a:pt x="3508" y="3532"/>
                    </a:lnTo>
                    <a:lnTo>
                      <a:pt x="3515" y="3533"/>
                    </a:lnTo>
                    <a:lnTo>
                      <a:pt x="3523" y="3535"/>
                    </a:lnTo>
                    <a:lnTo>
                      <a:pt x="3530" y="3536"/>
                    </a:lnTo>
                    <a:lnTo>
                      <a:pt x="3537" y="3537"/>
                    </a:lnTo>
                    <a:lnTo>
                      <a:pt x="3544" y="3538"/>
                    </a:lnTo>
                    <a:lnTo>
                      <a:pt x="3551" y="3538"/>
                    </a:lnTo>
                    <a:lnTo>
                      <a:pt x="3557" y="3538"/>
                    </a:lnTo>
                    <a:lnTo>
                      <a:pt x="3566" y="3538"/>
                    </a:lnTo>
                    <a:lnTo>
                      <a:pt x="3572" y="3537"/>
                    </a:lnTo>
                    <a:lnTo>
                      <a:pt x="3579" y="3537"/>
                    </a:lnTo>
                    <a:lnTo>
                      <a:pt x="3586" y="3536"/>
                    </a:lnTo>
                    <a:lnTo>
                      <a:pt x="3593" y="3535"/>
                    </a:lnTo>
                    <a:lnTo>
                      <a:pt x="3599" y="3533"/>
                    </a:lnTo>
                    <a:lnTo>
                      <a:pt x="3608" y="3532"/>
                    </a:lnTo>
                    <a:lnTo>
                      <a:pt x="3614" y="3531"/>
                    </a:lnTo>
                    <a:lnTo>
                      <a:pt x="3621" y="3530"/>
                    </a:lnTo>
                    <a:lnTo>
                      <a:pt x="3628" y="3530"/>
                    </a:lnTo>
                    <a:lnTo>
                      <a:pt x="3635" y="3529"/>
                    </a:lnTo>
                    <a:lnTo>
                      <a:pt x="3642" y="3529"/>
                    </a:lnTo>
                    <a:lnTo>
                      <a:pt x="3650" y="3529"/>
                    </a:lnTo>
                    <a:lnTo>
                      <a:pt x="3657" y="3529"/>
                    </a:lnTo>
                    <a:lnTo>
                      <a:pt x="3663" y="3530"/>
                    </a:lnTo>
                    <a:lnTo>
                      <a:pt x="3670" y="3530"/>
                    </a:lnTo>
                    <a:lnTo>
                      <a:pt x="3677" y="3531"/>
                    </a:lnTo>
                    <a:lnTo>
                      <a:pt x="3684" y="3532"/>
                    </a:lnTo>
                    <a:lnTo>
                      <a:pt x="3692" y="3533"/>
                    </a:lnTo>
                    <a:lnTo>
                      <a:pt x="3699" y="3535"/>
                    </a:lnTo>
                    <a:lnTo>
                      <a:pt x="3705" y="3536"/>
                    </a:lnTo>
                    <a:lnTo>
                      <a:pt x="3712" y="3536"/>
                    </a:lnTo>
                    <a:lnTo>
                      <a:pt x="3719" y="3537"/>
                    </a:lnTo>
                    <a:lnTo>
                      <a:pt x="3726" y="3538"/>
                    </a:lnTo>
                    <a:lnTo>
                      <a:pt x="3734" y="3538"/>
                    </a:lnTo>
                    <a:lnTo>
                      <a:pt x="3741" y="3538"/>
                    </a:lnTo>
                    <a:lnTo>
                      <a:pt x="3748" y="3538"/>
                    </a:lnTo>
                    <a:lnTo>
                      <a:pt x="3754" y="3537"/>
                    </a:lnTo>
                    <a:lnTo>
                      <a:pt x="3761" y="3537"/>
                    </a:lnTo>
                    <a:lnTo>
                      <a:pt x="3768" y="3536"/>
                    </a:lnTo>
                    <a:lnTo>
                      <a:pt x="3775" y="3535"/>
                    </a:lnTo>
                    <a:lnTo>
                      <a:pt x="3783" y="3533"/>
                    </a:lnTo>
                    <a:lnTo>
                      <a:pt x="3790" y="3531"/>
                    </a:lnTo>
                    <a:lnTo>
                      <a:pt x="3797" y="3530"/>
                    </a:lnTo>
                    <a:lnTo>
                      <a:pt x="3803" y="3529"/>
                    </a:lnTo>
                    <a:lnTo>
                      <a:pt x="3810" y="3528"/>
                    </a:lnTo>
                    <a:lnTo>
                      <a:pt x="3817" y="3527"/>
                    </a:lnTo>
                    <a:lnTo>
                      <a:pt x="3825" y="3525"/>
                    </a:lnTo>
                    <a:lnTo>
                      <a:pt x="3832" y="3525"/>
                    </a:lnTo>
                    <a:lnTo>
                      <a:pt x="3839" y="3525"/>
                    </a:lnTo>
                    <a:lnTo>
                      <a:pt x="3845" y="3525"/>
                    </a:lnTo>
                    <a:lnTo>
                      <a:pt x="3852" y="3525"/>
                    </a:lnTo>
                    <a:lnTo>
                      <a:pt x="3859" y="3527"/>
                    </a:lnTo>
                    <a:lnTo>
                      <a:pt x="3867" y="3528"/>
                    </a:lnTo>
                    <a:lnTo>
                      <a:pt x="3874" y="3529"/>
                    </a:lnTo>
                    <a:lnTo>
                      <a:pt x="3881" y="3531"/>
                    </a:lnTo>
                    <a:lnTo>
                      <a:pt x="3888" y="3532"/>
                    </a:lnTo>
                    <a:lnTo>
                      <a:pt x="3894" y="3535"/>
                    </a:lnTo>
                    <a:lnTo>
                      <a:pt x="3901" y="3536"/>
                    </a:lnTo>
                    <a:lnTo>
                      <a:pt x="3909" y="3537"/>
                    </a:lnTo>
                    <a:lnTo>
                      <a:pt x="3916" y="3538"/>
                    </a:lnTo>
                    <a:lnTo>
                      <a:pt x="3923" y="3538"/>
                    </a:lnTo>
                    <a:lnTo>
                      <a:pt x="3930" y="3538"/>
                    </a:lnTo>
                    <a:lnTo>
                      <a:pt x="3937" y="3537"/>
                    </a:lnTo>
                    <a:lnTo>
                      <a:pt x="3943" y="3535"/>
                    </a:lnTo>
                    <a:lnTo>
                      <a:pt x="3951" y="3531"/>
                    </a:lnTo>
                    <a:lnTo>
                      <a:pt x="3958" y="3528"/>
                    </a:lnTo>
                    <a:lnTo>
                      <a:pt x="3965" y="3523"/>
                    </a:lnTo>
                    <a:lnTo>
                      <a:pt x="3972" y="3517"/>
                    </a:lnTo>
                    <a:lnTo>
                      <a:pt x="3979" y="3510"/>
                    </a:lnTo>
                    <a:lnTo>
                      <a:pt x="3985" y="3502"/>
                    </a:lnTo>
                    <a:lnTo>
                      <a:pt x="3994" y="3493"/>
                    </a:lnTo>
                    <a:lnTo>
                      <a:pt x="4000" y="3484"/>
                    </a:lnTo>
                    <a:lnTo>
                      <a:pt x="4007" y="3475"/>
                    </a:lnTo>
                    <a:lnTo>
                      <a:pt x="4014" y="3464"/>
                    </a:lnTo>
                    <a:lnTo>
                      <a:pt x="4021" y="3454"/>
                    </a:lnTo>
                    <a:lnTo>
                      <a:pt x="4028" y="3444"/>
                    </a:lnTo>
                    <a:lnTo>
                      <a:pt x="4036" y="3433"/>
                    </a:lnTo>
                    <a:lnTo>
                      <a:pt x="4043" y="3423"/>
                    </a:lnTo>
                    <a:lnTo>
                      <a:pt x="4049" y="3414"/>
                    </a:lnTo>
                    <a:lnTo>
                      <a:pt x="4056" y="3405"/>
                    </a:lnTo>
                    <a:lnTo>
                      <a:pt x="4063" y="3398"/>
                    </a:lnTo>
                    <a:lnTo>
                      <a:pt x="4070" y="3391"/>
                    </a:lnTo>
                    <a:lnTo>
                      <a:pt x="4078" y="3386"/>
                    </a:lnTo>
                    <a:lnTo>
                      <a:pt x="4085" y="3382"/>
                    </a:lnTo>
                    <a:lnTo>
                      <a:pt x="4091" y="3379"/>
                    </a:lnTo>
                    <a:lnTo>
                      <a:pt x="4098" y="3378"/>
                    </a:lnTo>
                    <a:lnTo>
                      <a:pt x="4105" y="3378"/>
                    </a:lnTo>
                    <a:lnTo>
                      <a:pt x="4112" y="3380"/>
                    </a:lnTo>
                    <a:lnTo>
                      <a:pt x="4120" y="3384"/>
                    </a:lnTo>
                    <a:lnTo>
                      <a:pt x="4127" y="3388"/>
                    </a:lnTo>
                    <a:lnTo>
                      <a:pt x="4134" y="3394"/>
                    </a:lnTo>
                    <a:lnTo>
                      <a:pt x="4140" y="3401"/>
                    </a:lnTo>
                    <a:lnTo>
                      <a:pt x="4147" y="3409"/>
                    </a:lnTo>
                    <a:lnTo>
                      <a:pt x="4154" y="3418"/>
                    </a:lnTo>
                    <a:lnTo>
                      <a:pt x="4162" y="3428"/>
                    </a:lnTo>
                    <a:lnTo>
                      <a:pt x="4169" y="3437"/>
                    </a:lnTo>
                    <a:lnTo>
                      <a:pt x="4176" y="3447"/>
                    </a:lnTo>
                    <a:lnTo>
                      <a:pt x="4182" y="3457"/>
                    </a:lnTo>
                    <a:lnTo>
                      <a:pt x="4189" y="3467"/>
                    </a:lnTo>
                    <a:lnTo>
                      <a:pt x="4196" y="3477"/>
                    </a:lnTo>
                    <a:lnTo>
                      <a:pt x="4204" y="3486"/>
                    </a:lnTo>
                    <a:lnTo>
                      <a:pt x="4211" y="3494"/>
                    </a:lnTo>
                    <a:lnTo>
                      <a:pt x="4218" y="3502"/>
                    </a:lnTo>
                    <a:lnTo>
                      <a:pt x="4225" y="3509"/>
                    </a:lnTo>
                    <a:lnTo>
                      <a:pt x="4231" y="3516"/>
                    </a:lnTo>
                    <a:lnTo>
                      <a:pt x="4238" y="3522"/>
                    </a:lnTo>
                    <a:lnTo>
                      <a:pt x="4246" y="3527"/>
                    </a:lnTo>
                    <a:lnTo>
                      <a:pt x="4253" y="3530"/>
                    </a:lnTo>
                    <a:lnTo>
                      <a:pt x="4260" y="3533"/>
                    </a:lnTo>
                    <a:lnTo>
                      <a:pt x="4267" y="3536"/>
                    </a:lnTo>
                    <a:lnTo>
                      <a:pt x="4274" y="3537"/>
                    </a:lnTo>
                    <a:lnTo>
                      <a:pt x="4280" y="3538"/>
                    </a:lnTo>
                    <a:lnTo>
                      <a:pt x="4288" y="3538"/>
                    </a:lnTo>
                    <a:lnTo>
                      <a:pt x="4295" y="3538"/>
                    </a:lnTo>
                    <a:lnTo>
                      <a:pt x="4302" y="3538"/>
                    </a:lnTo>
                    <a:lnTo>
                      <a:pt x="4309" y="3537"/>
                    </a:lnTo>
                    <a:lnTo>
                      <a:pt x="4316" y="3536"/>
                    </a:lnTo>
                    <a:lnTo>
                      <a:pt x="4322" y="3535"/>
                    </a:lnTo>
                    <a:lnTo>
                      <a:pt x="4329" y="3535"/>
                    </a:lnTo>
                    <a:lnTo>
                      <a:pt x="4337" y="3533"/>
                    </a:lnTo>
                    <a:lnTo>
                      <a:pt x="4344" y="3532"/>
                    </a:lnTo>
                    <a:lnTo>
                      <a:pt x="4351" y="3532"/>
                    </a:lnTo>
                    <a:lnTo>
                      <a:pt x="4358" y="3531"/>
                    </a:lnTo>
                    <a:lnTo>
                      <a:pt x="4365" y="3531"/>
                    </a:lnTo>
                    <a:lnTo>
                      <a:pt x="4371" y="3531"/>
                    </a:lnTo>
                    <a:lnTo>
                      <a:pt x="4380" y="3531"/>
                    </a:lnTo>
                    <a:lnTo>
                      <a:pt x="4386" y="3532"/>
                    </a:lnTo>
                    <a:lnTo>
                      <a:pt x="4393" y="3532"/>
                    </a:lnTo>
                    <a:lnTo>
                      <a:pt x="4400" y="3532"/>
                    </a:lnTo>
                    <a:lnTo>
                      <a:pt x="4407" y="3533"/>
                    </a:lnTo>
                    <a:lnTo>
                      <a:pt x="4414" y="3535"/>
                    </a:lnTo>
                    <a:lnTo>
                      <a:pt x="4422" y="3535"/>
                    </a:lnTo>
                    <a:lnTo>
                      <a:pt x="4428" y="3536"/>
                    </a:lnTo>
                    <a:lnTo>
                      <a:pt x="4435" y="3536"/>
                    </a:lnTo>
                    <a:lnTo>
                      <a:pt x="4442" y="3537"/>
                    </a:lnTo>
                    <a:lnTo>
                      <a:pt x="4449" y="3537"/>
                    </a:lnTo>
                    <a:lnTo>
                      <a:pt x="4456" y="3538"/>
                    </a:lnTo>
                    <a:lnTo>
                      <a:pt x="4464" y="3538"/>
                    </a:lnTo>
                    <a:lnTo>
                      <a:pt x="4471" y="3538"/>
                    </a:lnTo>
                    <a:lnTo>
                      <a:pt x="4477" y="3538"/>
                    </a:lnTo>
                    <a:lnTo>
                      <a:pt x="4484" y="3538"/>
                    </a:lnTo>
                    <a:lnTo>
                      <a:pt x="4491" y="3538"/>
                    </a:lnTo>
                    <a:lnTo>
                      <a:pt x="4498" y="3537"/>
                    </a:lnTo>
                    <a:lnTo>
                      <a:pt x="4506" y="3537"/>
                    </a:lnTo>
                    <a:lnTo>
                      <a:pt x="4513" y="3537"/>
                    </a:lnTo>
                    <a:lnTo>
                      <a:pt x="4520" y="3537"/>
                    </a:lnTo>
                    <a:lnTo>
                      <a:pt x="4526" y="3536"/>
                    </a:lnTo>
                    <a:lnTo>
                      <a:pt x="4533" y="3536"/>
                    </a:lnTo>
                    <a:lnTo>
                      <a:pt x="4540" y="3536"/>
                    </a:lnTo>
                    <a:lnTo>
                      <a:pt x="4548" y="3536"/>
                    </a:lnTo>
                    <a:lnTo>
                      <a:pt x="4555" y="3535"/>
                    </a:lnTo>
                    <a:lnTo>
                      <a:pt x="4562" y="3535"/>
                    </a:lnTo>
                    <a:lnTo>
                      <a:pt x="4568" y="3535"/>
                    </a:lnTo>
                    <a:lnTo>
                      <a:pt x="4575" y="3536"/>
                    </a:lnTo>
                    <a:lnTo>
                      <a:pt x="4582" y="3536"/>
                    </a:lnTo>
                    <a:lnTo>
                      <a:pt x="4590" y="3536"/>
                    </a:lnTo>
                    <a:lnTo>
                      <a:pt x="4597" y="3536"/>
                    </a:lnTo>
                    <a:lnTo>
                      <a:pt x="4604" y="3537"/>
                    </a:lnTo>
                    <a:lnTo>
                      <a:pt x="4611" y="3537"/>
                    </a:lnTo>
                    <a:lnTo>
                      <a:pt x="4617" y="3537"/>
                    </a:lnTo>
                    <a:lnTo>
                      <a:pt x="4624" y="3537"/>
                    </a:lnTo>
                    <a:lnTo>
                      <a:pt x="4632" y="3538"/>
                    </a:lnTo>
                    <a:lnTo>
                      <a:pt x="4639" y="3538"/>
                    </a:lnTo>
                    <a:lnTo>
                      <a:pt x="4646" y="3538"/>
                    </a:lnTo>
                    <a:lnTo>
                      <a:pt x="4653" y="3538"/>
                    </a:lnTo>
                    <a:lnTo>
                      <a:pt x="4659" y="3538"/>
                    </a:lnTo>
                    <a:lnTo>
                      <a:pt x="4666" y="3538"/>
                    </a:lnTo>
                    <a:lnTo>
                      <a:pt x="4674" y="3538"/>
                    </a:lnTo>
                    <a:lnTo>
                      <a:pt x="4681" y="3538"/>
                    </a:lnTo>
                    <a:lnTo>
                      <a:pt x="4688" y="3537"/>
                    </a:lnTo>
                    <a:lnTo>
                      <a:pt x="4695" y="3537"/>
                    </a:lnTo>
                    <a:lnTo>
                      <a:pt x="4702" y="3537"/>
                    </a:lnTo>
                    <a:lnTo>
                      <a:pt x="4708" y="3537"/>
                    </a:lnTo>
                    <a:lnTo>
                      <a:pt x="4717" y="3537"/>
                    </a:lnTo>
                    <a:lnTo>
                      <a:pt x="4723" y="3536"/>
                    </a:lnTo>
                    <a:lnTo>
                      <a:pt x="4730" y="3536"/>
                    </a:lnTo>
                    <a:lnTo>
                      <a:pt x="4737" y="3536"/>
                    </a:lnTo>
                    <a:lnTo>
                      <a:pt x="4744" y="3536"/>
                    </a:lnTo>
                    <a:lnTo>
                      <a:pt x="4751" y="3536"/>
                    </a:lnTo>
                    <a:lnTo>
                      <a:pt x="4759" y="3536"/>
                    </a:lnTo>
                    <a:lnTo>
                      <a:pt x="4765" y="3536"/>
                    </a:lnTo>
                    <a:lnTo>
                      <a:pt x="4772" y="3536"/>
                    </a:lnTo>
                    <a:lnTo>
                      <a:pt x="4779" y="3536"/>
                    </a:lnTo>
                    <a:lnTo>
                      <a:pt x="4786" y="3537"/>
                    </a:lnTo>
                    <a:lnTo>
                      <a:pt x="4793" y="3537"/>
                    </a:lnTo>
                    <a:lnTo>
                      <a:pt x="4801" y="3537"/>
                    </a:lnTo>
                    <a:lnTo>
                      <a:pt x="4808" y="3537"/>
                    </a:lnTo>
                    <a:lnTo>
                      <a:pt x="4814" y="3538"/>
                    </a:lnTo>
                    <a:lnTo>
                      <a:pt x="4821" y="3538"/>
                    </a:lnTo>
                    <a:lnTo>
                      <a:pt x="4828" y="3538"/>
                    </a:lnTo>
                    <a:lnTo>
                      <a:pt x="4835" y="3538"/>
                    </a:lnTo>
                    <a:lnTo>
                      <a:pt x="4842" y="3538"/>
                    </a:lnTo>
                    <a:lnTo>
                      <a:pt x="4850" y="3538"/>
                    </a:lnTo>
                    <a:lnTo>
                      <a:pt x="4857" y="3538"/>
                    </a:lnTo>
                    <a:lnTo>
                      <a:pt x="4863" y="3538"/>
                    </a:lnTo>
                    <a:lnTo>
                      <a:pt x="4870" y="3537"/>
                    </a:lnTo>
                    <a:lnTo>
                      <a:pt x="4877" y="3537"/>
                    </a:lnTo>
                    <a:lnTo>
                      <a:pt x="4884" y="3537"/>
                    </a:lnTo>
                    <a:lnTo>
                      <a:pt x="4892" y="3536"/>
                    </a:lnTo>
                    <a:lnTo>
                      <a:pt x="4899" y="3536"/>
                    </a:lnTo>
                    <a:lnTo>
                      <a:pt x="4905" y="3536"/>
                    </a:lnTo>
                  </a:path>
                </a:pathLst>
              </a:custGeom>
              <a:noFill/>
              <a:ln w="19050" cap="flat" cmpd="sng">
                <a:solidFill>
                  <a:srgbClr val="0000FF">
                    <a:alpha val="100000"/>
                  </a:srgbClr>
                </a:solidFill>
                <a:prstDash val="solid"/>
                <a:round/>
                <a:headEnd type="none" w="med" len="med"/>
                <a:tailEnd type="none" w="med" len="med"/>
              </a:ln>
            </p:spPr>
            <p:txBody>
              <a:bodyPr/>
              <a:p>
                <a:endParaRPr lang="zh-CN" altLang="en-US"/>
              </a:p>
            </p:txBody>
          </p:sp>
          <p:sp>
            <p:nvSpPr>
              <p:cNvPr id="99718" name="Rectangle 784"/>
              <p:cNvSpPr/>
              <p:nvPr/>
            </p:nvSpPr>
            <p:spPr>
              <a:xfrm rot="-5400000">
                <a:off x="5451" y="2044"/>
                <a:ext cx="12" cy="31"/>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719" name="Rectangle 785"/>
              <p:cNvSpPr/>
              <p:nvPr/>
            </p:nvSpPr>
            <p:spPr>
              <a:xfrm>
                <a:off x="4272" y="1651"/>
                <a:ext cx="7" cy="51"/>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653" name="Line 787"/>
            <p:cNvSpPr/>
            <p:nvPr/>
          </p:nvSpPr>
          <p:spPr>
            <a:xfrm flipV="1">
              <a:off x="2779" y="1806"/>
              <a:ext cx="264" cy="109"/>
            </a:xfrm>
            <a:prstGeom prst="line">
              <a:avLst/>
            </a:prstGeom>
            <a:ln w="9525" cap="flat" cmpd="sng">
              <a:solidFill>
                <a:schemeClr val="tx1"/>
              </a:solidFill>
              <a:prstDash val="solid"/>
              <a:headEnd type="none" w="med" len="med"/>
              <a:tailEnd type="triangle" w="med" len="med"/>
            </a:ln>
          </p:spPr>
        </p:sp>
      </p:grpSp>
      <p:grpSp>
        <p:nvGrpSpPr>
          <p:cNvPr id="94059" name="Group 875"/>
          <p:cNvGrpSpPr/>
          <p:nvPr/>
        </p:nvGrpSpPr>
        <p:grpSpPr>
          <a:xfrm>
            <a:off x="5867400" y="3070225"/>
            <a:ext cx="4837113" cy="909638"/>
            <a:chOff x="2736" y="1934"/>
            <a:chExt cx="3047" cy="573"/>
          </a:xfrm>
        </p:grpSpPr>
        <p:grpSp>
          <p:nvGrpSpPr>
            <p:cNvPr id="99568" name="Group 873"/>
            <p:cNvGrpSpPr/>
            <p:nvPr/>
          </p:nvGrpSpPr>
          <p:grpSpPr>
            <a:xfrm>
              <a:off x="3009" y="1934"/>
              <a:ext cx="2774" cy="573"/>
              <a:chOff x="3188" y="2131"/>
              <a:chExt cx="2323" cy="721"/>
            </a:xfrm>
          </p:grpSpPr>
          <p:sp>
            <p:nvSpPr>
              <p:cNvPr id="99570" name="Line 791"/>
              <p:cNvSpPr/>
              <p:nvPr/>
            </p:nvSpPr>
            <p:spPr>
              <a:xfrm>
                <a:off x="3188" y="2851"/>
                <a:ext cx="1" cy="1"/>
              </a:xfrm>
              <a:prstGeom prst="line">
                <a:avLst/>
              </a:prstGeom>
              <a:ln w="9525" cap="flat" cmpd="sng">
                <a:solidFill>
                  <a:srgbClr val="000000"/>
                </a:solidFill>
                <a:prstDash val="solid"/>
                <a:headEnd type="none" w="med" len="med"/>
                <a:tailEnd type="none" w="med" len="med"/>
              </a:ln>
            </p:spPr>
          </p:sp>
          <p:sp>
            <p:nvSpPr>
              <p:cNvPr id="99571" name="Line 792"/>
              <p:cNvSpPr/>
              <p:nvPr/>
            </p:nvSpPr>
            <p:spPr>
              <a:xfrm>
                <a:off x="3309" y="2851"/>
                <a:ext cx="1" cy="1"/>
              </a:xfrm>
              <a:prstGeom prst="line">
                <a:avLst/>
              </a:prstGeom>
              <a:ln w="9525" cap="flat" cmpd="sng">
                <a:solidFill>
                  <a:srgbClr val="000000"/>
                </a:solidFill>
                <a:prstDash val="solid"/>
                <a:headEnd type="none" w="med" len="med"/>
                <a:tailEnd type="none" w="med" len="med"/>
              </a:ln>
            </p:spPr>
          </p:sp>
          <p:sp>
            <p:nvSpPr>
              <p:cNvPr id="99572" name="Line 793"/>
              <p:cNvSpPr/>
              <p:nvPr/>
            </p:nvSpPr>
            <p:spPr>
              <a:xfrm>
                <a:off x="3430" y="2851"/>
                <a:ext cx="1" cy="1"/>
              </a:xfrm>
              <a:prstGeom prst="line">
                <a:avLst/>
              </a:prstGeom>
              <a:ln w="9525" cap="flat" cmpd="sng">
                <a:solidFill>
                  <a:srgbClr val="000000"/>
                </a:solidFill>
                <a:prstDash val="solid"/>
                <a:headEnd type="none" w="med" len="med"/>
                <a:tailEnd type="none" w="med" len="med"/>
              </a:ln>
            </p:spPr>
          </p:sp>
          <p:sp>
            <p:nvSpPr>
              <p:cNvPr id="99573" name="Line 794"/>
              <p:cNvSpPr/>
              <p:nvPr/>
            </p:nvSpPr>
            <p:spPr>
              <a:xfrm>
                <a:off x="3551" y="2851"/>
                <a:ext cx="1" cy="1"/>
              </a:xfrm>
              <a:prstGeom prst="line">
                <a:avLst/>
              </a:prstGeom>
              <a:ln w="9525" cap="flat" cmpd="sng">
                <a:solidFill>
                  <a:srgbClr val="000000"/>
                </a:solidFill>
                <a:prstDash val="solid"/>
                <a:headEnd type="none" w="med" len="med"/>
                <a:tailEnd type="none" w="med" len="med"/>
              </a:ln>
            </p:spPr>
          </p:sp>
          <p:sp>
            <p:nvSpPr>
              <p:cNvPr id="99574" name="Line 795"/>
              <p:cNvSpPr/>
              <p:nvPr/>
            </p:nvSpPr>
            <p:spPr>
              <a:xfrm>
                <a:off x="3672" y="2851"/>
                <a:ext cx="1" cy="1"/>
              </a:xfrm>
              <a:prstGeom prst="line">
                <a:avLst/>
              </a:prstGeom>
              <a:ln w="9525" cap="flat" cmpd="sng">
                <a:solidFill>
                  <a:srgbClr val="000000"/>
                </a:solidFill>
                <a:prstDash val="solid"/>
                <a:headEnd type="none" w="med" len="med"/>
                <a:tailEnd type="none" w="med" len="med"/>
              </a:ln>
            </p:spPr>
          </p:sp>
          <p:sp>
            <p:nvSpPr>
              <p:cNvPr id="99575" name="Line 796"/>
              <p:cNvSpPr/>
              <p:nvPr/>
            </p:nvSpPr>
            <p:spPr>
              <a:xfrm>
                <a:off x="3793" y="2851"/>
                <a:ext cx="1" cy="1"/>
              </a:xfrm>
              <a:prstGeom prst="line">
                <a:avLst/>
              </a:prstGeom>
              <a:ln w="9525" cap="flat" cmpd="sng">
                <a:solidFill>
                  <a:srgbClr val="000000"/>
                </a:solidFill>
                <a:prstDash val="solid"/>
                <a:headEnd type="none" w="med" len="med"/>
                <a:tailEnd type="none" w="med" len="med"/>
              </a:ln>
            </p:spPr>
          </p:sp>
          <p:sp>
            <p:nvSpPr>
              <p:cNvPr id="99576" name="Line 797"/>
              <p:cNvSpPr/>
              <p:nvPr/>
            </p:nvSpPr>
            <p:spPr>
              <a:xfrm>
                <a:off x="3914" y="2851"/>
                <a:ext cx="1" cy="1"/>
              </a:xfrm>
              <a:prstGeom prst="line">
                <a:avLst/>
              </a:prstGeom>
              <a:ln w="9525" cap="flat" cmpd="sng">
                <a:solidFill>
                  <a:srgbClr val="000000"/>
                </a:solidFill>
                <a:prstDash val="solid"/>
                <a:headEnd type="none" w="med" len="med"/>
                <a:tailEnd type="none" w="med" len="med"/>
              </a:ln>
            </p:spPr>
          </p:sp>
          <p:sp>
            <p:nvSpPr>
              <p:cNvPr id="99577" name="Line 798"/>
              <p:cNvSpPr/>
              <p:nvPr/>
            </p:nvSpPr>
            <p:spPr>
              <a:xfrm>
                <a:off x="4035" y="2851"/>
                <a:ext cx="1" cy="1"/>
              </a:xfrm>
              <a:prstGeom prst="line">
                <a:avLst/>
              </a:prstGeom>
              <a:ln w="9525" cap="flat" cmpd="sng">
                <a:solidFill>
                  <a:srgbClr val="000000"/>
                </a:solidFill>
                <a:prstDash val="solid"/>
                <a:headEnd type="none" w="med" len="med"/>
                <a:tailEnd type="none" w="med" len="med"/>
              </a:ln>
            </p:spPr>
          </p:sp>
          <p:sp>
            <p:nvSpPr>
              <p:cNvPr id="99578" name="Line 799"/>
              <p:cNvSpPr/>
              <p:nvPr/>
            </p:nvSpPr>
            <p:spPr>
              <a:xfrm>
                <a:off x="4156" y="2851"/>
                <a:ext cx="1" cy="1"/>
              </a:xfrm>
              <a:prstGeom prst="line">
                <a:avLst/>
              </a:prstGeom>
              <a:ln w="9525" cap="flat" cmpd="sng">
                <a:solidFill>
                  <a:srgbClr val="000000"/>
                </a:solidFill>
                <a:prstDash val="solid"/>
                <a:headEnd type="none" w="med" len="med"/>
                <a:tailEnd type="none" w="med" len="med"/>
              </a:ln>
            </p:spPr>
          </p:sp>
          <p:sp>
            <p:nvSpPr>
              <p:cNvPr id="99579" name="Line 800"/>
              <p:cNvSpPr/>
              <p:nvPr/>
            </p:nvSpPr>
            <p:spPr>
              <a:xfrm>
                <a:off x="4277" y="2851"/>
                <a:ext cx="1" cy="1"/>
              </a:xfrm>
              <a:prstGeom prst="line">
                <a:avLst/>
              </a:prstGeom>
              <a:ln w="9525" cap="flat" cmpd="sng">
                <a:solidFill>
                  <a:srgbClr val="000000"/>
                </a:solidFill>
                <a:prstDash val="solid"/>
                <a:headEnd type="none" w="med" len="med"/>
                <a:tailEnd type="none" w="med" len="med"/>
              </a:ln>
            </p:spPr>
          </p:sp>
          <p:sp>
            <p:nvSpPr>
              <p:cNvPr id="99580" name="Line 801"/>
              <p:cNvSpPr/>
              <p:nvPr/>
            </p:nvSpPr>
            <p:spPr>
              <a:xfrm>
                <a:off x="4398" y="2851"/>
                <a:ext cx="1" cy="1"/>
              </a:xfrm>
              <a:prstGeom prst="line">
                <a:avLst/>
              </a:prstGeom>
              <a:ln w="9525" cap="flat" cmpd="sng">
                <a:solidFill>
                  <a:srgbClr val="000000"/>
                </a:solidFill>
                <a:prstDash val="solid"/>
                <a:headEnd type="none" w="med" len="med"/>
                <a:tailEnd type="none" w="med" len="med"/>
              </a:ln>
            </p:spPr>
          </p:sp>
          <p:sp>
            <p:nvSpPr>
              <p:cNvPr id="99581" name="Line 802"/>
              <p:cNvSpPr/>
              <p:nvPr/>
            </p:nvSpPr>
            <p:spPr>
              <a:xfrm>
                <a:off x="4519" y="2851"/>
                <a:ext cx="1" cy="1"/>
              </a:xfrm>
              <a:prstGeom prst="line">
                <a:avLst/>
              </a:prstGeom>
              <a:ln w="9525" cap="flat" cmpd="sng">
                <a:solidFill>
                  <a:srgbClr val="000000"/>
                </a:solidFill>
                <a:prstDash val="solid"/>
                <a:headEnd type="none" w="med" len="med"/>
                <a:tailEnd type="none" w="med" len="med"/>
              </a:ln>
            </p:spPr>
          </p:sp>
          <p:sp>
            <p:nvSpPr>
              <p:cNvPr id="99582" name="Line 803"/>
              <p:cNvSpPr/>
              <p:nvPr/>
            </p:nvSpPr>
            <p:spPr>
              <a:xfrm>
                <a:off x="4641" y="2851"/>
                <a:ext cx="1" cy="1"/>
              </a:xfrm>
              <a:prstGeom prst="line">
                <a:avLst/>
              </a:prstGeom>
              <a:ln w="9525" cap="flat" cmpd="sng">
                <a:solidFill>
                  <a:srgbClr val="000000"/>
                </a:solidFill>
                <a:prstDash val="solid"/>
                <a:headEnd type="none" w="med" len="med"/>
                <a:tailEnd type="none" w="med" len="med"/>
              </a:ln>
            </p:spPr>
          </p:sp>
          <p:sp>
            <p:nvSpPr>
              <p:cNvPr id="99583" name="Line 804"/>
              <p:cNvSpPr/>
              <p:nvPr/>
            </p:nvSpPr>
            <p:spPr>
              <a:xfrm>
                <a:off x="4762" y="2851"/>
                <a:ext cx="1" cy="1"/>
              </a:xfrm>
              <a:prstGeom prst="line">
                <a:avLst/>
              </a:prstGeom>
              <a:ln w="9525" cap="flat" cmpd="sng">
                <a:solidFill>
                  <a:srgbClr val="000000"/>
                </a:solidFill>
                <a:prstDash val="solid"/>
                <a:headEnd type="none" w="med" len="med"/>
                <a:tailEnd type="none" w="med" len="med"/>
              </a:ln>
            </p:spPr>
          </p:sp>
          <p:sp>
            <p:nvSpPr>
              <p:cNvPr id="99584" name="Line 805"/>
              <p:cNvSpPr/>
              <p:nvPr/>
            </p:nvSpPr>
            <p:spPr>
              <a:xfrm>
                <a:off x="4883" y="2851"/>
                <a:ext cx="1" cy="1"/>
              </a:xfrm>
              <a:prstGeom prst="line">
                <a:avLst/>
              </a:prstGeom>
              <a:ln w="9525" cap="flat" cmpd="sng">
                <a:solidFill>
                  <a:srgbClr val="000000"/>
                </a:solidFill>
                <a:prstDash val="solid"/>
                <a:headEnd type="none" w="med" len="med"/>
                <a:tailEnd type="none" w="med" len="med"/>
              </a:ln>
            </p:spPr>
          </p:sp>
          <p:sp>
            <p:nvSpPr>
              <p:cNvPr id="99585" name="Line 806"/>
              <p:cNvSpPr/>
              <p:nvPr/>
            </p:nvSpPr>
            <p:spPr>
              <a:xfrm>
                <a:off x="5004" y="2851"/>
                <a:ext cx="1" cy="1"/>
              </a:xfrm>
              <a:prstGeom prst="line">
                <a:avLst/>
              </a:prstGeom>
              <a:ln w="9525" cap="flat" cmpd="sng">
                <a:solidFill>
                  <a:srgbClr val="000000"/>
                </a:solidFill>
                <a:prstDash val="solid"/>
                <a:headEnd type="none" w="med" len="med"/>
                <a:tailEnd type="none" w="med" len="med"/>
              </a:ln>
            </p:spPr>
          </p:sp>
          <p:sp>
            <p:nvSpPr>
              <p:cNvPr id="99586" name="Line 807"/>
              <p:cNvSpPr/>
              <p:nvPr/>
            </p:nvSpPr>
            <p:spPr>
              <a:xfrm>
                <a:off x="5125" y="2851"/>
                <a:ext cx="1" cy="1"/>
              </a:xfrm>
              <a:prstGeom prst="line">
                <a:avLst/>
              </a:prstGeom>
              <a:ln w="9525" cap="flat" cmpd="sng">
                <a:solidFill>
                  <a:srgbClr val="000000"/>
                </a:solidFill>
                <a:prstDash val="solid"/>
                <a:headEnd type="none" w="med" len="med"/>
                <a:tailEnd type="none" w="med" len="med"/>
              </a:ln>
            </p:spPr>
          </p:sp>
          <p:sp>
            <p:nvSpPr>
              <p:cNvPr id="99587" name="Line 808"/>
              <p:cNvSpPr/>
              <p:nvPr/>
            </p:nvSpPr>
            <p:spPr>
              <a:xfrm>
                <a:off x="5246" y="2851"/>
                <a:ext cx="1" cy="1"/>
              </a:xfrm>
              <a:prstGeom prst="line">
                <a:avLst/>
              </a:prstGeom>
              <a:ln w="9525" cap="flat" cmpd="sng">
                <a:solidFill>
                  <a:srgbClr val="000000"/>
                </a:solidFill>
                <a:prstDash val="solid"/>
                <a:headEnd type="none" w="med" len="med"/>
                <a:tailEnd type="none" w="med" len="med"/>
              </a:ln>
            </p:spPr>
          </p:sp>
          <p:sp>
            <p:nvSpPr>
              <p:cNvPr id="99588" name="Line 809"/>
              <p:cNvSpPr/>
              <p:nvPr/>
            </p:nvSpPr>
            <p:spPr>
              <a:xfrm>
                <a:off x="5367" y="2851"/>
                <a:ext cx="1" cy="1"/>
              </a:xfrm>
              <a:prstGeom prst="line">
                <a:avLst/>
              </a:prstGeom>
              <a:ln w="9525" cap="flat" cmpd="sng">
                <a:solidFill>
                  <a:srgbClr val="000000"/>
                </a:solidFill>
                <a:prstDash val="solid"/>
                <a:headEnd type="none" w="med" len="med"/>
                <a:tailEnd type="none" w="med" len="med"/>
              </a:ln>
            </p:spPr>
          </p:sp>
          <p:sp>
            <p:nvSpPr>
              <p:cNvPr id="99589" name="Line 810"/>
              <p:cNvSpPr/>
              <p:nvPr/>
            </p:nvSpPr>
            <p:spPr>
              <a:xfrm>
                <a:off x="3188" y="2851"/>
                <a:ext cx="2179" cy="1"/>
              </a:xfrm>
              <a:prstGeom prst="line">
                <a:avLst/>
              </a:prstGeom>
              <a:ln w="9525" cap="flat" cmpd="sng">
                <a:solidFill>
                  <a:srgbClr val="000000"/>
                </a:solidFill>
                <a:prstDash val="solid"/>
                <a:headEnd type="none" w="med" len="med"/>
                <a:tailEnd type="none" w="med" len="med"/>
              </a:ln>
            </p:spPr>
          </p:sp>
          <p:sp>
            <p:nvSpPr>
              <p:cNvPr id="99590" name="Line 811"/>
              <p:cNvSpPr/>
              <p:nvPr/>
            </p:nvSpPr>
            <p:spPr>
              <a:xfrm>
                <a:off x="3188" y="2851"/>
                <a:ext cx="1" cy="1"/>
              </a:xfrm>
              <a:prstGeom prst="line">
                <a:avLst/>
              </a:prstGeom>
              <a:ln w="9525" cap="flat" cmpd="sng">
                <a:solidFill>
                  <a:srgbClr val="000000"/>
                </a:solidFill>
                <a:prstDash val="solid"/>
                <a:headEnd type="none" w="med" len="med"/>
                <a:tailEnd type="none" w="med" len="med"/>
              </a:ln>
            </p:spPr>
          </p:sp>
          <p:sp>
            <p:nvSpPr>
              <p:cNvPr id="99591" name="Line 812"/>
              <p:cNvSpPr/>
              <p:nvPr/>
            </p:nvSpPr>
            <p:spPr>
              <a:xfrm>
                <a:off x="3188" y="2814"/>
                <a:ext cx="1" cy="1"/>
              </a:xfrm>
              <a:prstGeom prst="line">
                <a:avLst/>
              </a:prstGeom>
              <a:ln w="9525" cap="flat" cmpd="sng">
                <a:solidFill>
                  <a:srgbClr val="000000"/>
                </a:solidFill>
                <a:prstDash val="solid"/>
                <a:headEnd type="none" w="med" len="med"/>
                <a:tailEnd type="none" w="med" len="med"/>
              </a:ln>
            </p:spPr>
          </p:sp>
          <p:sp>
            <p:nvSpPr>
              <p:cNvPr id="99592" name="Line 813"/>
              <p:cNvSpPr/>
              <p:nvPr/>
            </p:nvSpPr>
            <p:spPr>
              <a:xfrm>
                <a:off x="3188" y="2778"/>
                <a:ext cx="1" cy="1"/>
              </a:xfrm>
              <a:prstGeom prst="line">
                <a:avLst/>
              </a:prstGeom>
              <a:ln w="9525" cap="flat" cmpd="sng">
                <a:solidFill>
                  <a:srgbClr val="000000"/>
                </a:solidFill>
                <a:prstDash val="solid"/>
                <a:headEnd type="none" w="med" len="med"/>
                <a:tailEnd type="none" w="med" len="med"/>
              </a:ln>
            </p:spPr>
          </p:sp>
          <p:sp>
            <p:nvSpPr>
              <p:cNvPr id="99593" name="Line 814"/>
              <p:cNvSpPr/>
              <p:nvPr/>
            </p:nvSpPr>
            <p:spPr>
              <a:xfrm>
                <a:off x="3188" y="2741"/>
                <a:ext cx="1" cy="1"/>
              </a:xfrm>
              <a:prstGeom prst="line">
                <a:avLst/>
              </a:prstGeom>
              <a:ln w="9525" cap="flat" cmpd="sng">
                <a:solidFill>
                  <a:srgbClr val="000000"/>
                </a:solidFill>
                <a:prstDash val="solid"/>
                <a:headEnd type="none" w="med" len="med"/>
                <a:tailEnd type="none" w="med" len="med"/>
              </a:ln>
            </p:spPr>
          </p:sp>
          <p:sp>
            <p:nvSpPr>
              <p:cNvPr id="99594" name="Line 815"/>
              <p:cNvSpPr/>
              <p:nvPr/>
            </p:nvSpPr>
            <p:spPr>
              <a:xfrm>
                <a:off x="3188" y="2705"/>
                <a:ext cx="1" cy="1"/>
              </a:xfrm>
              <a:prstGeom prst="line">
                <a:avLst/>
              </a:prstGeom>
              <a:ln w="9525" cap="flat" cmpd="sng">
                <a:solidFill>
                  <a:srgbClr val="000000"/>
                </a:solidFill>
                <a:prstDash val="solid"/>
                <a:headEnd type="none" w="med" len="med"/>
                <a:tailEnd type="none" w="med" len="med"/>
              </a:ln>
            </p:spPr>
          </p:sp>
          <p:sp>
            <p:nvSpPr>
              <p:cNvPr id="99595" name="Line 816"/>
              <p:cNvSpPr/>
              <p:nvPr/>
            </p:nvSpPr>
            <p:spPr>
              <a:xfrm>
                <a:off x="3188" y="2669"/>
                <a:ext cx="1" cy="1"/>
              </a:xfrm>
              <a:prstGeom prst="line">
                <a:avLst/>
              </a:prstGeom>
              <a:ln w="9525" cap="flat" cmpd="sng">
                <a:solidFill>
                  <a:srgbClr val="000000"/>
                </a:solidFill>
                <a:prstDash val="solid"/>
                <a:headEnd type="none" w="med" len="med"/>
                <a:tailEnd type="none" w="med" len="med"/>
              </a:ln>
            </p:spPr>
          </p:sp>
          <p:sp>
            <p:nvSpPr>
              <p:cNvPr id="99596" name="Line 817"/>
              <p:cNvSpPr/>
              <p:nvPr/>
            </p:nvSpPr>
            <p:spPr>
              <a:xfrm>
                <a:off x="3188" y="2632"/>
                <a:ext cx="1" cy="1"/>
              </a:xfrm>
              <a:prstGeom prst="line">
                <a:avLst/>
              </a:prstGeom>
              <a:ln w="9525" cap="flat" cmpd="sng">
                <a:solidFill>
                  <a:srgbClr val="000000"/>
                </a:solidFill>
                <a:prstDash val="solid"/>
                <a:headEnd type="none" w="med" len="med"/>
                <a:tailEnd type="none" w="med" len="med"/>
              </a:ln>
            </p:spPr>
          </p:sp>
          <p:sp>
            <p:nvSpPr>
              <p:cNvPr id="99597" name="Line 818"/>
              <p:cNvSpPr/>
              <p:nvPr/>
            </p:nvSpPr>
            <p:spPr>
              <a:xfrm>
                <a:off x="3188" y="2596"/>
                <a:ext cx="1" cy="1"/>
              </a:xfrm>
              <a:prstGeom prst="line">
                <a:avLst/>
              </a:prstGeom>
              <a:ln w="9525" cap="flat" cmpd="sng">
                <a:solidFill>
                  <a:srgbClr val="000000"/>
                </a:solidFill>
                <a:prstDash val="solid"/>
                <a:headEnd type="none" w="med" len="med"/>
                <a:tailEnd type="none" w="med" len="med"/>
              </a:ln>
            </p:spPr>
          </p:sp>
          <p:sp>
            <p:nvSpPr>
              <p:cNvPr id="99598" name="Line 819"/>
              <p:cNvSpPr/>
              <p:nvPr/>
            </p:nvSpPr>
            <p:spPr>
              <a:xfrm>
                <a:off x="3188" y="2559"/>
                <a:ext cx="1" cy="1"/>
              </a:xfrm>
              <a:prstGeom prst="line">
                <a:avLst/>
              </a:prstGeom>
              <a:ln w="9525" cap="flat" cmpd="sng">
                <a:solidFill>
                  <a:srgbClr val="000000"/>
                </a:solidFill>
                <a:prstDash val="solid"/>
                <a:headEnd type="none" w="med" len="med"/>
                <a:tailEnd type="none" w="med" len="med"/>
              </a:ln>
            </p:spPr>
          </p:sp>
          <p:sp>
            <p:nvSpPr>
              <p:cNvPr id="99599" name="Line 820"/>
              <p:cNvSpPr/>
              <p:nvPr/>
            </p:nvSpPr>
            <p:spPr>
              <a:xfrm>
                <a:off x="3188" y="2523"/>
                <a:ext cx="1" cy="1"/>
              </a:xfrm>
              <a:prstGeom prst="line">
                <a:avLst/>
              </a:prstGeom>
              <a:ln w="9525" cap="flat" cmpd="sng">
                <a:solidFill>
                  <a:srgbClr val="000000"/>
                </a:solidFill>
                <a:prstDash val="solid"/>
                <a:headEnd type="none" w="med" len="med"/>
                <a:tailEnd type="none" w="med" len="med"/>
              </a:ln>
            </p:spPr>
          </p:sp>
          <p:sp>
            <p:nvSpPr>
              <p:cNvPr id="99600" name="Line 821"/>
              <p:cNvSpPr/>
              <p:nvPr/>
            </p:nvSpPr>
            <p:spPr>
              <a:xfrm>
                <a:off x="3188" y="2486"/>
                <a:ext cx="1" cy="1"/>
              </a:xfrm>
              <a:prstGeom prst="line">
                <a:avLst/>
              </a:prstGeom>
              <a:ln w="9525" cap="flat" cmpd="sng">
                <a:solidFill>
                  <a:srgbClr val="000000"/>
                </a:solidFill>
                <a:prstDash val="solid"/>
                <a:headEnd type="none" w="med" len="med"/>
                <a:tailEnd type="none" w="med" len="med"/>
              </a:ln>
            </p:spPr>
          </p:sp>
          <p:sp>
            <p:nvSpPr>
              <p:cNvPr id="99601" name="Line 822"/>
              <p:cNvSpPr/>
              <p:nvPr/>
            </p:nvSpPr>
            <p:spPr>
              <a:xfrm>
                <a:off x="3188" y="2450"/>
                <a:ext cx="1" cy="1"/>
              </a:xfrm>
              <a:prstGeom prst="line">
                <a:avLst/>
              </a:prstGeom>
              <a:ln w="9525" cap="flat" cmpd="sng">
                <a:solidFill>
                  <a:srgbClr val="000000"/>
                </a:solidFill>
                <a:prstDash val="solid"/>
                <a:headEnd type="none" w="med" len="med"/>
                <a:tailEnd type="none" w="med" len="med"/>
              </a:ln>
            </p:spPr>
          </p:sp>
          <p:sp>
            <p:nvSpPr>
              <p:cNvPr id="99602" name="Line 823"/>
              <p:cNvSpPr/>
              <p:nvPr/>
            </p:nvSpPr>
            <p:spPr>
              <a:xfrm>
                <a:off x="3188" y="2414"/>
                <a:ext cx="1" cy="1"/>
              </a:xfrm>
              <a:prstGeom prst="line">
                <a:avLst/>
              </a:prstGeom>
              <a:ln w="9525" cap="flat" cmpd="sng">
                <a:solidFill>
                  <a:srgbClr val="000000"/>
                </a:solidFill>
                <a:prstDash val="solid"/>
                <a:headEnd type="none" w="med" len="med"/>
                <a:tailEnd type="none" w="med" len="med"/>
              </a:ln>
            </p:spPr>
          </p:sp>
          <p:sp>
            <p:nvSpPr>
              <p:cNvPr id="99603" name="Line 824"/>
              <p:cNvSpPr/>
              <p:nvPr/>
            </p:nvSpPr>
            <p:spPr>
              <a:xfrm>
                <a:off x="3188" y="2377"/>
                <a:ext cx="1" cy="1"/>
              </a:xfrm>
              <a:prstGeom prst="line">
                <a:avLst/>
              </a:prstGeom>
              <a:ln w="9525" cap="flat" cmpd="sng">
                <a:solidFill>
                  <a:srgbClr val="000000"/>
                </a:solidFill>
                <a:prstDash val="solid"/>
                <a:headEnd type="none" w="med" len="med"/>
                <a:tailEnd type="none" w="med" len="med"/>
              </a:ln>
            </p:spPr>
          </p:sp>
          <p:sp>
            <p:nvSpPr>
              <p:cNvPr id="99604" name="Line 825"/>
              <p:cNvSpPr/>
              <p:nvPr/>
            </p:nvSpPr>
            <p:spPr>
              <a:xfrm>
                <a:off x="3188" y="2341"/>
                <a:ext cx="1" cy="1"/>
              </a:xfrm>
              <a:prstGeom prst="line">
                <a:avLst/>
              </a:prstGeom>
              <a:ln w="9525" cap="flat" cmpd="sng">
                <a:solidFill>
                  <a:srgbClr val="000000"/>
                </a:solidFill>
                <a:prstDash val="solid"/>
                <a:headEnd type="none" w="med" len="med"/>
                <a:tailEnd type="none" w="med" len="med"/>
              </a:ln>
            </p:spPr>
          </p:sp>
          <p:sp>
            <p:nvSpPr>
              <p:cNvPr id="99605" name="Line 826"/>
              <p:cNvSpPr/>
              <p:nvPr/>
            </p:nvSpPr>
            <p:spPr>
              <a:xfrm>
                <a:off x="3188" y="2304"/>
                <a:ext cx="1" cy="1"/>
              </a:xfrm>
              <a:prstGeom prst="line">
                <a:avLst/>
              </a:prstGeom>
              <a:ln w="9525" cap="flat" cmpd="sng">
                <a:solidFill>
                  <a:srgbClr val="000000"/>
                </a:solidFill>
                <a:prstDash val="solid"/>
                <a:headEnd type="none" w="med" len="med"/>
                <a:tailEnd type="none" w="med" len="med"/>
              </a:ln>
            </p:spPr>
          </p:sp>
          <p:sp>
            <p:nvSpPr>
              <p:cNvPr id="99606" name="Line 827"/>
              <p:cNvSpPr/>
              <p:nvPr/>
            </p:nvSpPr>
            <p:spPr>
              <a:xfrm>
                <a:off x="3188" y="2268"/>
                <a:ext cx="1" cy="1"/>
              </a:xfrm>
              <a:prstGeom prst="line">
                <a:avLst/>
              </a:prstGeom>
              <a:ln w="9525" cap="flat" cmpd="sng">
                <a:solidFill>
                  <a:srgbClr val="000000"/>
                </a:solidFill>
                <a:prstDash val="solid"/>
                <a:headEnd type="none" w="med" len="med"/>
                <a:tailEnd type="none" w="med" len="med"/>
              </a:ln>
            </p:spPr>
          </p:sp>
          <p:sp>
            <p:nvSpPr>
              <p:cNvPr id="99607" name="Line 828"/>
              <p:cNvSpPr/>
              <p:nvPr/>
            </p:nvSpPr>
            <p:spPr>
              <a:xfrm>
                <a:off x="3188" y="2231"/>
                <a:ext cx="1" cy="1"/>
              </a:xfrm>
              <a:prstGeom prst="line">
                <a:avLst/>
              </a:prstGeom>
              <a:ln w="9525" cap="flat" cmpd="sng">
                <a:solidFill>
                  <a:srgbClr val="000000"/>
                </a:solidFill>
                <a:prstDash val="solid"/>
                <a:headEnd type="none" w="med" len="med"/>
                <a:tailEnd type="none" w="med" len="med"/>
              </a:ln>
            </p:spPr>
          </p:sp>
          <p:sp>
            <p:nvSpPr>
              <p:cNvPr id="99608" name="Line 829"/>
              <p:cNvSpPr/>
              <p:nvPr/>
            </p:nvSpPr>
            <p:spPr>
              <a:xfrm>
                <a:off x="3188" y="2195"/>
                <a:ext cx="1" cy="1"/>
              </a:xfrm>
              <a:prstGeom prst="line">
                <a:avLst/>
              </a:prstGeom>
              <a:ln w="9525" cap="flat" cmpd="sng">
                <a:solidFill>
                  <a:srgbClr val="000000"/>
                </a:solidFill>
                <a:prstDash val="solid"/>
                <a:headEnd type="none" w="med" len="med"/>
                <a:tailEnd type="none" w="med" len="med"/>
              </a:ln>
            </p:spPr>
          </p:sp>
          <p:sp>
            <p:nvSpPr>
              <p:cNvPr id="99609" name="Freeform 830"/>
              <p:cNvSpPr/>
              <p:nvPr/>
            </p:nvSpPr>
            <p:spPr>
              <a:xfrm>
                <a:off x="3188" y="2195"/>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9610" name="Line 831"/>
              <p:cNvSpPr/>
              <p:nvPr/>
            </p:nvSpPr>
            <p:spPr>
              <a:xfrm>
                <a:off x="3309" y="2195"/>
                <a:ext cx="1" cy="1"/>
              </a:xfrm>
              <a:prstGeom prst="line">
                <a:avLst/>
              </a:prstGeom>
              <a:ln w="9525" cap="flat" cmpd="sng">
                <a:solidFill>
                  <a:srgbClr val="000000"/>
                </a:solidFill>
                <a:prstDash val="solid"/>
                <a:headEnd type="none" w="med" len="med"/>
                <a:tailEnd type="none" w="med" len="med"/>
              </a:ln>
            </p:spPr>
          </p:sp>
          <p:sp>
            <p:nvSpPr>
              <p:cNvPr id="99611" name="Line 832"/>
              <p:cNvSpPr/>
              <p:nvPr/>
            </p:nvSpPr>
            <p:spPr>
              <a:xfrm>
                <a:off x="3430" y="2195"/>
                <a:ext cx="1" cy="1"/>
              </a:xfrm>
              <a:prstGeom prst="line">
                <a:avLst/>
              </a:prstGeom>
              <a:ln w="9525" cap="flat" cmpd="sng">
                <a:solidFill>
                  <a:srgbClr val="000000"/>
                </a:solidFill>
                <a:prstDash val="solid"/>
                <a:headEnd type="none" w="med" len="med"/>
                <a:tailEnd type="none" w="med" len="med"/>
              </a:ln>
            </p:spPr>
          </p:sp>
          <p:sp>
            <p:nvSpPr>
              <p:cNvPr id="99612" name="Line 833"/>
              <p:cNvSpPr/>
              <p:nvPr/>
            </p:nvSpPr>
            <p:spPr>
              <a:xfrm>
                <a:off x="3551" y="2195"/>
                <a:ext cx="1" cy="1"/>
              </a:xfrm>
              <a:prstGeom prst="line">
                <a:avLst/>
              </a:prstGeom>
              <a:ln w="9525" cap="flat" cmpd="sng">
                <a:solidFill>
                  <a:srgbClr val="000000"/>
                </a:solidFill>
                <a:prstDash val="solid"/>
                <a:headEnd type="none" w="med" len="med"/>
                <a:tailEnd type="none" w="med" len="med"/>
              </a:ln>
            </p:spPr>
          </p:sp>
          <p:sp>
            <p:nvSpPr>
              <p:cNvPr id="99613" name="Line 834"/>
              <p:cNvSpPr/>
              <p:nvPr/>
            </p:nvSpPr>
            <p:spPr>
              <a:xfrm>
                <a:off x="3672" y="2195"/>
                <a:ext cx="1" cy="1"/>
              </a:xfrm>
              <a:prstGeom prst="line">
                <a:avLst/>
              </a:prstGeom>
              <a:ln w="9525" cap="flat" cmpd="sng">
                <a:solidFill>
                  <a:srgbClr val="000000"/>
                </a:solidFill>
                <a:prstDash val="solid"/>
                <a:headEnd type="none" w="med" len="med"/>
                <a:tailEnd type="none" w="med" len="med"/>
              </a:ln>
            </p:spPr>
          </p:sp>
          <p:sp>
            <p:nvSpPr>
              <p:cNvPr id="99614" name="Line 835"/>
              <p:cNvSpPr/>
              <p:nvPr/>
            </p:nvSpPr>
            <p:spPr>
              <a:xfrm>
                <a:off x="3793" y="2195"/>
                <a:ext cx="1" cy="1"/>
              </a:xfrm>
              <a:prstGeom prst="line">
                <a:avLst/>
              </a:prstGeom>
              <a:ln w="9525" cap="flat" cmpd="sng">
                <a:solidFill>
                  <a:srgbClr val="000000"/>
                </a:solidFill>
                <a:prstDash val="solid"/>
                <a:headEnd type="none" w="med" len="med"/>
                <a:tailEnd type="none" w="med" len="med"/>
              </a:ln>
            </p:spPr>
          </p:sp>
          <p:sp>
            <p:nvSpPr>
              <p:cNvPr id="99615" name="Line 836"/>
              <p:cNvSpPr/>
              <p:nvPr/>
            </p:nvSpPr>
            <p:spPr>
              <a:xfrm>
                <a:off x="3914" y="2195"/>
                <a:ext cx="1" cy="1"/>
              </a:xfrm>
              <a:prstGeom prst="line">
                <a:avLst/>
              </a:prstGeom>
              <a:ln w="9525" cap="flat" cmpd="sng">
                <a:solidFill>
                  <a:srgbClr val="000000"/>
                </a:solidFill>
                <a:prstDash val="solid"/>
                <a:headEnd type="none" w="med" len="med"/>
                <a:tailEnd type="none" w="med" len="med"/>
              </a:ln>
            </p:spPr>
          </p:sp>
          <p:sp>
            <p:nvSpPr>
              <p:cNvPr id="99616" name="Line 837"/>
              <p:cNvSpPr/>
              <p:nvPr/>
            </p:nvSpPr>
            <p:spPr>
              <a:xfrm>
                <a:off x="4035" y="2195"/>
                <a:ext cx="1" cy="1"/>
              </a:xfrm>
              <a:prstGeom prst="line">
                <a:avLst/>
              </a:prstGeom>
              <a:ln w="9525" cap="flat" cmpd="sng">
                <a:solidFill>
                  <a:srgbClr val="000000"/>
                </a:solidFill>
                <a:prstDash val="solid"/>
                <a:headEnd type="none" w="med" len="med"/>
                <a:tailEnd type="none" w="med" len="med"/>
              </a:ln>
            </p:spPr>
          </p:sp>
          <p:sp>
            <p:nvSpPr>
              <p:cNvPr id="99617" name="Line 838"/>
              <p:cNvSpPr/>
              <p:nvPr/>
            </p:nvSpPr>
            <p:spPr>
              <a:xfrm>
                <a:off x="4156" y="2195"/>
                <a:ext cx="1" cy="1"/>
              </a:xfrm>
              <a:prstGeom prst="line">
                <a:avLst/>
              </a:prstGeom>
              <a:ln w="9525" cap="flat" cmpd="sng">
                <a:solidFill>
                  <a:srgbClr val="000000"/>
                </a:solidFill>
                <a:prstDash val="solid"/>
                <a:headEnd type="none" w="med" len="med"/>
                <a:tailEnd type="none" w="med" len="med"/>
              </a:ln>
            </p:spPr>
          </p:sp>
          <p:sp>
            <p:nvSpPr>
              <p:cNvPr id="99618" name="Line 839"/>
              <p:cNvSpPr/>
              <p:nvPr/>
            </p:nvSpPr>
            <p:spPr>
              <a:xfrm>
                <a:off x="4277" y="2195"/>
                <a:ext cx="1" cy="1"/>
              </a:xfrm>
              <a:prstGeom prst="line">
                <a:avLst/>
              </a:prstGeom>
              <a:ln w="9525" cap="flat" cmpd="sng">
                <a:solidFill>
                  <a:srgbClr val="000000"/>
                </a:solidFill>
                <a:prstDash val="solid"/>
                <a:headEnd type="none" w="med" len="med"/>
                <a:tailEnd type="none" w="med" len="med"/>
              </a:ln>
            </p:spPr>
          </p:sp>
          <p:sp>
            <p:nvSpPr>
              <p:cNvPr id="99619" name="Line 840"/>
              <p:cNvSpPr/>
              <p:nvPr/>
            </p:nvSpPr>
            <p:spPr>
              <a:xfrm>
                <a:off x="4398" y="2195"/>
                <a:ext cx="1" cy="1"/>
              </a:xfrm>
              <a:prstGeom prst="line">
                <a:avLst/>
              </a:prstGeom>
              <a:ln w="9525" cap="flat" cmpd="sng">
                <a:solidFill>
                  <a:srgbClr val="000000"/>
                </a:solidFill>
                <a:prstDash val="solid"/>
                <a:headEnd type="none" w="med" len="med"/>
                <a:tailEnd type="none" w="med" len="med"/>
              </a:ln>
            </p:spPr>
          </p:sp>
          <p:sp>
            <p:nvSpPr>
              <p:cNvPr id="99620" name="Line 841"/>
              <p:cNvSpPr/>
              <p:nvPr/>
            </p:nvSpPr>
            <p:spPr>
              <a:xfrm>
                <a:off x="4519" y="2195"/>
                <a:ext cx="1" cy="1"/>
              </a:xfrm>
              <a:prstGeom prst="line">
                <a:avLst/>
              </a:prstGeom>
              <a:ln w="9525" cap="flat" cmpd="sng">
                <a:solidFill>
                  <a:srgbClr val="000000"/>
                </a:solidFill>
                <a:prstDash val="solid"/>
                <a:headEnd type="none" w="med" len="med"/>
                <a:tailEnd type="none" w="med" len="med"/>
              </a:ln>
            </p:spPr>
          </p:sp>
          <p:sp>
            <p:nvSpPr>
              <p:cNvPr id="99621" name="Line 842"/>
              <p:cNvSpPr/>
              <p:nvPr/>
            </p:nvSpPr>
            <p:spPr>
              <a:xfrm>
                <a:off x="4641" y="2195"/>
                <a:ext cx="1" cy="1"/>
              </a:xfrm>
              <a:prstGeom prst="line">
                <a:avLst/>
              </a:prstGeom>
              <a:ln w="9525" cap="flat" cmpd="sng">
                <a:solidFill>
                  <a:srgbClr val="000000"/>
                </a:solidFill>
                <a:prstDash val="solid"/>
                <a:headEnd type="none" w="med" len="med"/>
                <a:tailEnd type="none" w="med" len="med"/>
              </a:ln>
            </p:spPr>
          </p:sp>
          <p:sp>
            <p:nvSpPr>
              <p:cNvPr id="99622" name="Line 843"/>
              <p:cNvSpPr/>
              <p:nvPr/>
            </p:nvSpPr>
            <p:spPr>
              <a:xfrm>
                <a:off x="4762" y="2195"/>
                <a:ext cx="1" cy="1"/>
              </a:xfrm>
              <a:prstGeom prst="line">
                <a:avLst/>
              </a:prstGeom>
              <a:ln w="9525" cap="flat" cmpd="sng">
                <a:solidFill>
                  <a:srgbClr val="000000"/>
                </a:solidFill>
                <a:prstDash val="solid"/>
                <a:headEnd type="none" w="med" len="med"/>
                <a:tailEnd type="none" w="med" len="med"/>
              </a:ln>
            </p:spPr>
          </p:sp>
          <p:sp>
            <p:nvSpPr>
              <p:cNvPr id="99623" name="Line 844"/>
              <p:cNvSpPr/>
              <p:nvPr/>
            </p:nvSpPr>
            <p:spPr>
              <a:xfrm>
                <a:off x="4883" y="2195"/>
                <a:ext cx="1" cy="1"/>
              </a:xfrm>
              <a:prstGeom prst="line">
                <a:avLst/>
              </a:prstGeom>
              <a:ln w="9525" cap="flat" cmpd="sng">
                <a:solidFill>
                  <a:srgbClr val="000000"/>
                </a:solidFill>
                <a:prstDash val="solid"/>
                <a:headEnd type="none" w="med" len="med"/>
                <a:tailEnd type="none" w="med" len="med"/>
              </a:ln>
            </p:spPr>
          </p:sp>
          <p:sp>
            <p:nvSpPr>
              <p:cNvPr id="99624" name="Line 845"/>
              <p:cNvSpPr/>
              <p:nvPr/>
            </p:nvSpPr>
            <p:spPr>
              <a:xfrm>
                <a:off x="5004" y="2195"/>
                <a:ext cx="1" cy="1"/>
              </a:xfrm>
              <a:prstGeom prst="line">
                <a:avLst/>
              </a:prstGeom>
              <a:ln w="9525" cap="flat" cmpd="sng">
                <a:solidFill>
                  <a:srgbClr val="000000"/>
                </a:solidFill>
                <a:prstDash val="solid"/>
                <a:headEnd type="none" w="med" len="med"/>
                <a:tailEnd type="none" w="med" len="med"/>
              </a:ln>
            </p:spPr>
          </p:sp>
          <p:sp>
            <p:nvSpPr>
              <p:cNvPr id="99625" name="Line 846"/>
              <p:cNvSpPr/>
              <p:nvPr/>
            </p:nvSpPr>
            <p:spPr>
              <a:xfrm>
                <a:off x="5125" y="2195"/>
                <a:ext cx="1" cy="1"/>
              </a:xfrm>
              <a:prstGeom prst="line">
                <a:avLst/>
              </a:prstGeom>
              <a:ln w="9525" cap="flat" cmpd="sng">
                <a:solidFill>
                  <a:srgbClr val="000000"/>
                </a:solidFill>
                <a:prstDash val="solid"/>
                <a:headEnd type="none" w="med" len="med"/>
                <a:tailEnd type="none" w="med" len="med"/>
              </a:ln>
            </p:spPr>
          </p:sp>
          <p:sp>
            <p:nvSpPr>
              <p:cNvPr id="99626" name="Line 847"/>
              <p:cNvSpPr/>
              <p:nvPr/>
            </p:nvSpPr>
            <p:spPr>
              <a:xfrm>
                <a:off x="5246" y="2195"/>
                <a:ext cx="1" cy="1"/>
              </a:xfrm>
              <a:prstGeom prst="line">
                <a:avLst/>
              </a:prstGeom>
              <a:ln w="9525" cap="flat" cmpd="sng">
                <a:solidFill>
                  <a:srgbClr val="000000"/>
                </a:solidFill>
                <a:prstDash val="solid"/>
                <a:headEnd type="none" w="med" len="med"/>
                <a:tailEnd type="none" w="med" len="med"/>
              </a:ln>
            </p:spPr>
          </p:sp>
          <p:sp>
            <p:nvSpPr>
              <p:cNvPr id="99627" name="Line 848"/>
              <p:cNvSpPr/>
              <p:nvPr/>
            </p:nvSpPr>
            <p:spPr>
              <a:xfrm>
                <a:off x="5367" y="2195"/>
                <a:ext cx="1" cy="1"/>
              </a:xfrm>
              <a:prstGeom prst="line">
                <a:avLst/>
              </a:prstGeom>
              <a:ln w="9525" cap="flat" cmpd="sng">
                <a:solidFill>
                  <a:srgbClr val="000000"/>
                </a:solidFill>
                <a:prstDash val="solid"/>
                <a:headEnd type="none" w="med" len="med"/>
                <a:tailEnd type="none" w="med" len="med"/>
              </a:ln>
            </p:spPr>
          </p:sp>
          <p:sp>
            <p:nvSpPr>
              <p:cNvPr id="99628" name="Line 849"/>
              <p:cNvSpPr/>
              <p:nvPr/>
            </p:nvSpPr>
            <p:spPr>
              <a:xfrm>
                <a:off x="3188" y="2195"/>
                <a:ext cx="2179" cy="1"/>
              </a:xfrm>
              <a:prstGeom prst="line">
                <a:avLst/>
              </a:prstGeom>
              <a:ln w="9525" cap="flat" cmpd="sng">
                <a:solidFill>
                  <a:srgbClr val="000000"/>
                </a:solidFill>
                <a:prstDash val="solid"/>
                <a:headEnd type="none" w="med" len="med"/>
                <a:tailEnd type="none" w="med" len="med"/>
              </a:ln>
            </p:spPr>
          </p:sp>
          <p:sp>
            <p:nvSpPr>
              <p:cNvPr id="99629" name="Line 850"/>
              <p:cNvSpPr/>
              <p:nvPr/>
            </p:nvSpPr>
            <p:spPr>
              <a:xfrm>
                <a:off x="5367" y="2851"/>
                <a:ext cx="1" cy="1"/>
              </a:xfrm>
              <a:prstGeom prst="line">
                <a:avLst/>
              </a:prstGeom>
              <a:ln w="9525" cap="flat" cmpd="sng">
                <a:solidFill>
                  <a:srgbClr val="000000"/>
                </a:solidFill>
                <a:prstDash val="solid"/>
                <a:headEnd type="none" w="med" len="med"/>
                <a:tailEnd type="none" w="med" len="med"/>
              </a:ln>
            </p:spPr>
          </p:sp>
          <p:sp>
            <p:nvSpPr>
              <p:cNvPr id="99630" name="Line 851"/>
              <p:cNvSpPr/>
              <p:nvPr/>
            </p:nvSpPr>
            <p:spPr>
              <a:xfrm>
                <a:off x="5367" y="2814"/>
                <a:ext cx="1" cy="1"/>
              </a:xfrm>
              <a:prstGeom prst="line">
                <a:avLst/>
              </a:prstGeom>
              <a:ln w="9525" cap="flat" cmpd="sng">
                <a:solidFill>
                  <a:srgbClr val="000000"/>
                </a:solidFill>
                <a:prstDash val="solid"/>
                <a:headEnd type="none" w="med" len="med"/>
                <a:tailEnd type="none" w="med" len="med"/>
              </a:ln>
            </p:spPr>
          </p:sp>
          <p:sp>
            <p:nvSpPr>
              <p:cNvPr id="99631" name="Line 852"/>
              <p:cNvSpPr/>
              <p:nvPr/>
            </p:nvSpPr>
            <p:spPr>
              <a:xfrm>
                <a:off x="5367" y="2778"/>
                <a:ext cx="1" cy="1"/>
              </a:xfrm>
              <a:prstGeom prst="line">
                <a:avLst/>
              </a:prstGeom>
              <a:ln w="9525" cap="flat" cmpd="sng">
                <a:solidFill>
                  <a:srgbClr val="000000"/>
                </a:solidFill>
                <a:prstDash val="solid"/>
                <a:headEnd type="none" w="med" len="med"/>
                <a:tailEnd type="none" w="med" len="med"/>
              </a:ln>
            </p:spPr>
          </p:sp>
          <p:sp>
            <p:nvSpPr>
              <p:cNvPr id="99632" name="Line 853"/>
              <p:cNvSpPr/>
              <p:nvPr/>
            </p:nvSpPr>
            <p:spPr>
              <a:xfrm>
                <a:off x="5367" y="2741"/>
                <a:ext cx="1" cy="1"/>
              </a:xfrm>
              <a:prstGeom prst="line">
                <a:avLst/>
              </a:prstGeom>
              <a:ln w="9525" cap="flat" cmpd="sng">
                <a:solidFill>
                  <a:srgbClr val="000000"/>
                </a:solidFill>
                <a:prstDash val="solid"/>
                <a:headEnd type="none" w="med" len="med"/>
                <a:tailEnd type="none" w="med" len="med"/>
              </a:ln>
            </p:spPr>
          </p:sp>
          <p:sp>
            <p:nvSpPr>
              <p:cNvPr id="99633" name="Line 854"/>
              <p:cNvSpPr/>
              <p:nvPr/>
            </p:nvSpPr>
            <p:spPr>
              <a:xfrm>
                <a:off x="5367" y="2705"/>
                <a:ext cx="1" cy="1"/>
              </a:xfrm>
              <a:prstGeom prst="line">
                <a:avLst/>
              </a:prstGeom>
              <a:ln w="9525" cap="flat" cmpd="sng">
                <a:solidFill>
                  <a:srgbClr val="000000"/>
                </a:solidFill>
                <a:prstDash val="solid"/>
                <a:headEnd type="none" w="med" len="med"/>
                <a:tailEnd type="none" w="med" len="med"/>
              </a:ln>
            </p:spPr>
          </p:sp>
          <p:sp>
            <p:nvSpPr>
              <p:cNvPr id="99634" name="Line 855"/>
              <p:cNvSpPr/>
              <p:nvPr/>
            </p:nvSpPr>
            <p:spPr>
              <a:xfrm>
                <a:off x="5367" y="2669"/>
                <a:ext cx="1" cy="1"/>
              </a:xfrm>
              <a:prstGeom prst="line">
                <a:avLst/>
              </a:prstGeom>
              <a:ln w="9525" cap="flat" cmpd="sng">
                <a:solidFill>
                  <a:srgbClr val="000000"/>
                </a:solidFill>
                <a:prstDash val="solid"/>
                <a:headEnd type="none" w="med" len="med"/>
                <a:tailEnd type="none" w="med" len="med"/>
              </a:ln>
            </p:spPr>
          </p:sp>
          <p:sp>
            <p:nvSpPr>
              <p:cNvPr id="99635" name="Line 856"/>
              <p:cNvSpPr/>
              <p:nvPr/>
            </p:nvSpPr>
            <p:spPr>
              <a:xfrm>
                <a:off x="5367" y="2632"/>
                <a:ext cx="1" cy="1"/>
              </a:xfrm>
              <a:prstGeom prst="line">
                <a:avLst/>
              </a:prstGeom>
              <a:ln w="9525" cap="flat" cmpd="sng">
                <a:solidFill>
                  <a:srgbClr val="000000"/>
                </a:solidFill>
                <a:prstDash val="solid"/>
                <a:headEnd type="none" w="med" len="med"/>
                <a:tailEnd type="none" w="med" len="med"/>
              </a:ln>
            </p:spPr>
          </p:sp>
          <p:sp>
            <p:nvSpPr>
              <p:cNvPr id="99636" name="Line 857"/>
              <p:cNvSpPr/>
              <p:nvPr/>
            </p:nvSpPr>
            <p:spPr>
              <a:xfrm>
                <a:off x="5367" y="2596"/>
                <a:ext cx="1" cy="1"/>
              </a:xfrm>
              <a:prstGeom prst="line">
                <a:avLst/>
              </a:prstGeom>
              <a:ln w="9525" cap="flat" cmpd="sng">
                <a:solidFill>
                  <a:srgbClr val="000000"/>
                </a:solidFill>
                <a:prstDash val="solid"/>
                <a:headEnd type="none" w="med" len="med"/>
                <a:tailEnd type="none" w="med" len="med"/>
              </a:ln>
            </p:spPr>
          </p:sp>
          <p:sp>
            <p:nvSpPr>
              <p:cNvPr id="99637" name="Line 858"/>
              <p:cNvSpPr/>
              <p:nvPr/>
            </p:nvSpPr>
            <p:spPr>
              <a:xfrm>
                <a:off x="5367" y="2559"/>
                <a:ext cx="1" cy="1"/>
              </a:xfrm>
              <a:prstGeom prst="line">
                <a:avLst/>
              </a:prstGeom>
              <a:ln w="9525" cap="flat" cmpd="sng">
                <a:solidFill>
                  <a:srgbClr val="000000"/>
                </a:solidFill>
                <a:prstDash val="solid"/>
                <a:headEnd type="none" w="med" len="med"/>
                <a:tailEnd type="none" w="med" len="med"/>
              </a:ln>
            </p:spPr>
          </p:sp>
          <p:sp>
            <p:nvSpPr>
              <p:cNvPr id="99638" name="Line 859"/>
              <p:cNvSpPr/>
              <p:nvPr/>
            </p:nvSpPr>
            <p:spPr>
              <a:xfrm>
                <a:off x="5367" y="2523"/>
                <a:ext cx="1" cy="1"/>
              </a:xfrm>
              <a:prstGeom prst="line">
                <a:avLst/>
              </a:prstGeom>
              <a:ln w="9525" cap="flat" cmpd="sng">
                <a:solidFill>
                  <a:srgbClr val="000000"/>
                </a:solidFill>
                <a:prstDash val="solid"/>
                <a:headEnd type="none" w="med" len="med"/>
                <a:tailEnd type="none" w="med" len="med"/>
              </a:ln>
            </p:spPr>
          </p:sp>
          <p:sp>
            <p:nvSpPr>
              <p:cNvPr id="99639" name="Line 860"/>
              <p:cNvSpPr/>
              <p:nvPr/>
            </p:nvSpPr>
            <p:spPr>
              <a:xfrm>
                <a:off x="5367" y="2486"/>
                <a:ext cx="1" cy="1"/>
              </a:xfrm>
              <a:prstGeom prst="line">
                <a:avLst/>
              </a:prstGeom>
              <a:ln w="9525" cap="flat" cmpd="sng">
                <a:solidFill>
                  <a:srgbClr val="000000"/>
                </a:solidFill>
                <a:prstDash val="solid"/>
                <a:headEnd type="none" w="med" len="med"/>
                <a:tailEnd type="none" w="med" len="med"/>
              </a:ln>
            </p:spPr>
          </p:sp>
          <p:sp>
            <p:nvSpPr>
              <p:cNvPr id="99640" name="Line 861"/>
              <p:cNvSpPr/>
              <p:nvPr/>
            </p:nvSpPr>
            <p:spPr>
              <a:xfrm>
                <a:off x="5367" y="2450"/>
                <a:ext cx="1" cy="1"/>
              </a:xfrm>
              <a:prstGeom prst="line">
                <a:avLst/>
              </a:prstGeom>
              <a:ln w="9525" cap="flat" cmpd="sng">
                <a:solidFill>
                  <a:srgbClr val="000000"/>
                </a:solidFill>
                <a:prstDash val="solid"/>
                <a:headEnd type="none" w="med" len="med"/>
                <a:tailEnd type="none" w="med" len="med"/>
              </a:ln>
            </p:spPr>
          </p:sp>
          <p:sp>
            <p:nvSpPr>
              <p:cNvPr id="99641" name="Line 862"/>
              <p:cNvSpPr/>
              <p:nvPr/>
            </p:nvSpPr>
            <p:spPr>
              <a:xfrm>
                <a:off x="5367" y="2414"/>
                <a:ext cx="1" cy="1"/>
              </a:xfrm>
              <a:prstGeom prst="line">
                <a:avLst/>
              </a:prstGeom>
              <a:ln w="9525" cap="flat" cmpd="sng">
                <a:solidFill>
                  <a:srgbClr val="000000"/>
                </a:solidFill>
                <a:prstDash val="solid"/>
                <a:headEnd type="none" w="med" len="med"/>
                <a:tailEnd type="none" w="med" len="med"/>
              </a:ln>
            </p:spPr>
          </p:sp>
          <p:sp>
            <p:nvSpPr>
              <p:cNvPr id="99642" name="Line 863"/>
              <p:cNvSpPr/>
              <p:nvPr/>
            </p:nvSpPr>
            <p:spPr>
              <a:xfrm>
                <a:off x="5367" y="2377"/>
                <a:ext cx="1" cy="1"/>
              </a:xfrm>
              <a:prstGeom prst="line">
                <a:avLst/>
              </a:prstGeom>
              <a:ln w="9525" cap="flat" cmpd="sng">
                <a:solidFill>
                  <a:srgbClr val="000000"/>
                </a:solidFill>
                <a:prstDash val="solid"/>
                <a:headEnd type="none" w="med" len="med"/>
                <a:tailEnd type="none" w="med" len="med"/>
              </a:ln>
            </p:spPr>
          </p:sp>
          <p:sp>
            <p:nvSpPr>
              <p:cNvPr id="99643" name="Line 864"/>
              <p:cNvSpPr/>
              <p:nvPr/>
            </p:nvSpPr>
            <p:spPr>
              <a:xfrm>
                <a:off x="5367" y="2341"/>
                <a:ext cx="1" cy="1"/>
              </a:xfrm>
              <a:prstGeom prst="line">
                <a:avLst/>
              </a:prstGeom>
              <a:ln w="9525" cap="flat" cmpd="sng">
                <a:solidFill>
                  <a:srgbClr val="000000"/>
                </a:solidFill>
                <a:prstDash val="solid"/>
                <a:headEnd type="none" w="med" len="med"/>
                <a:tailEnd type="none" w="med" len="med"/>
              </a:ln>
            </p:spPr>
          </p:sp>
          <p:sp>
            <p:nvSpPr>
              <p:cNvPr id="99644" name="Line 865"/>
              <p:cNvSpPr/>
              <p:nvPr/>
            </p:nvSpPr>
            <p:spPr>
              <a:xfrm>
                <a:off x="5367" y="2304"/>
                <a:ext cx="1" cy="1"/>
              </a:xfrm>
              <a:prstGeom prst="line">
                <a:avLst/>
              </a:prstGeom>
              <a:ln w="9525" cap="flat" cmpd="sng">
                <a:solidFill>
                  <a:srgbClr val="000000"/>
                </a:solidFill>
                <a:prstDash val="solid"/>
                <a:headEnd type="none" w="med" len="med"/>
                <a:tailEnd type="none" w="med" len="med"/>
              </a:ln>
            </p:spPr>
          </p:sp>
          <p:sp>
            <p:nvSpPr>
              <p:cNvPr id="99645" name="Line 866"/>
              <p:cNvSpPr/>
              <p:nvPr/>
            </p:nvSpPr>
            <p:spPr>
              <a:xfrm>
                <a:off x="5367" y="2268"/>
                <a:ext cx="1" cy="1"/>
              </a:xfrm>
              <a:prstGeom prst="line">
                <a:avLst/>
              </a:prstGeom>
              <a:ln w="9525" cap="flat" cmpd="sng">
                <a:solidFill>
                  <a:srgbClr val="000000"/>
                </a:solidFill>
                <a:prstDash val="solid"/>
                <a:headEnd type="none" w="med" len="med"/>
                <a:tailEnd type="none" w="med" len="med"/>
              </a:ln>
            </p:spPr>
          </p:sp>
          <p:sp>
            <p:nvSpPr>
              <p:cNvPr id="99646" name="Line 867"/>
              <p:cNvSpPr/>
              <p:nvPr/>
            </p:nvSpPr>
            <p:spPr>
              <a:xfrm>
                <a:off x="5367" y="2231"/>
                <a:ext cx="1" cy="1"/>
              </a:xfrm>
              <a:prstGeom prst="line">
                <a:avLst/>
              </a:prstGeom>
              <a:ln w="9525" cap="flat" cmpd="sng">
                <a:solidFill>
                  <a:srgbClr val="000000"/>
                </a:solidFill>
                <a:prstDash val="solid"/>
                <a:headEnd type="none" w="med" len="med"/>
                <a:tailEnd type="none" w="med" len="med"/>
              </a:ln>
            </p:spPr>
          </p:sp>
          <p:sp>
            <p:nvSpPr>
              <p:cNvPr id="99647" name="Line 868"/>
              <p:cNvSpPr/>
              <p:nvPr/>
            </p:nvSpPr>
            <p:spPr>
              <a:xfrm>
                <a:off x="5367" y="2195"/>
                <a:ext cx="1" cy="1"/>
              </a:xfrm>
              <a:prstGeom prst="line">
                <a:avLst/>
              </a:prstGeom>
              <a:ln w="9525" cap="flat" cmpd="sng">
                <a:solidFill>
                  <a:srgbClr val="000000"/>
                </a:solidFill>
                <a:prstDash val="solid"/>
                <a:headEnd type="none" w="med" len="med"/>
                <a:tailEnd type="none" w="med" len="med"/>
              </a:ln>
            </p:spPr>
          </p:sp>
          <p:sp>
            <p:nvSpPr>
              <p:cNvPr id="99648" name="Line 869"/>
              <p:cNvSpPr/>
              <p:nvPr/>
            </p:nvSpPr>
            <p:spPr>
              <a:xfrm flipV="1">
                <a:off x="5367" y="2195"/>
                <a:ext cx="1" cy="656"/>
              </a:xfrm>
              <a:prstGeom prst="line">
                <a:avLst/>
              </a:prstGeom>
              <a:ln w="9525" cap="flat" cmpd="sng">
                <a:solidFill>
                  <a:srgbClr val="000000"/>
                </a:solidFill>
                <a:prstDash val="solid"/>
                <a:headEnd type="none" w="med" len="med"/>
                <a:tailEnd type="none" w="med" len="med"/>
              </a:ln>
            </p:spPr>
          </p:sp>
          <p:sp>
            <p:nvSpPr>
              <p:cNvPr id="99649" name="Freeform 870"/>
              <p:cNvSpPr/>
              <p:nvPr/>
            </p:nvSpPr>
            <p:spPr>
              <a:xfrm>
                <a:off x="3431" y="2269"/>
                <a:ext cx="1693" cy="582"/>
              </a:xfrm>
              <a:custGeom>
                <a:avLst/>
                <a:gdLst/>
                <a:ahLst/>
                <a:cxnLst>
                  <a:cxn ang="0">
                    <a:pos x="24" y="582"/>
                  </a:cxn>
                  <a:cxn ang="0">
                    <a:pos x="51" y="582"/>
                  </a:cxn>
                  <a:cxn ang="0">
                    <a:pos x="77" y="582"/>
                  </a:cxn>
                  <a:cxn ang="0">
                    <a:pos x="104" y="582"/>
                  </a:cxn>
                  <a:cxn ang="0">
                    <a:pos x="131" y="582"/>
                  </a:cxn>
                  <a:cxn ang="0">
                    <a:pos x="158" y="582"/>
                  </a:cxn>
                  <a:cxn ang="0">
                    <a:pos x="184" y="582"/>
                  </a:cxn>
                  <a:cxn ang="0">
                    <a:pos x="211" y="581"/>
                  </a:cxn>
                  <a:cxn ang="0">
                    <a:pos x="237" y="581"/>
                  </a:cxn>
                  <a:cxn ang="0">
                    <a:pos x="264" y="561"/>
                  </a:cxn>
                  <a:cxn ang="0">
                    <a:pos x="291" y="562"/>
                  </a:cxn>
                  <a:cxn ang="0">
                    <a:pos x="317" y="581"/>
                  </a:cxn>
                  <a:cxn ang="0">
                    <a:pos x="344" y="580"/>
                  </a:cxn>
                  <a:cxn ang="0">
                    <a:pos x="370" y="582"/>
                  </a:cxn>
                  <a:cxn ang="0">
                    <a:pos x="397" y="581"/>
                  </a:cxn>
                  <a:cxn ang="0">
                    <a:pos x="424" y="582"/>
                  </a:cxn>
                  <a:cxn ang="0">
                    <a:pos x="451" y="581"/>
                  </a:cxn>
                  <a:cxn ang="0">
                    <a:pos x="477" y="582"/>
                  </a:cxn>
                  <a:cxn ang="0">
                    <a:pos x="504" y="582"/>
                  </a:cxn>
                  <a:cxn ang="0">
                    <a:pos x="530" y="580"/>
                  </a:cxn>
                  <a:cxn ang="0">
                    <a:pos x="557" y="582"/>
                  </a:cxn>
                  <a:cxn ang="0">
                    <a:pos x="584" y="576"/>
                  </a:cxn>
                  <a:cxn ang="0">
                    <a:pos x="610" y="582"/>
                  </a:cxn>
                  <a:cxn ang="0">
                    <a:pos x="637" y="471"/>
                  </a:cxn>
                  <a:cxn ang="0">
                    <a:pos x="663" y="346"/>
                  </a:cxn>
                  <a:cxn ang="0">
                    <a:pos x="690" y="539"/>
                  </a:cxn>
                  <a:cxn ang="0">
                    <a:pos x="717" y="562"/>
                  </a:cxn>
                  <a:cxn ang="0">
                    <a:pos x="744" y="575"/>
                  </a:cxn>
                  <a:cxn ang="0">
                    <a:pos x="770" y="550"/>
                  </a:cxn>
                  <a:cxn ang="0">
                    <a:pos x="797" y="581"/>
                  </a:cxn>
                  <a:cxn ang="0">
                    <a:pos x="823" y="321"/>
                  </a:cxn>
                  <a:cxn ang="0">
                    <a:pos x="850" y="9"/>
                  </a:cxn>
                  <a:cxn ang="0">
                    <a:pos x="877" y="454"/>
                  </a:cxn>
                  <a:cxn ang="0">
                    <a:pos x="903" y="564"/>
                  </a:cxn>
                  <a:cxn ang="0">
                    <a:pos x="930" y="567"/>
                  </a:cxn>
                  <a:cxn ang="0">
                    <a:pos x="957" y="561"/>
                  </a:cxn>
                  <a:cxn ang="0">
                    <a:pos x="984" y="576"/>
                  </a:cxn>
                  <a:cxn ang="0">
                    <a:pos x="1010" y="482"/>
                  </a:cxn>
                  <a:cxn ang="0">
                    <a:pos x="1037" y="345"/>
                  </a:cxn>
                  <a:cxn ang="0">
                    <a:pos x="1063" y="524"/>
                  </a:cxn>
                  <a:cxn ang="0">
                    <a:pos x="1090" y="580"/>
                  </a:cxn>
                  <a:cxn ang="0">
                    <a:pos x="1117" y="578"/>
                  </a:cxn>
                  <a:cxn ang="0">
                    <a:pos x="1143" y="581"/>
                  </a:cxn>
                  <a:cxn ang="0">
                    <a:pos x="1170" y="581"/>
                  </a:cxn>
                  <a:cxn ang="0">
                    <a:pos x="1196" y="581"/>
                  </a:cxn>
                  <a:cxn ang="0">
                    <a:pos x="1223" y="582"/>
                  </a:cxn>
                  <a:cxn ang="0">
                    <a:pos x="1250" y="581"/>
                  </a:cxn>
                  <a:cxn ang="0">
                    <a:pos x="1277" y="582"/>
                  </a:cxn>
                  <a:cxn ang="0">
                    <a:pos x="1303" y="581"/>
                  </a:cxn>
                  <a:cxn ang="0">
                    <a:pos x="1330" y="582"/>
                  </a:cxn>
                  <a:cxn ang="0">
                    <a:pos x="1356" y="581"/>
                  </a:cxn>
                  <a:cxn ang="0">
                    <a:pos x="1383" y="578"/>
                  </a:cxn>
                  <a:cxn ang="0">
                    <a:pos x="1410" y="557"/>
                  </a:cxn>
                  <a:cxn ang="0">
                    <a:pos x="1437" y="568"/>
                  </a:cxn>
                  <a:cxn ang="0">
                    <a:pos x="1463" y="582"/>
                  </a:cxn>
                  <a:cxn ang="0">
                    <a:pos x="1490" y="581"/>
                  </a:cxn>
                  <a:cxn ang="0">
                    <a:pos x="1516" y="582"/>
                  </a:cxn>
                  <a:cxn ang="0">
                    <a:pos x="1543" y="582"/>
                  </a:cxn>
                  <a:cxn ang="0">
                    <a:pos x="1570" y="582"/>
                  </a:cxn>
                  <a:cxn ang="0">
                    <a:pos x="1596" y="582"/>
                  </a:cxn>
                  <a:cxn ang="0">
                    <a:pos x="1623" y="582"/>
                  </a:cxn>
                  <a:cxn ang="0">
                    <a:pos x="1649" y="582"/>
                  </a:cxn>
                  <a:cxn ang="0">
                    <a:pos x="1676" y="582"/>
                  </a:cxn>
                </a:cxnLst>
                <a:pathLst>
                  <a:path w="5078" h="3490">
                    <a:moveTo>
                      <a:pt x="0" y="3489"/>
                    </a:moveTo>
                    <a:lnTo>
                      <a:pt x="7" y="3489"/>
                    </a:lnTo>
                    <a:lnTo>
                      <a:pt x="14" y="3489"/>
                    </a:lnTo>
                    <a:lnTo>
                      <a:pt x="23" y="3489"/>
                    </a:lnTo>
                    <a:lnTo>
                      <a:pt x="30" y="3489"/>
                    </a:lnTo>
                    <a:lnTo>
                      <a:pt x="37" y="3489"/>
                    </a:lnTo>
                    <a:lnTo>
                      <a:pt x="44" y="3489"/>
                    </a:lnTo>
                    <a:lnTo>
                      <a:pt x="51" y="3489"/>
                    </a:lnTo>
                    <a:lnTo>
                      <a:pt x="58" y="3489"/>
                    </a:lnTo>
                    <a:lnTo>
                      <a:pt x="66" y="3489"/>
                    </a:lnTo>
                    <a:lnTo>
                      <a:pt x="73" y="3489"/>
                    </a:lnTo>
                    <a:lnTo>
                      <a:pt x="80" y="3489"/>
                    </a:lnTo>
                    <a:lnTo>
                      <a:pt x="87" y="3490"/>
                    </a:lnTo>
                    <a:lnTo>
                      <a:pt x="94" y="3490"/>
                    </a:lnTo>
                    <a:lnTo>
                      <a:pt x="101" y="3490"/>
                    </a:lnTo>
                    <a:lnTo>
                      <a:pt x="108" y="3490"/>
                    </a:lnTo>
                    <a:lnTo>
                      <a:pt x="117" y="3490"/>
                    </a:lnTo>
                    <a:lnTo>
                      <a:pt x="124" y="3490"/>
                    </a:lnTo>
                    <a:lnTo>
                      <a:pt x="131" y="3490"/>
                    </a:lnTo>
                    <a:lnTo>
                      <a:pt x="138" y="3490"/>
                    </a:lnTo>
                    <a:lnTo>
                      <a:pt x="145" y="3490"/>
                    </a:lnTo>
                    <a:lnTo>
                      <a:pt x="152" y="3489"/>
                    </a:lnTo>
                    <a:lnTo>
                      <a:pt x="160" y="3489"/>
                    </a:lnTo>
                    <a:lnTo>
                      <a:pt x="167" y="3489"/>
                    </a:lnTo>
                    <a:lnTo>
                      <a:pt x="174" y="3489"/>
                    </a:lnTo>
                    <a:lnTo>
                      <a:pt x="181" y="3489"/>
                    </a:lnTo>
                    <a:lnTo>
                      <a:pt x="188" y="3489"/>
                    </a:lnTo>
                    <a:lnTo>
                      <a:pt x="196" y="3489"/>
                    </a:lnTo>
                    <a:lnTo>
                      <a:pt x="204" y="3489"/>
                    </a:lnTo>
                    <a:lnTo>
                      <a:pt x="211" y="3489"/>
                    </a:lnTo>
                    <a:lnTo>
                      <a:pt x="218" y="3489"/>
                    </a:lnTo>
                    <a:lnTo>
                      <a:pt x="225" y="3490"/>
                    </a:lnTo>
                    <a:lnTo>
                      <a:pt x="232" y="3490"/>
                    </a:lnTo>
                    <a:lnTo>
                      <a:pt x="239" y="3490"/>
                    </a:lnTo>
                    <a:lnTo>
                      <a:pt x="248" y="3490"/>
                    </a:lnTo>
                    <a:lnTo>
                      <a:pt x="255" y="3490"/>
                    </a:lnTo>
                    <a:lnTo>
                      <a:pt x="262" y="3490"/>
                    </a:lnTo>
                    <a:lnTo>
                      <a:pt x="269" y="3490"/>
                    </a:lnTo>
                    <a:lnTo>
                      <a:pt x="276" y="3490"/>
                    </a:lnTo>
                    <a:lnTo>
                      <a:pt x="283" y="3490"/>
                    </a:lnTo>
                    <a:lnTo>
                      <a:pt x="291" y="3489"/>
                    </a:lnTo>
                    <a:lnTo>
                      <a:pt x="298" y="3489"/>
                    </a:lnTo>
                    <a:lnTo>
                      <a:pt x="305" y="3489"/>
                    </a:lnTo>
                    <a:lnTo>
                      <a:pt x="312" y="3489"/>
                    </a:lnTo>
                    <a:lnTo>
                      <a:pt x="319" y="3489"/>
                    </a:lnTo>
                    <a:lnTo>
                      <a:pt x="326" y="3489"/>
                    </a:lnTo>
                    <a:lnTo>
                      <a:pt x="335" y="3489"/>
                    </a:lnTo>
                    <a:lnTo>
                      <a:pt x="342" y="3489"/>
                    </a:lnTo>
                    <a:lnTo>
                      <a:pt x="349" y="3489"/>
                    </a:lnTo>
                    <a:lnTo>
                      <a:pt x="356" y="3489"/>
                    </a:lnTo>
                    <a:lnTo>
                      <a:pt x="363" y="3489"/>
                    </a:lnTo>
                    <a:lnTo>
                      <a:pt x="370" y="3489"/>
                    </a:lnTo>
                    <a:lnTo>
                      <a:pt x="378" y="3490"/>
                    </a:lnTo>
                    <a:lnTo>
                      <a:pt x="385" y="3490"/>
                    </a:lnTo>
                    <a:lnTo>
                      <a:pt x="392" y="3490"/>
                    </a:lnTo>
                    <a:lnTo>
                      <a:pt x="399" y="3490"/>
                    </a:lnTo>
                    <a:lnTo>
                      <a:pt x="407" y="3490"/>
                    </a:lnTo>
                    <a:lnTo>
                      <a:pt x="414" y="3490"/>
                    </a:lnTo>
                    <a:lnTo>
                      <a:pt x="422" y="3490"/>
                    </a:lnTo>
                    <a:lnTo>
                      <a:pt x="429" y="3489"/>
                    </a:lnTo>
                    <a:lnTo>
                      <a:pt x="436" y="3489"/>
                    </a:lnTo>
                    <a:lnTo>
                      <a:pt x="443" y="3489"/>
                    </a:lnTo>
                    <a:lnTo>
                      <a:pt x="450" y="3488"/>
                    </a:lnTo>
                    <a:lnTo>
                      <a:pt x="457" y="3488"/>
                    </a:lnTo>
                    <a:lnTo>
                      <a:pt x="466" y="3488"/>
                    </a:lnTo>
                    <a:lnTo>
                      <a:pt x="473" y="3488"/>
                    </a:lnTo>
                    <a:lnTo>
                      <a:pt x="480" y="3488"/>
                    </a:lnTo>
                    <a:lnTo>
                      <a:pt x="487" y="3488"/>
                    </a:lnTo>
                    <a:lnTo>
                      <a:pt x="494" y="3488"/>
                    </a:lnTo>
                    <a:lnTo>
                      <a:pt x="501" y="3488"/>
                    </a:lnTo>
                    <a:lnTo>
                      <a:pt x="509" y="3489"/>
                    </a:lnTo>
                    <a:lnTo>
                      <a:pt x="516" y="3489"/>
                    </a:lnTo>
                    <a:lnTo>
                      <a:pt x="523" y="3490"/>
                    </a:lnTo>
                    <a:lnTo>
                      <a:pt x="530" y="3490"/>
                    </a:lnTo>
                    <a:lnTo>
                      <a:pt x="537" y="3490"/>
                    </a:lnTo>
                    <a:lnTo>
                      <a:pt x="544" y="3490"/>
                    </a:lnTo>
                    <a:lnTo>
                      <a:pt x="553" y="3490"/>
                    </a:lnTo>
                    <a:lnTo>
                      <a:pt x="560" y="3490"/>
                    </a:lnTo>
                    <a:lnTo>
                      <a:pt x="567" y="3489"/>
                    </a:lnTo>
                    <a:lnTo>
                      <a:pt x="574" y="3488"/>
                    </a:lnTo>
                    <a:lnTo>
                      <a:pt x="581" y="3488"/>
                    </a:lnTo>
                    <a:lnTo>
                      <a:pt x="588" y="3487"/>
                    </a:lnTo>
                    <a:lnTo>
                      <a:pt x="596" y="3485"/>
                    </a:lnTo>
                    <a:lnTo>
                      <a:pt x="603" y="3484"/>
                    </a:lnTo>
                    <a:lnTo>
                      <a:pt x="610" y="3484"/>
                    </a:lnTo>
                    <a:lnTo>
                      <a:pt x="618" y="3483"/>
                    </a:lnTo>
                    <a:lnTo>
                      <a:pt x="625" y="3483"/>
                    </a:lnTo>
                    <a:lnTo>
                      <a:pt x="632" y="3483"/>
                    </a:lnTo>
                    <a:lnTo>
                      <a:pt x="639" y="3484"/>
                    </a:lnTo>
                    <a:lnTo>
                      <a:pt x="647" y="3485"/>
                    </a:lnTo>
                    <a:lnTo>
                      <a:pt x="654" y="3487"/>
                    </a:lnTo>
                    <a:lnTo>
                      <a:pt x="661" y="3488"/>
                    </a:lnTo>
                    <a:lnTo>
                      <a:pt x="668" y="3489"/>
                    </a:lnTo>
                    <a:lnTo>
                      <a:pt x="675" y="3490"/>
                    </a:lnTo>
                    <a:lnTo>
                      <a:pt x="682" y="3490"/>
                    </a:lnTo>
                    <a:lnTo>
                      <a:pt x="691" y="3490"/>
                    </a:lnTo>
                    <a:lnTo>
                      <a:pt x="698" y="3489"/>
                    </a:lnTo>
                    <a:lnTo>
                      <a:pt x="705" y="3487"/>
                    </a:lnTo>
                    <a:lnTo>
                      <a:pt x="712" y="3483"/>
                    </a:lnTo>
                    <a:lnTo>
                      <a:pt x="719" y="3479"/>
                    </a:lnTo>
                    <a:lnTo>
                      <a:pt x="726" y="3472"/>
                    </a:lnTo>
                    <a:lnTo>
                      <a:pt x="734" y="3464"/>
                    </a:lnTo>
                    <a:lnTo>
                      <a:pt x="741" y="3454"/>
                    </a:lnTo>
                    <a:lnTo>
                      <a:pt x="748" y="3443"/>
                    </a:lnTo>
                    <a:lnTo>
                      <a:pt x="755" y="3431"/>
                    </a:lnTo>
                    <a:lnTo>
                      <a:pt x="762" y="3419"/>
                    </a:lnTo>
                    <a:lnTo>
                      <a:pt x="769" y="3405"/>
                    </a:lnTo>
                    <a:lnTo>
                      <a:pt x="778" y="3392"/>
                    </a:lnTo>
                    <a:lnTo>
                      <a:pt x="785" y="3378"/>
                    </a:lnTo>
                    <a:lnTo>
                      <a:pt x="792" y="3367"/>
                    </a:lnTo>
                    <a:lnTo>
                      <a:pt x="799" y="3357"/>
                    </a:lnTo>
                    <a:lnTo>
                      <a:pt x="806" y="3347"/>
                    </a:lnTo>
                    <a:lnTo>
                      <a:pt x="813" y="3339"/>
                    </a:lnTo>
                    <a:lnTo>
                      <a:pt x="821" y="3335"/>
                    </a:lnTo>
                    <a:lnTo>
                      <a:pt x="829" y="3332"/>
                    </a:lnTo>
                    <a:lnTo>
                      <a:pt x="836" y="3332"/>
                    </a:lnTo>
                    <a:lnTo>
                      <a:pt x="843" y="3336"/>
                    </a:lnTo>
                    <a:lnTo>
                      <a:pt x="850" y="3342"/>
                    </a:lnTo>
                    <a:lnTo>
                      <a:pt x="857" y="3348"/>
                    </a:lnTo>
                    <a:lnTo>
                      <a:pt x="865" y="3359"/>
                    </a:lnTo>
                    <a:lnTo>
                      <a:pt x="872" y="3370"/>
                    </a:lnTo>
                    <a:lnTo>
                      <a:pt x="879" y="3383"/>
                    </a:lnTo>
                    <a:lnTo>
                      <a:pt x="886" y="3397"/>
                    </a:lnTo>
                    <a:lnTo>
                      <a:pt x="893" y="3411"/>
                    </a:lnTo>
                    <a:lnTo>
                      <a:pt x="900" y="3423"/>
                    </a:lnTo>
                    <a:lnTo>
                      <a:pt x="909" y="3437"/>
                    </a:lnTo>
                    <a:lnTo>
                      <a:pt x="916" y="3449"/>
                    </a:lnTo>
                    <a:lnTo>
                      <a:pt x="923" y="3459"/>
                    </a:lnTo>
                    <a:lnTo>
                      <a:pt x="930" y="3468"/>
                    </a:lnTo>
                    <a:lnTo>
                      <a:pt x="937" y="3476"/>
                    </a:lnTo>
                    <a:lnTo>
                      <a:pt x="944" y="3482"/>
                    </a:lnTo>
                    <a:lnTo>
                      <a:pt x="952" y="3487"/>
                    </a:lnTo>
                    <a:lnTo>
                      <a:pt x="959" y="3489"/>
                    </a:lnTo>
                    <a:lnTo>
                      <a:pt x="966" y="3490"/>
                    </a:lnTo>
                    <a:lnTo>
                      <a:pt x="973" y="3490"/>
                    </a:lnTo>
                    <a:lnTo>
                      <a:pt x="980" y="3489"/>
                    </a:lnTo>
                    <a:lnTo>
                      <a:pt x="987" y="3488"/>
                    </a:lnTo>
                    <a:lnTo>
                      <a:pt x="996" y="3485"/>
                    </a:lnTo>
                    <a:lnTo>
                      <a:pt x="1003" y="3484"/>
                    </a:lnTo>
                    <a:lnTo>
                      <a:pt x="1010" y="3482"/>
                    </a:lnTo>
                    <a:lnTo>
                      <a:pt x="1017" y="3481"/>
                    </a:lnTo>
                    <a:lnTo>
                      <a:pt x="1024" y="3480"/>
                    </a:lnTo>
                    <a:lnTo>
                      <a:pt x="1031" y="3480"/>
                    </a:lnTo>
                    <a:lnTo>
                      <a:pt x="1040" y="3480"/>
                    </a:lnTo>
                    <a:lnTo>
                      <a:pt x="1047" y="3480"/>
                    </a:lnTo>
                    <a:lnTo>
                      <a:pt x="1054" y="3481"/>
                    </a:lnTo>
                    <a:lnTo>
                      <a:pt x="1061" y="3482"/>
                    </a:lnTo>
                    <a:lnTo>
                      <a:pt x="1068" y="3484"/>
                    </a:lnTo>
                    <a:lnTo>
                      <a:pt x="1075" y="3485"/>
                    </a:lnTo>
                    <a:lnTo>
                      <a:pt x="1083" y="3487"/>
                    </a:lnTo>
                    <a:lnTo>
                      <a:pt x="1090" y="3488"/>
                    </a:lnTo>
                    <a:lnTo>
                      <a:pt x="1097" y="3489"/>
                    </a:lnTo>
                    <a:lnTo>
                      <a:pt x="1104" y="3490"/>
                    </a:lnTo>
                    <a:lnTo>
                      <a:pt x="1111" y="3490"/>
                    </a:lnTo>
                    <a:lnTo>
                      <a:pt x="1118" y="3490"/>
                    </a:lnTo>
                    <a:lnTo>
                      <a:pt x="1127" y="3490"/>
                    </a:lnTo>
                    <a:lnTo>
                      <a:pt x="1134" y="3489"/>
                    </a:lnTo>
                    <a:lnTo>
                      <a:pt x="1141" y="3488"/>
                    </a:lnTo>
                    <a:lnTo>
                      <a:pt x="1148" y="3487"/>
                    </a:lnTo>
                    <a:lnTo>
                      <a:pt x="1155" y="3487"/>
                    </a:lnTo>
                    <a:lnTo>
                      <a:pt x="1162" y="3485"/>
                    </a:lnTo>
                    <a:lnTo>
                      <a:pt x="1170" y="3484"/>
                    </a:lnTo>
                    <a:lnTo>
                      <a:pt x="1177" y="3484"/>
                    </a:lnTo>
                    <a:lnTo>
                      <a:pt x="1184" y="3484"/>
                    </a:lnTo>
                    <a:lnTo>
                      <a:pt x="1191" y="3484"/>
                    </a:lnTo>
                    <a:lnTo>
                      <a:pt x="1198" y="3485"/>
                    </a:lnTo>
                    <a:lnTo>
                      <a:pt x="1206" y="3485"/>
                    </a:lnTo>
                    <a:lnTo>
                      <a:pt x="1213" y="3487"/>
                    </a:lnTo>
                    <a:lnTo>
                      <a:pt x="1221" y="3488"/>
                    </a:lnTo>
                    <a:lnTo>
                      <a:pt x="1228" y="3489"/>
                    </a:lnTo>
                    <a:lnTo>
                      <a:pt x="1235" y="3489"/>
                    </a:lnTo>
                    <a:lnTo>
                      <a:pt x="1242" y="3490"/>
                    </a:lnTo>
                    <a:lnTo>
                      <a:pt x="1249" y="3490"/>
                    </a:lnTo>
                    <a:lnTo>
                      <a:pt x="1256" y="3490"/>
                    </a:lnTo>
                    <a:lnTo>
                      <a:pt x="1265" y="3490"/>
                    </a:lnTo>
                    <a:lnTo>
                      <a:pt x="1272" y="3489"/>
                    </a:lnTo>
                    <a:lnTo>
                      <a:pt x="1279" y="3489"/>
                    </a:lnTo>
                    <a:lnTo>
                      <a:pt x="1286" y="3488"/>
                    </a:lnTo>
                    <a:lnTo>
                      <a:pt x="1293" y="3488"/>
                    </a:lnTo>
                    <a:lnTo>
                      <a:pt x="1300" y="3487"/>
                    </a:lnTo>
                    <a:lnTo>
                      <a:pt x="1308" y="3485"/>
                    </a:lnTo>
                    <a:lnTo>
                      <a:pt x="1315" y="3485"/>
                    </a:lnTo>
                    <a:lnTo>
                      <a:pt x="1322" y="3485"/>
                    </a:lnTo>
                    <a:lnTo>
                      <a:pt x="1329" y="3485"/>
                    </a:lnTo>
                    <a:lnTo>
                      <a:pt x="1336" y="3485"/>
                    </a:lnTo>
                    <a:lnTo>
                      <a:pt x="1343" y="3485"/>
                    </a:lnTo>
                    <a:lnTo>
                      <a:pt x="1352" y="3487"/>
                    </a:lnTo>
                    <a:lnTo>
                      <a:pt x="1359" y="3487"/>
                    </a:lnTo>
                    <a:lnTo>
                      <a:pt x="1366" y="3488"/>
                    </a:lnTo>
                    <a:lnTo>
                      <a:pt x="1373" y="3489"/>
                    </a:lnTo>
                    <a:lnTo>
                      <a:pt x="1380" y="3489"/>
                    </a:lnTo>
                    <a:lnTo>
                      <a:pt x="1387" y="3490"/>
                    </a:lnTo>
                    <a:lnTo>
                      <a:pt x="1395" y="3490"/>
                    </a:lnTo>
                    <a:lnTo>
                      <a:pt x="1402" y="3490"/>
                    </a:lnTo>
                    <a:lnTo>
                      <a:pt x="1409" y="3490"/>
                    </a:lnTo>
                    <a:lnTo>
                      <a:pt x="1417" y="3489"/>
                    </a:lnTo>
                    <a:lnTo>
                      <a:pt x="1424" y="3489"/>
                    </a:lnTo>
                    <a:lnTo>
                      <a:pt x="1431" y="3488"/>
                    </a:lnTo>
                    <a:lnTo>
                      <a:pt x="1439" y="3487"/>
                    </a:lnTo>
                    <a:lnTo>
                      <a:pt x="1446" y="3485"/>
                    </a:lnTo>
                    <a:lnTo>
                      <a:pt x="1453" y="3484"/>
                    </a:lnTo>
                    <a:lnTo>
                      <a:pt x="1460" y="3484"/>
                    </a:lnTo>
                    <a:lnTo>
                      <a:pt x="1467" y="3483"/>
                    </a:lnTo>
                    <a:lnTo>
                      <a:pt x="1474" y="3483"/>
                    </a:lnTo>
                    <a:lnTo>
                      <a:pt x="1483" y="3484"/>
                    </a:lnTo>
                    <a:lnTo>
                      <a:pt x="1490" y="3484"/>
                    </a:lnTo>
                    <a:lnTo>
                      <a:pt x="1497" y="3485"/>
                    </a:lnTo>
                    <a:lnTo>
                      <a:pt x="1504" y="3487"/>
                    </a:lnTo>
                    <a:lnTo>
                      <a:pt x="1511" y="3488"/>
                    </a:lnTo>
                    <a:lnTo>
                      <a:pt x="1518" y="3489"/>
                    </a:lnTo>
                    <a:lnTo>
                      <a:pt x="1526" y="3489"/>
                    </a:lnTo>
                    <a:lnTo>
                      <a:pt x="1533" y="3490"/>
                    </a:lnTo>
                    <a:lnTo>
                      <a:pt x="1540" y="3490"/>
                    </a:lnTo>
                    <a:lnTo>
                      <a:pt x="1547" y="3490"/>
                    </a:lnTo>
                    <a:lnTo>
                      <a:pt x="1554" y="3489"/>
                    </a:lnTo>
                    <a:lnTo>
                      <a:pt x="1561" y="3488"/>
                    </a:lnTo>
                    <a:lnTo>
                      <a:pt x="1570" y="3487"/>
                    </a:lnTo>
                    <a:lnTo>
                      <a:pt x="1577" y="3485"/>
                    </a:lnTo>
                    <a:lnTo>
                      <a:pt x="1584" y="3483"/>
                    </a:lnTo>
                    <a:lnTo>
                      <a:pt x="1591" y="3481"/>
                    </a:lnTo>
                    <a:lnTo>
                      <a:pt x="1598" y="3480"/>
                    </a:lnTo>
                    <a:lnTo>
                      <a:pt x="1605" y="3479"/>
                    </a:lnTo>
                    <a:lnTo>
                      <a:pt x="1613" y="3477"/>
                    </a:lnTo>
                    <a:lnTo>
                      <a:pt x="1620" y="3477"/>
                    </a:lnTo>
                    <a:lnTo>
                      <a:pt x="1628" y="3479"/>
                    </a:lnTo>
                    <a:lnTo>
                      <a:pt x="1635" y="3480"/>
                    </a:lnTo>
                    <a:lnTo>
                      <a:pt x="1642" y="3481"/>
                    </a:lnTo>
                    <a:lnTo>
                      <a:pt x="1649" y="3483"/>
                    </a:lnTo>
                    <a:lnTo>
                      <a:pt x="1657" y="3485"/>
                    </a:lnTo>
                    <a:lnTo>
                      <a:pt x="1664" y="3487"/>
                    </a:lnTo>
                    <a:lnTo>
                      <a:pt x="1671" y="3489"/>
                    </a:lnTo>
                    <a:lnTo>
                      <a:pt x="1678" y="3490"/>
                    </a:lnTo>
                    <a:lnTo>
                      <a:pt x="1685" y="3490"/>
                    </a:lnTo>
                    <a:lnTo>
                      <a:pt x="1692" y="3489"/>
                    </a:lnTo>
                    <a:lnTo>
                      <a:pt x="1701" y="3487"/>
                    </a:lnTo>
                    <a:lnTo>
                      <a:pt x="1708" y="3484"/>
                    </a:lnTo>
                    <a:lnTo>
                      <a:pt x="1715" y="3480"/>
                    </a:lnTo>
                    <a:lnTo>
                      <a:pt x="1722" y="3475"/>
                    </a:lnTo>
                    <a:lnTo>
                      <a:pt x="1729" y="3469"/>
                    </a:lnTo>
                    <a:lnTo>
                      <a:pt x="1736" y="3464"/>
                    </a:lnTo>
                    <a:lnTo>
                      <a:pt x="1743" y="3458"/>
                    </a:lnTo>
                    <a:lnTo>
                      <a:pt x="1751" y="3454"/>
                    </a:lnTo>
                    <a:lnTo>
                      <a:pt x="1758" y="3451"/>
                    </a:lnTo>
                    <a:lnTo>
                      <a:pt x="1765" y="3450"/>
                    </a:lnTo>
                    <a:lnTo>
                      <a:pt x="1772" y="3451"/>
                    </a:lnTo>
                    <a:lnTo>
                      <a:pt x="1779" y="3453"/>
                    </a:lnTo>
                    <a:lnTo>
                      <a:pt x="1786" y="3459"/>
                    </a:lnTo>
                    <a:lnTo>
                      <a:pt x="1795" y="3465"/>
                    </a:lnTo>
                    <a:lnTo>
                      <a:pt x="1802" y="3473"/>
                    </a:lnTo>
                    <a:lnTo>
                      <a:pt x="1809" y="3480"/>
                    </a:lnTo>
                    <a:lnTo>
                      <a:pt x="1816" y="3487"/>
                    </a:lnTo>
                    <a:lnTo>
                      <a:pt x="1823" y="3490"/>
                    </a:lnTo>
                    <a:lnTo>
                      <a:pt x="1830" y="3489"/>
                    </a:lnTo>
                    <a:lnTo>
                      <a:pt x="1839" y="3482"/>
                    </a:lnTo>
                    <a:lnTo>
                      <a:pt x="1846" y="3467"/>
                    </a:lnTo>
                    <a:lnTo>
                      <a:pt x="1853" y="3442"/>
                    </a:lnTo>
                    <a:lnTo>
                      <a:pt x="1860" y="3407"/>
                    </a:lnTo>
                    <a:lnTo>
                      <a:pt x="1867" y="3360"/>
                    </a:lnTo>
                    <a:lnTo>
                      <a:pt x="1874" y="3299"/>
                    </a:lnTo>
                    <a:lnTo>
                      <a:pt x="1882" y="3226"/>
                    </a:lnTo>
                    <a:lnTo>
                      <a:pt x="1889" y="3141"/>
                    </a:lnTo>
                    <a:lnTo>
                      <a:pt x="1896" y="3045"/>
                    </a:lnTo>
                    <a:lnTo>
                      <a:pt x="1903" y="2939"/>
                    </a:lnTo>
                    <a:lnTo>
                      <a:pt x="1910" y="2826"/>
                    </a:lnTo>
                    <a:lnTo>
                      <a:pt x="1917" y="2708"/>
                    </a:lnTo>
                    <a:lnTo>
                      <a:pt x="1926" y="2590"/>
                    </a:lnTo>
                    <a:lnTo>
                      <a:pt x="1933" y="2475"/>
                    </a:lnTo>
                    <a:lnTo>
                      <a:pt x="1940" y="2367"/>
                    </a:lnTo>
                    <a:lnTo>
                      <a:pt x="1947" y="2268"/>
                    </a:lnTo>
                    <a:lnTo>
                      <a:pt x="1954" y="2183"/>
                    </a:lnTo>
                    <a:lnTo>
                      <a:pt x="1961" y="2117"/>
                    </a:lnTo>
                    <a:lnTo>
                      <a:pt x="1969" y="2071"/>
                    </a:lnTo>
                    <a:lnTo>
                      <a:pt x="1976" y="2048"/>
                    </a:lnTo>
                    <a:lnTo>
                      <a:pt x="1983" y="2048"/>
                    </a:lnTo>
                    <a:lnTo>
                      <a:pt x="1990" y="2072"/>
                    </a:lnTo>
                    <a:lnTo>
                      <a:pt x="1997" y="2119"/>
                    </a:lnTo>
                    <a:lnTo>
                      <a:pt x="2005" y="2189"/>
                    </a:lnTo>
                    <a:lnTo>
                      <a:pt x="2013" y="2278"/>
                    </a:lnTo>
                    <a:lnTo>
                      <a:pt x="2020" y="2384"/>
                    </a:lnTo>
                    <a:lnTo>
                      <a:pt x="2027" y="2502"/>
                    </a:lnTo>
                    <a:lnTo>
                      <a:pt x="2034" y="2629"/>
                    </a:lnTo>
                    <a:lnTo>
                      <a:pt x="2041" y="2759"/>
                    </a:lnTo>
                    <a:lnTo>
                      <a:pt x="2048" y="2888"/>
                    </a:lnTo>
                    <a:lnTo>
                      <a:pt x="2057" y="3012"/>
                    </a:lnTo>
                    <a:lnTo>
                      <a:pt x="2064" y="3127"/>
                    </a:lnTo>
                    <a:lnTo>
                      <a:pt x="2071" y="3230"/>
                    </a:lnTo>
                    <a:lnTo>
                      <a:pt x="2078" y="3316"/>
                    </a:lnTo>
                    <a:lnTo>
                      <a:pt x="2085" y="3386"/>
                    </a:lnTo>
                    <a:lnTo>
                      <a:pt x="2092" y="3437"/>
                    </a:lnTo>
                    <a:lnTo>
                      <a:pt x="2100" y="3471"/>
                    </a:lnTo>
                    <a:lnTo>
                      <a:pt x="2107" y="3488"/>
                    </a:lnTo>
                    <a:lnTo>
                      <a:pt x="2114" y="3489"/>
                    </a:lnTo>
                    <a:lnTo>
                      <a:pt x="2121" y="3477"/>
                    </a:lnTo>
                    <a:lnTo>
                      <a:pt x="2128" y="3457"/>
                    </a:lnTo>
                    <a:lnTo>
                      <a:pt x="2135" y="3430"/>
                    </a:lnTo>
                    <a:lnTo>
                      <a:pt x="2144" y="3400"/>
                    </a:lnTo>
                    <a:lnTo>
                      <a:pt x="2151" y="3370"/>
                    </a:lnTo>
                    <a:lnTo>
                      <a:pt x="2158" y="3344"/>
                    </a:lnTo>
                    <a:lnTo>
                      <a:pt x="2165" y="3323"/>
                    </a:lnTo>
                    <a:lnTo>
                      <a:pt x="2172" y="3310"/>
                    </a:lnTo>
                    <a:lnTo>
                      <a:pt x="2179" y="3306"/>
                    </a:lnTo>
                    <a:lnTo>
                      <a:pt x="2187" y="3310"/>
                    </a:lnTo>
                    <a:lnTo>
                      <a:pt x="2194" y="3322"/>
                    </a:lnTo>
                    <a:lnTo>
                      <a:pt x="2201" y="3342"/>
                    </a:lnTo>
                    <a:lnTo>
                      <a:pt x="2208" y="3367"/>
                    </a:lnTo>
                    <a:lnTo>
                      <a:pt x="2216" y="3395"/>
                    </a:lnTo>
                    <a:lnTo>
                      <a:pt x="2223" y="3422"/>
                    </a:lnTo>
                    <a:lnTo>
                      <a:pt x="2231" y="3447"/>
                    </a:lnTo>
                    <a:lnTo>
                      <a:pt x="2238" y="3469"/>
                    </a:lnTo>
                    <a:lnTo>
                      <a:pt x="2245" y="3483"/>
                    </a:lnTo>
                    <a:lnTo>
                      <a:pt x="2252" y="3490"/>
                    </a:lnTo>
                    <a:lnTo>
                      <a:pt x="2259" y="3488"/>
                    </a:lnTo>
                    <a:lnTo>
                      <a:pt x="2266" y="3476"/>
                    </a:lnTo>
                    <a:lnTo>
                      <a:pt x="2273" y="3456"/>
                    </a:lnTo>
                    <a:lnTo>
                      <a:pt x="2282" y="3429"/>
                    </a:lnTo>
                    <a:lnTo>
                      <a:pt x="2289" y="3398"/>
                    </a:lnTo>
                    <a:lnTo>
                      <a:pt x="2296" y="3365"/>
                    </a:lnTo>
                    <a:lnTo>
                      <a:pt x="2303" y="3331"/>
                    </a:lnTo>
                    <a:lnTo>
                      <a:pt x="2310" y="3301"/>
                    </a:lnTo>
                    <a:lnTo>
                      <a:pt x="2317" y="3277"/>
                    </a:lnTo>
                    <a:lnTo>
                      <a:pt x="2325" y="3262"/>
                    </a:lnTo>
                    <a:lnTo>
                      <a:pt x="2332" y="3259"/>
                    </a:lnTo>
                    <a:lnTo>
                      <a:pt x="2339" y="3264"/>
                    </a:lnTo>
                    <a:lnTo>
                      <a:pt x="2346" y="3283"/>
                    </a:lnTo>
                    <a:lnTo>
                      <a:pt x="2353" y="3310"/>
                    </a:lnTo>
                    <a:lnTo>
                      <a:pt x="2360" y="3346"/>
                    </a:lnTo>
                    <a:lnTo>
                      <a:pt x="2369" y="3385"/>
                    </a:lnTo>
                    <a:lnTo>
                      <a:pt x="2376" y="3424"/>
                    </a:lnTo>
                    <a:lnTo>
                      <a:pt x="2383" y="3459"/>
                    </a:lnTo>
                    <a:lnTo>
                      <a:pt x="2390" y="3483"/>
                    </a:lnTo>
                    <a:lnTo>
                      <a:pt x="2397" y="3490"/>
                    </a:lnTo>
                    <a:lnTo>
                      <a:pt x="2404" y="3475"/>
                    </a:lnTo>
                    <a:lnTo>
                      <a:pt x="2412" y="3434"/>
                    </a:lnTo>
                    <a:lnTo>
                      <a:pt x="2419" y="3360"/>
                    </a:lnTo>
                    <a:lnTo>
                      <a:pt x="2427" y="3253"/>
                    </a:lnTo>
                    <a:lnTo>
                      <a:pt x="2434" y="3110"/>
                    </a:lnTo>
                    <a:lnTo>
                      <a:pt x="2441" y="2932"/>
                    </a:lnTo>
                    <a:lnTo>
                      <a:pt x="2448" y="2720"/>
                    </a:lnTo>
                    <a:lnTo>
                      <a:pt x="2456" y="2477"/>
                    </a:lnTo>
                    <a:lnTo>
                      <a:pt x="2463" y="2210"/>
                    </a:lnTo>
                    <a:lnTo>
                      <a:pt x="2470" y="1924"/>
                    </a:lnTo>
                    <a:lnTo>
                      <a:pt x="2477" y="1629"/>
                    </a:lnTo>
                    <a:lnTo>
                      <a:pt x="2484" y="1332"/>
                    </a:lnTo>
                    <a:lnTo>
                      <a:pt x="2491" y="1044"/>
                    </a:lnTo>
                    <a:lnTo>
                      <a:pt x="2500" y="774"/>
                    </a:lnTo>
                    <a:lnTo>
                      <a:pt x="2507" y="533"/>
                    </a:lnTo>
                    <a:lnTo>
                      <a:pt x="2514" y="328"/>
                    </a:lnTo>
                    <a:lnTo>
                      <a:pt x="2521" y="167"/>
                    </a:lnTo>
                    <a:lnTo>
                      <a:pt x="2528" y="56"/>
                    </a:lnTo>
                    <a:lnTo>
                      <a:pt x="2535" y="0"/>
                    </a:lnTo>
                    <a:lnTo>
                      <a:pt x="2543" y="0"/>
                    </a:lnTo>
                    <a:lnTo>
                      <a:pt x="2550" y="56"/>
                    </a:lnTo>
                    <a:lnTo>
                      <a:pt x="2557" y="167"/>
                    </a:lnTo>
                    <a:lnTo>
                      <a:pt x="2564" y="328"/>
                    </a:lnTo>
                    <a:lnTo>
                      <a:pt x="2571" y="533"/>
                    </a:lnTo>
                    <a:lnTo>
                      <a:pt x="2578" y="774"/>
                    </a:lnTo>
                    <a:lnTo>
                      <a:pt x="2587" y="1044"/>
                    </a:lnTo>
                    <a:lnTo>
                      <a:pt x="2594" y="1332"/>
                    </a:lnTo>
                    <a:lnTo>
                      <a:pt x="2601" y="1629"/>
                    </a:lnTo>
                    <a:lnTo>
                      <a:pt x="2608" y="1924"/>
                    </a:lnTo>
                    <a:lnTo>
                      <a:pt x="2615" y="2210"/>
                    </a:lnTo>
                    <a:lnTo>
                      <a:pt x="2622" y="2477"/>
                    </a:lnTo>
                    <a:lnTo>
                      <a:pt x="2630" y="2720"/>
                    </a:lnTo>
                    <a:lnTo>
                      <a:pt x="2638" y="2932"/>
                    </a:lnTo>
                    <a:lnTo>
                      <a:pt x="2645" y="3110"/>
                    </a:lnTo>
                    <a:lnTo>
                      <a:pt x="2652" y="3253"/>
                    </a:lnTo>
                    <a:lnTo>
                      <a:pt x="2659" y="3360"/>
                    </a:lnTo>
                    <a:lnTo>
                      <a:pt x="2666" y="3434"/>
                    </a:lnTo>
                    <a:lnTo>
                      <a:pt x="2674" y="3475"/>
                    </a:lnTo>
                    <a:lnTo>
                      <a:pt x="2681" y="3490"/>
                    </a:lnTo>
                    <a:lnTo>
                      <a:pt x="2688" y="3483"/>
                    </a:lnTo>
                    <a:lnTo>
                      <a:pt x="2695" y="3459"/>
                    </a:lnTo>
                    <a:lnTo>
                      <a:pt x="2702" y="3424"/>
                    </a:lnTo>
                    <a:lnTo>
                      <a:pt x="2709" y="3385"/>
                    </a:lnTo>
                    <a:lnTo>
                      <a:pt x="2718" y="3346"/>
                    </a:lnTo>
                    <a:lnTo>
                      <a:pt x="2725" y="3310"/>
                    </a:lnTo>
                    <a:lnTo>
                      <a:pt x="2732" y="3283"/>
                    </a:lnTo>
                    <a:lnTo>
                      <a:pt x="2739" y="3264"/>
                    </a:lnTo>
                    <a:lnTo>
                      <a:pt x="2746" y="3259"/>
                    </a:lnTo>
                    <a:lnTo>
                      <a:pt x="2753" y="3262"/>
                    </a:lnTo>
                    <a:lnTo>
                      <a:pt x="2761" y="3277"/>
                    </a:lnTo>
                    <a:lnTo>
                      <a:pt x="2768" y="3301"/>
                    </a:lnTo>
                    <a:lnTo>
                      <a:pt x="2775" y="3331"/>
                    </a:lnTo>
                    <a:lnTo>
                      <a:pt x="2782" y="3365"/>
                    </a:lnTo>
                    <a:lnTo>
                      <a:pt x="2789" y="3398"/>
                    </a:lnTo>
                    <a:lnTo>
                      <a:pt x="2796" y="3429"/>
                    </a:lnTo>
                    <a:lnTo>
                      <a:pt x="2805" y="3456"/>
                    </a:lnTo>
                    <a:lnTo>
                      <a:pt x="2812" y="3476"/>
                    </a:lnTo>
                    <a:lnTo>
                      <a:pt x="2819" y="3488"/>
                    </a:lnTo>
                    <a:lnTo>
                      <a:pt x="2826" y="3490"/>
                    </a:lnTo>
                    <a:lnTo>
                      <a:pt x="2833" y="3483"/>
                    </a:lnTo>
                    <a:lnTo>
                      <a:pt x="2840" y="3469"/>
                    </a:lnTo>
                    <a:lnTo>
                      <a:pt x="2847" y="3447"/>
                    </a:lnTo>
                    <a:lnTo>
                      <a:pt x="2856" y="3422"/>
                    </a:lnTo>
                    <a:lnTo>
                      <a:pt x="2863" y="3395"/>
                    </a:lnTo>
                    <a:lnTo>
                      <a:pt x="2870" y="3367"/>
                    </a:lnTo>
                    <a:lnTo>
                      <a:pt x="2877" y="3342"/>
                    </a:lnTo>
                    <a:lnTo>
                      <a:pt x="2884" y="3322"/>
                    </a:lnTo>
                    <a:lnTo>
                      <a:pt x="2891" y="3310"/>
                    </a:lnTo>
                    <a:lnTo>
                      <a:pt x="2899" y="3306"/>
                    </a:lnTo>
                    <a:lnTo>
                      <a:pt x="2906" y="3310"/>
                    </a:lnTo>
                    <a:lnTo>
                      <a:pt x="2913" y="3323"/>
                    </a:lnTo>
                    <a:lnTo>
                      <a:pt x="2920" y="3344"/>
                    </a:lnTo>
                    <a:lnTo>
                      <a:pt x="2927" y="3370"/>
                    </a:lnTo>
                    <a:lnTo>
                      <a:pt x="2934" y="3400"/>
                    </a:lnTo>
                    <a:lnTo>
                      <a:pt x="2943" y="3430"/>
                    </a:lnTo>
                    <a:lnTo>
                      <a:pt x="2950" y="3457"/>
                    </a:lnTo>
                    <a:lnTo>
                      <a:pt x="2957" y="3477"/>
                    </a:lnTo>
                    <a:lnTo>
                      <a:pt x="2964" y="3489"/>
                    </a:lnTo>
                    <a:lnTo>
                      <a:pt x="2971" y="3488"/>
                    </a:lnTo>
                    <a:lnTo>
                      <a:pt x="2978" y="3471"/>
                    </a:lnTo>
                    <a:lnTo>
                      <a:pt x="2986" y="3437"/>
                    </a:lnTo>
                    <a:lnTo>
                      <a:pt x="2993" y="3386"/>
                    </a:lnTo>
                    <a:lnTo>
                      <a:pt x="3000" y="3316"/>
                    </a:lnTo>
                    <a:lnTo>
                      <a:pt x="3007" y="3230"/>
                    </a:lnTo>
                    <a:lnTo>
                      <a:pt x="3015" y="3127"/>
                    </a:lnTo>
                    <a:lnTo>
                      <a:pt x="3022" y="3012"/>
                    </a:lnTo>
                    <a:lnTo>
                      <a:pt x="3030" y="2888"/>
                    </a:lnTo>
                    <a:lnTo>
                      <a:pt x="3037" y="2759"/>
                    </a:lnTo>
                    <a:lnTo>
                      <a:pt x="3044" y="2629"/>
                    </a:lnTo>
                    <a:lnTo>
                      <a:pt x="3051" y="2502"/>
                    </a:lnTo>
                    <a:lnTo>
                      <a:pt x="3058" y="2384"/>
                    </a:lnTo>
                    <a:lnTo>
                      <a:pt x="3065" y="2278"/>
                    </a:lnTo>
                    <a:lnTo>
                      <a:pt x="3074" y="2189"/>
                    </a:lnTo>
                    <a:lnTo>
                      <a:pt x="3081" y="2119"/>
                    </a:lnTo>
                    <a:lnTo>
                      <a:pt x="3088" y="2072"/>
                    </a:lnTo>
                    <a:lnTo>
                      <a:pt x="3095" y="2048"/>
                    </a:lnTo>
                    <a:lnTo>
                      <a:pt x="3102" y="2048"/>
                    </a:lnTo>
                    <a:lnTo>
                      <a:pt x="3109" y="2071"/>
                    </a:lnTo>
                    <a:lnTo>
                      <a:pt x="3117" y="2117"/>
                    </a:lnTo>
                    <a:lnTo>
                      <a:pt x="3124" y="2183"/>
                    </a:lnTo>
                    <a:lnTo>
                      <a:pt x="3131" y="2268"/>
                    </a:lnTo>
                    <a:lnTo>
                      <a:pt x="3138" y="2367"/>
                    </a:lnTo>
                    <a:lnTo>
                      <a:pt x="3145" y="2475"/>
                    </a:lnTo>
                    <a:lnTo>
                      <a:pt x="3152" y="2590"/>
                    </a:lnTo>
                    <a:lnTo>
                      <a:pt x="3161" y="2708"/>
                    </a:lnTo>
                    <a:lnTo>
                      <a:pt x="3168" y="2826"/>
                    </a:lnTo>
                    <a:lnTo>
                      <a:pt x="3175" y="2939"/>
                    </a:lnTo>
                    <a:lnTo>
                      <a:pt x="3182" y="3045"/>
                    </a:lnTo>
                    <a:lnTo>
                      <a:pt x="3189" y="3141"/>
                    </a:lnTo>
                    <a:lnTo>
                      <a:pt x="3196" y="3226"/>
                    </a:lnTo>
                    <a:lnTo>
                      <a:pt x="3204" y="3299"/>
                    </a:lnTo>
                    <a:lnTo>
                      <a:pt x="3211" y="3360"/>
                    </a:lnTo>
                    <a:lnTo>
                      <a:pt x="3218" y="3407"/>
                    </a:lnTo>
                    <a:lnTo>
                      <a:pt x="3226" y="3442"/>
                    </a:lnTo>
                    <a:lnTo>
                      <a:pt x="3233" y="3467"/>
                    </a:lnTo>
                    <a:lnTo>
                      <a:pt x="3240" y="3482"/>
                    </a:lnTo>
                    <a:lnTo>
                      <a:pt x="3248" y="3489"/>
                    </a:lnTo>
                    <a:lnTo>
                      <a:pt x="3255" y="3490"/>
                    </a:lnTo>
                    <a:lnTo>
                      <a:pt x="3262" y="3487"/>
                    </a:lnTo>
                    <a:lnTo>
                      <a:pt x="3269" y="3480"/>
                    </a:lnTo>
                    <a:lnTo>
                      <a:pt x="3276" y="3473"/>
                    </a:lnTo>
                    <a:lnTo>
                      <a:pt x="3283" y="3465"/>
                    </a:lnTo>
                    <a:lnTo>
                      <a:pt x="3292" y="3459"/>
                    </a:lnTo>
                    <a:lnTo>
                      <a:pt x="3299" y="3453"/>
                    </a:lnTo>
                    <a:lnTo>
                      <a:pt x="3306" y="3451"/>
                    </a:lnTo>
                    <a:lnTo>
                      <a:pt x="3313" y="3450"/>
                    </a:lnTo>
                    <a:lnTo>
                      <a:pt x="3320" y="3451"/>
                    </a:lnTo>
                    <a:lnTo>
                      <a:pt x="3327" y="3454"/>
                    </a:lnTo>
                    <a:lnTo>
                      <a:pt x="3335" y="3458"/>
                    </a:lnTo>
                    <a:lnTo>
                      <a:pt x="3342" y="3464"/>
                    </a:lnTo>
                    <a:lnTo>
                      <a:pt x="3349" y="3469"/>
                    </a:lnTo>
                    <a:lnTo>
                      <a:pt x="3356" y="3475"/>
                    </a:lnTo>
                    <a:lnTo>
                      <a:pt x="3363" y="3480"/>
                    </a:lnTo>
                    <a:lnTo>
                      <a:pt x="3370" y="3484"/>
                    </a:lnTo>
                    <a:lnTo>
                      <a:pt x="3377" y="3487"/>
                    </a:lnTo>
                    <a:lnTo>
                      <a:pt x="3386" y="3489"/>
                    </a:lnTo>
                    <a:lnTo>
                      <a:pt x="3393" y="3490"/>
                    </a:lnTo>
                    <a:lnTo>
                      <a:pt x="3400" y="3490"/>
                    </a:lnTo>
                    <a:lnTo>
                      <a:pt x="3407" y="3489"/>
                    </a:lnTo>
                    <a:lnTo>
                      <a:pt x="3414" y="3487"/>
                    </a:lnTo>
                    <a:lnTo>
                      <a:pt x="3421" y="3485"/>
                    </a:lnTo>
                    <a:lnTo>
                      <a:pt x="3429" y="3483"/>
                    </a:lnTo>
                    <a:lnTo>
                      <a:pt x="3437" y="3481"/>
                    </a:lnTo>
                    <a:lnTo>
                      <a:pt x="3444" y="3480"/>
                    </a:lnTo>
                    <a:lnTo>
                      <a:pt x="3451" y="3479"/>
                    </a:lnTo>
                    <a:lnTo>
                      <a:pt x="3458" y="3477"/>
                    </a:lnTo>
                    <a:lnTo>
                      <a:pt x="3465" y="3477"/>
                    </a:lnTo>
                    <a:lnTo>
                      <a:pt x="3473" y="3479"/>
                    </a:lnTo>
                    <a:lnTo>
                      <a:pt x="3480" y="3480"/>
                    </a:lnTo>
                    <a:lnTo>
                      <a:pt x="3487" y="3481"/>
                    </a:lnTo>
                    <a:lnTo>
                      <a:pt x="3494" y="3483"/>
                    </a:lnTo>
                    <a:lnTo>
                      <a:pt x="3501" y="3485"/>
                    </a:lnTo>
                    <a:lnTo>
                      <a:pt x="3508" y="3487"/>
                    </a:lnTo>
                    <a:lnTo>
                      <a:pt x="3517" y="3488"/>
                    </a:lnTo>
                    <a:lnTo>
                      <a:pt x="3524" y="3489"/>
                    </a:lnTo>
                    <a:lnTo>
                      <a:pt x="3531" y="3490"/>
                    </a:lnTo>
                    <a:lnTo>
                      <a:pt x="3538" y="3490"/>
                    </a:lnTo>
                    <a:lnTo>
                      <a:pt x="3545" y="3490"/>
                    </a:lnTo>
                    <a:lnTo>
                      <a:pt x="3552" y="3489"/>
                    </a:lnTo>
                    <a:lnTo>
                      <a:pt x="3560" y="3489"/>
                    </a:lnTo>
                    <a:lnTo>
                      <a:pt x="3567" y="3488"/>
                    </a:lnTo>
                    <a:lnTo>
                      <a:pt x="3574" y="3487"/>
                    </a:lnTo>
                    <a:lnTo>
                      <a:pt x="3581" y="3485"/>
                    </a:lnTo>
                    <a:lnTo>
                      <a:pt x="3588" y="3484"/>
                    </a:lnTo>
                    <a:lnTo>
                      <a:pt x="3595" y="3484"/>
                    </a:lnTo>
                    <a:lnTo>
                      <a:pt x="3604" y="3483"/>
                    </a:lnTo>
                    <a:lnTo>
                      <a:pt x="3611" y="3483"/>
                    </a:lnTo>
                    <a:lnTo>
                      <a:pt x="3618" y="3484"/>
                    </a:lnTo>
                    <a:lnTo>
                      <a:pt x="3625" y="3484"/>
                    </a:lnTo>
                    <a:lnTo>
                      <a:pt x="3632" y="3485"/>
                    </a:lnTo>
                    <a:lnTo>
                      <a:pt x="3639" y="3487"/>
                    </a:lnTo>
                    <a:lnTo>
                      <a:pt x="3648" y="3488"/>
                    </a:lnTo>
                    <a:lnTo>
                      <a:pt x="3655" y="3489"/>
                    </a:lnTo>
                    <a:lnTo>
                      <a:pt x="3662" y="3489"/>
                    </a:lnTo>
                    <a:lnTo>
                      <a:pt x="3669" y="3490"/>
                    </a:lnTo>
                    <a:lnTo>
                      <a:pt x="3676" y="3490"/>
                    </a:lnTo>
                    <a:lnTo>
                      <a:pt x="3683" y="3490"/>
                    </a:lnTo>
                    <a:lnTo>
                      <a:pt x="3691" y="3490"/>
                    </a:lnTo>
                    <a:lnTo>
                      <a:pt x="3698" y="3489"/>
                    </a:lnTo>
                    <a:lnTo>
                      <a:pt x="3705" y="3489"/>
                    </a:lnTo>
                    <a:lnTo>
                      <a:pt x="3712" y="3488"/>
                    </a:lnTo>
                    <a:lnTo>
                      <a:pt x="3719" y="3487"/>
                    </a:lnTo>
                    <a:lnTo>
                      <a:pt x="3726" y="3487"/>
                    </a:lnTo>
                    <a:lnTo>
                      <a:pt x="3735" y="3485"/>
                    </a:lnTo>
                    <a:lnTo>
                      <a:pt x="3742" y="3485"/>
                    </a:lnTo>
                    <a:lnTo>
                      <a:pt x="3749" y="3485"/>
                    </a:lnTo>
                    <a:lnTo>
                      <a:pt x="3756" y="3485"/>
                    </a:lnTo>
                    <a:lnTo>
                      <a:pt x="3763" y="3485"/>
                    </a:lnTo>
                    <a:lnTo>
                      <a:pt x="3770" y="3485"/>
                    </a:lnTo>
                    <a:lnTo>
                      <a:pt x="3778" y="3487"/>
                    </a:lnTo>
                    <a:lnTo>
                      <a:pt x="3785" y="3488"/>
                    </a:lnTo>
                    <a:lnTo>
                      <a:pt x="3792" y="3488"/>
                    </a:lnTo>
                    <a:lnTo>
                      <a:pt x="3799" y="3489"/>
                    </a:lnTo>
                    <a:lnTo>
                      <a:pt x="3806" y="3489"/>
                    </a:lnTo>
                    <a:lnTo>
                      <a:pt x="3813" y="3490"/>
                    </a:lnTo>
                    <a:lnTo>
                      <a:pt x="3822" y="3490"/>
                    </a:lnTo>
                    <a:lnTo>
                      <a:pt x="3829" y="3490"/>
                    </a:lnTo>
                    <a:lnTo>
                      <a:pt x="3836" y="3490"/>
                    </a:lnTo>
                    <a:lnTo>
                      <a:pt x="3843" y="3489"/>
                    </a:lnTo>
                    <a:lnTo>
                      <a:pt x="3850" y="3489"/>
                    </a:lnTo>
                    <a:lnTo>
                      <a:pt x="3857" y="3488"/>
                    </a:lnTo>
                    <a:lnTo>
                      <a:pt x="3866" y="3487"/>
                    </a:lnTo>
                    <a:lnTo>
                      <a:pt x="3873" y="3485"/>
                    </a:lnTo>
                    <a:lnTo>
                      <a:pt x="3880" y="3485"/>
                    </a:lnTo>
                    <a:lnTo>
                      <a:pt x="3887" y="3484"/>
                    </a:lnTo>
                    <a:lnTo>
                      <a:pt x="3894" y="3484"/>
                    </a:lnTo>
                    <a:lnTo>
                      <a:pt x="3901" y="3484"/>
                    </a:lnTo>
                    <a:lnTo>
                      <a:pt x="3908" y="3484"/>
                    </a:lnTo>
                    <a:lnTo>
                      <a:pt x="3916" y="3485"/>
                    </a:lnTo>
                    <a:lnTo>
                      <a:pt x="3923" y="3487"/>
                    </a:lnTo>
                    <a:lnTo>
                      <a:pt x="3930" y="3487"/>
                    </a:lnTo>
                    <a:lnTo>
                      <a:pt x="3937" y="3488"/>
                    </a:lnTo>
                    <a:lnTo>
                      <a:pt x="3944" y="3489"/>
                    </a:lnTo>
                    <a:lnTo>
                      <a:pt x="3951" y="3490"/>
                    </a:lnTo>
                    <a:lnTo>
                      <a:pt x="3960" y="3490"/>
                    </a:lnTo>
                    <a:lnTo>
                      <a:pt x="3967" y="3490"/>
                    </a:lnTo>
                    <a:lnTo>
                      <a:pt x="3974" y="3490"/>
                    </a:lnTo>
                    <a:lnTo>
                      <a:pt x="3981" y="3489"/>
                    </a:lnTo>
                    <a:lnTo>
                      <a:pt x="3988" y="3488"/>
                    </a:lnTo>
                    <a:lnTo>
                      <a:pt x="3995" y="3487"/>
                    </a:lnTo>
                    <a:lnTo>
                      <a:pt x="4003" y="3485"/>
                    </a:lnTo>
                    <a:lnTo>
                      <a:pt x="4010" y="3484"/>
                    </a:lnTo>
                    <a:lnTo>
                      <a:pt x="4017" y="3482"/>
                    </a:lnTo>
                    <a:lnTo>
                      <a:pt x="4024" y="3481"/>
                    </a:lnTo>
                    <a:lnTo>
                      <a:pt x="4032" y="3480"/>
                    </a:lnTo>
                    <a:lnTo>
                      <a:pt x="4039" y="3480"/>
                    </a:lnTo>
                    <a:lnTo>
                      <a:pt x="4047" y="3480"/>
                    </a:lnTo>
                    <a:lnTo>
                      <a:pt x="4054" y="3480"/>
                    </a:lnTo>
                    <a:lnTo>
                      <a:pt x="4061" y="3481"/>
                    </a:lnTo>
                    <a:lnTo>
                      <a:pt x="4068" y="3482"/>
                    </a:lnTo>
                    <a:lnTo>
                      <a:pt x="4075" y="3484"/>
                    </a:lnTo>
                    <a:lnTo>
                      <a:pt x="4082" y="3485"/>
                    </a:lnTo>
                    <a:lnTo>
                      <a:pt x="4091" y="3488"/>
                    </a:lnTo>
                    <a:lnTo>
                      <a:pt x="4098" y="3489"/>
                    </a:lnTo>
                    <a:lnTo>
                      <a:pt x="4105" y="3490"/>
                    </a:lnTo>
                    <a:lnTo>
                      <a:pt x="4112" y="3490"/>
                    </a:lnTo>
                    <a:lnTo>
                      <a:pt x="4119" y="3489"/>
                    </a:lnTo>
                    <a:lnTo>
                      <a:pt x="4126" y="3487"/>
                    </a:lnTo>
                    <a:lnTo>
                      <a:pt x="4134" y="3482"/>
                    </a:lnTo>
                    <a:lnTo>
                      <a:pt x="4141" y="3476"/>
                    </a:lnTo>
                    <a:lnTo>
                      <a:pt x="4148" y="3468"/>
                    </a:lnTo>
                    <a:lnTo>
                      <a:pt x="4155" y="3459"/>
                    </a:lnTo>
                    <a:lnTo>
                      <a:pt x="4162" y="3449"/>
                    </a:lnTo>
                    <a:lnTo>
                      <a:pt x="4169" y="3437"/>
                    </a:lnTo>
                    <a:lnTo>
                      <a:pt x="4178" y="3423"/>
                    </a:lnTo>
                    <a:lnTo>
                      <a:pt x="4185" y="3411"/>
                    </a:lnTo>
                    <a:lnTo>
                      <a:pt x="4192" y="3397"/>
                    </a:lnTo>
                    <a:lnTo>
                      <a:pt x="4199" y="3383"/>
                    </a:lnTo>
                    <a:lnTo>
                      <a:pt x="4206" y="3370"/>
                    </a:lnTo>
                    <a:lnTo>
                      <a:pt x="4213" y="3359"/>
                    </a:lnTo>
                    <a:lnTo>
                      <a:pt x="4221" y="3348"/>
                    </a:lnTo>
                    <a:lnTo>
                      <a:pt x="4228" y="3342"/>
                    </a:lnTo>
                    <a:lnTo>
                      <a:pt x="4235" y="3336"/>
                    </a:lnTo>
                    <a:lnTo>
                      <a:pt x="4243" y="3332"/>
                    </a:lnTo>
                    <a:lnTo>
                      <a:pt x="4250" y="3332"/>
                    </a:lnTo>
                    <a:lnTo>
                      <a:pt x="4257" y="3335"/>
                    </a:lnTo>
                    <a:lnTo>
                      <a:pt x="4265" y="3339"/>
                    </a:lnTo>
                    <a:lnTo>
                      <a:pt x="4272" y="3347"/>
                    </a:lnTo>
                    <a:lnTo>
                      <a:pt x="4279" y="3357"/>
                    </a:lnTo>
                    <a:lnTo>
                      <a:pt x="4286" y="3367"/>
                    </a:lnTo>
                    <a:lnTo>
                      <a:pt x="4293" y="3378"/>
                    </a:lnTo>
                    <a:lnTo>
                      <a:pt x="4300" y="3392"/>
                    </a:lnTo>
                    <a:lnTo>
                      <a:pt x="4309" y="3405"/>
                    </a:lnTo>
                    <a:lnTo>
                      <a:pt x="4316" y="3419"/>
                    </a:lnTo>
                    <a:lnTo>
                      <a:pt x="4323" y="3431"/>
                    </a:lnTo>
                    <a:lnTo>
                      <a:pt x="4330" y="3443"/>
                    </a:lnTo>
                    <a:lnTo>
                      <a:pt x="4337" y="3454"/>
                    </a:lnTo>
                    <a:lnTo>
                      <a:pt x="4344" y="3464"/>
                    </a:lnTo>
                    <a:lnTo>
                      <a:pt x="4352" y="3472"/>
                    </a:lnTo>
                    <a:lnTo>
                      <a:pt x="4359" y="3479"/>
                    </a:lnTo>
                    <a:lnTo>
                      <a:pt x="4366" y="3483"/>
                    </a:lnTo>
                    <a:lnTo>
                      <a:pt x="4373" y="3487"/>
                    </a:lnTo>
                    <a:lnTo>
                      <a:pt x="4380" y="3489"/>
                    </a:lnTo>
                    <a:lnTo>
                      <a:pt x="4387" y="3490"/>
                    </a:lnTo>
                    <a:lnTo>
                      <a:pt x="4396" y="3490"/>
                    </a:lnTo>
                    <a:lnTo>
                      <a:pt x="4403" y="3490"/>
                    </a:lnTo>
                    <a:lnTo>
                      <a:pt x="4410" y="3489"/>
                    </a:lnTo>
                    <a:lnTo>
                      <a:pt x="4417" y="3488"/>
                    </a:lnTo>
                    <a:lnTo>
                      <a:pt x="4424" y="3487"/>
                    </a:lnTo>
                    <a:lnTo>
                      <a:pt x="4431" y="3485"/>
                    </a:lnTo>
                    <a:lnTo>
                      <a:pt x="4439" y="3484"/>
                    </a:lnTo>
                    <a:lnTo>
                      <a:pt x="4446" y="3483"/>
                    </a:lnTo>
                    <a:lnTo>
                      <a:pt x="4454" y="3483"/>
                    </a:lnTo>
                    <a:lnTo>
                      <a:pt x="4461" y="3483"/>
                    </a:lnTo>
                    <a:lnTo>
                      <a:pt x="4468" y="3484"/>
                    </a:lnTo>
                    <a:lnTo>
                      <a:pt x="4475" y="3484"/>
                    </a:lnTo>
                    <a:lnTo>
                      <a:pt x="4482" y="3485"/>
                    </a:lnTo>
                    <a:lnTo>
                      <a:pt x="4490" y="3487"/>
                    </a:lnTo>
                    <a:lnTo>
                      <a:pt x="4497" y="3488"/>
                    </a:lnTo>
                    <a:lnTo>
                      <a:pt x="4504" y="3488"/>
                    </a:lnTo>
                    <a:lnTo>
                      <a:pt x="4511" y="3489"/>
                    </a:lnTo>
                    <a:lnTo>
                      <a:pt x="4518" y="3490"/>
                    </a:lnTo>
                    <a:lnTo>
                      <a:pt x="4525" y="3490"/>
                    </a:lnTo>
                    <a:lnTo>
                      <a:pt x="4534" y="3490"/>
                    </a:lnTo>
                    <a:lnTo>
                      <a:pt x="4541" y="3490"/>
                    </a:lnTo>
                    <a:lnTo>
                      <a:pt x="4548" y="3490"/>
                    </a:lnTo>
                    <a:lnTo>
                      <a:pt x="4555" y="3490"/>
                    </a:lnTo>
                    <a:lnTo>
                      <a:pt x="4562" y="3489"/>
                    </a:lnTo>
                    <a:lnTo>
                      <a:pt x="4569" y="3489"/>
                    </a:lnTo>
                    <a:lnTo>
                      <a:pt x="4577" y="3488"/>
                    </a:lnTo>
                    <a:lnTo>
                      <a:pt x="4584" y="3488"/>
                    </a:lnTo>
                    <a:lnTo>
                      <a:pt x="4591" y="3488"/>
                    </a:lnTo>
                    <a:lnTo>
                      <a:pt x="4598" y="3488"/>
                    </a:lnTo>
                    <a:lnTo>
                      <a:pt x="4605" y="3488"/>
                    </a:lnTo>
                    <a:lnTo>
                      <a:pt x="4612" y="3488"/>
                    </a:lnTo>
                    <a:lnTo>
                      <a:pt x="4621" y="3488"/>
                    </a:lnTo>
                    <a:lnTo>
                      <a:pt x="4628" y="3488"/>
                    </a:lnTo>
                    <a:lnTo>
                      <a:pt x="4635" y="3489"/>
                    </a:lnTo>
                    <a:lnTo>
                      <a:pt x="4642" y="3489"/>
                    </a:lnTo>
                    <a:lnTo>
                      <a:pt x="4649" y="3489"/>
                    </a:lnTo>
                    <a:lnTo>
                      <a:pt x="4656" y="3490"/>
                    </a:lnTo>
                    <a:lnTo>
                      <a:pt x="4665" y="3490"/>
                    </a:lnTo>
                    <a:lnTo>
                      <a:pt x="4672" y="3490"/>
                    </a:lnTo>
                    <a:lnTo>
                      <a:pt x="4679" y="3490"/>
                    </a:lnTo>
                    <a:lnTo>
                      <a:pt x="4686" y="3490"/>
                    </a:lnTo>
                    <a:lnTo>
                      <a:pt x="4693" y="3490"/>
                    </a:lnTo>
                    <a:lnTo>
                      <a:pt x="4700" y="3490"/>
                    </a:lnTo>
                    <a:lnTo>
                      <a:pt x="4708" y="3489"/>
                    </a:lnTo>
                    <a:lnTo>
                      <a:pt x="4715" y="3489"/>
                    </a:lnTo>
                    <a:lnTo>
                      <a:pt x="4722" y="3489"/>
                    </a:lnTo>
                    <a:lnTo>
                      <a:pt x="4729" y="3489"/>
                    </a:lnTo>
                    <a:lnTo>
                      <a:pt x="4736" y="3489"/>
                    </a:lnTo>
                    <a:lnTo>
                      <a:pt x="4743" y="3489"/>
                    </a:lnTo>
                    <a:lnTo>
                      <a:pt x="4752" y="3489"/>
                    </a:lnTo>
                    <a:lnTo>
                      <a:pt x="4759" y="3489"/>
                    </a:lnTo>
                    <a:lnTo>
                      <a:pt x="4766" y="3489"/>
                    </a:lnTo>
                    <a:lnTo>
                      <a:pt x="4773" y="3489"/>
                    </a:lnTo>
                    <a:lnTo>
                      <a:pt x="4780" y="3489"/>
                    </a:lnTo>
                    <a:lnTo>
                      <a:pt x="4787" y="3489"/>
                    </a:lnTo>
                    <a:lnTo>
                      <a:pt x="4795" y="3490"/>
                    </a:lnTo>
                    <a:lnTo>
                      <a:pt x="4802" y="3490"/>
                    </a:lnTo>
                    <a:lnTo>
                      <a:pt x="4809" y="3490"/>
                    </a:lnTo>
                    <a:lnTo>
                      <a:pt x="4816" y="3490"/>
                    </a:lnTo>
                    <a:lnTo>
                      <a:pt x="4823" y="3490"/>
                    </a:lnTo>
                    <a:lnTo>
                      <a:pt x="4831" y="3490"/>
                    </a:lnTo>
                    <a:lnTo>
                      <a:pt x="4839" y="3490"/>
                    </a:lnTo>
                    <a:lnTo>
                      <a:pt x="4846" y="3490"/>
                    </a:lnTo>
                    <a:lnTo>
                      <a:pt x="4853" y="3490"/>
                    </a:lnTo>
                    <a:lnTo>
                      <a:pt x="4860" y="3489"/>
                    </a:lnTo>
                    <a:lnTo>
                      <a:pt x="4867" y="3489"/>
                    </a:lnTo>
                    <a:lnTo>
                      <a:pt x="4874" y="3489"/>
                    </a:lnTo>
                    <a:lnTo>
                      <a:pt x="4883" y="3489"/>
                    </a:lnTo>
                    <a:lnTo>
                      <a:pt x="4890" y="3489"/>
                    </a:lnTo>
                    <a:lnTo>
                      <a:pt x="4897" y="3489"/>
                    </a:lnTo>
                    <a:lnTo>
                      <a:pt x="4904" y="3489"/>
                    </a:lnTo>
                    <a:lnTo>
                      <a:pt x="4911" y="3489"/>
                    </a:lnTo>
                    <a:lnTo>
                      <a:pt x="4918" y="3489"/>
                    </a:lnTo>
                    <a:lnTo>
                      <a:pt x="4926" y="3489"/>
                    </a:lnTo>
                    <a:lnTo>
                      <a:pt x="4933" y="3490"/>
                    </a:lnTo>
                    <a:lnTo>
                      <a:pt x="4940" y="3490"/>
                    </a:lnTo>
                    <a:lnTo>
                      <a:pt x="4947" y="3490"/>
                    </a:lnTo>
                    <a:lnTo>
                      <a:pt x="4954" y="3490"/>
                    </a:lnTo>
                    <a:lnTo>
                      <a:pt x="4961" y="3490"/>
                    </a:lnTo>
                    <a:lnTo>
                      <a:pt x="4970" y="3490"/>
                    </a:lnTo>
                    <a:lnTo>
                      <a:pt x="4977" y="3490"/>
                    </a:lnTo>
                    <a:lnTo>
                      <a:pt x="4984" y="3490"/>
                    </a:lnTo>
                    <a:lnTo>
                      <a:pt x="4991" y="3490"/>
                    </a:lnTo>
                    <a:lnTo>
                      <a:pt x="4998" y="3489"/>
                    </a:lnTo>
                    <a:lnTo>
                      <a:pt x="5005" y="3489"/>
                    </a:lnTo>
                    <a:lnTo>
                      <a:pt x="5012" y="3489"/>
                    </a:lnTo>
                    <a:lnTo>
                      <a:pt x="5020" y="3489"/>
                    </a:lnTo>
                    <a:lnTo>
                      <a:pt x="5027" y="3489"/>
                    </a:lnTo>
                    <a:lnTo>
                      <a:pt x="5034" y="3489"/>
                    </a:lnTo>
                    <a:lnTo>
                      <a:pt x="5042" y="3489"/>
                    </a:lnTo>
                    <a:lnTo>
                      <a:pt x="5049" y="3489"/>
                    </a:lnTo>
                    <a:lnTo>
                      <a:pt x="5056" y="3489"/>
                    </a:lnTo>
                    <a:lnTo>
                      <a:pt x="5064" y="3489"/>
                    </a:lnTo>
                    <a:lnTo>
                      <a:pt x="5071" y="3489"/>
                    </a:lnTo>
                    <a:lnTo>
                      <a:pt x="5078" y="3489"/>
                    </a:lnTo>
                  </a:path>
                </a:pathLst>
              </a:custGeom>
              <a:noFill/>
              <a:ln w="19050" cap="flat" cmpd="sng">
                <a:solidFill>
                  <a:srgbClr val="0000FF">
                    <a:alpha val="100000"/>
                  </a:srgbClr>
                </a:solidFill>
                <a:prstDash val="solid"/>
                <a:round/>
                <a:headEnd type="none" w="med" len="med"/>
                <a:tailEnd type="none" w="med" len="med"/>
              </a:ln>
            </p:spPr>
            <p:txBody>
              <a:bodyPr/>
              <a:p>
                <a:endParaRPr lang="zh-CN" altLang="en-US"/>
              </a:p>
            </p:txBody>
          </p:sp>
          <p:sp>
            <p:nvSpPr>
              <p:cNvPr id="99650" name="Rectangle 871"/>
              <p:cNvSpPr/>
              <p:nvPr/>
            </p:nvSpPr>
            <p:spPr>
              <a:xfrm rot="-5400000">
                <a:off x="5489" y="2523"/>
                <a:ext cx="11" cy="32"/>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651" name="Rectangle 872"/>
              <p:cNvSpPr/>
              <p:nvPr/>
            </p:nvSpPr>
            <p:spPr>
              <a:xfrm>
                <a:off x="4267" y="2131"/>
                <a:ext cx="7" cy="48"/>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569" name="Line 874"/>
            <p:cNvSpPr/>
            <p:nvPr/>
          </p:nvSpPr>
          <p:spPr>
            <a:xfrm flipV="1">
              <a:off x="2736" y="2160"/>
              <a:ext cx="288" cy="192"/>
            </a:xfrm>
            <a:prstGeom prst="line">
              <a:avLst/>
            </a:prstGeom>
            <a:ln w="9525" cap="flat" cmpd="sng">
              <a:solidFill>
                <a:schemeClr val="tx1"/>
              </a:solidFill>
              <a:prstDash val="solid"/>
              <a:headEnd type="none" w="med" len="med"/>
              <a:tailEnd type="triangle" w="med" len="med"/>
            </a:ln>
          </p:spPr>
        </p:sp>
      </p:grpSp>
      <p:grpSp>
        <p:nvGrpSpPr>
          <p:cNvPr id="94132" name="Group 948"/>
          <p:cNvGrpSpPr/>
          <p:nvPr/>
        </p:nvGrpSpPr>
        <p:grpSpPr>
          <a:xfrm>
            <a:off x="5867400" y="3898900"/>
            <a:ext cx="4838700" cy="950913"/>
            <a:chOff x="2736" y="2456"/>
            <a:chExt cx="3048" cy="630"/>
          </a:xfrm>
        </p:grpSpPr>
        <p:grpSp>
          <p:nvGrpSpPr>
            <p:cNvPr id="99498" name="Group 946"/>
            <p:cNvGrpSpPr/>
            <p:nvPr/>
          </p:nvGrpSpPr>
          <p:grpSpPr>
            <a:xfrm>
              <a:off x="3016" y="2456"/>
              <a:ext cx="2768" cy="630"/>
              <a:chOff x="3008" y="2707"/>
              <a:chExt cx="2496" cy="721"/>
            </a:xfrm>
          </p:grpSpPr>
          <p:sp>
            <p:nvSpPr>
              <p:cNvPr id="99500" name="Line 877"/>
              <p:cNvSpPr/>
              <p:nvPr/>
            </p:nvSpPr>
            <p:spPr>
              <a:xfrm>
                <a:off x="3008" y="3427"/>
                <a:ext cx="1" cy="1"/>
              </a:xfrm>
              <a:prstGeom prst="line">
                <a:avLst/>
              </a:prstGeom>
              <a:ln w="11113" cap="flat" cmpd="sng">
                <a:solidFill>
                  <a:srgbClr val="000000"/>
                </a:solidFill>
                <a:prstDash val="solid"/>
                <a:headEnd type="none" w="med" len="med"/>
                <a:tailEnd type="none" w="med" len="med"/>
              </a:ln>
            </p:spPr>
          </p:sp>
          <p:sp>
            <p:nvSpPr>
              <p:cNvPr id="99501" name="Line 878"/>
              <p:cNvSpPr/>
              <p:nvPr/>
            </p:nvSpPr>
            <p:spPr>
              <a:xfrm>
                <a:off x="3138" y="3427"/>
                <a:ext cx="1" cy="1"/>
              </a:xfrm>
              <a:prstGeom prst="line">
                <a:avLst/>
              </a:prstGeom>
              <a:ln w="11113" cap="flat" cmpd="sng">
                <a:solidFill>
                  <a:srgbClr val="000000"/>
                </a:solidFill>
                <a:prstDash val="solid"/>
                <a:headEnd type="none" w="med" len="med"/>
                <a:tailEnd type="none" w="med" len="med"/>
              </a:ln>
            </p:spPr>
          </p:sp>
          <p:sp>
            <p:nvSpPr>
              <p:cNvPr id="99502" name="Line 879"/>
              <p:cNvSpPr/>
              <p:nvPr/>
            </p:nvSpPr>
            <p:spPr>
              <a:xfrm>
                <a:off x="3268" y="3427"/>
                <a:ext cx="1" cy="1"/>
              </a:xfrm>
              <a:prstGeom prst="line">
                <a:avLst/>
              </a:prstGeom>
              <a:ln w="11113" cap="flat" cmpd="sng">
                <a:solidFill>
                  <a:srgbClr val="000000"/>
                </a:solidFill>
                <a:prstDash val="solid"/>
                <a:headEnd type="none" w="med" len="med"/>
                <a:tailEnd type="none" w="med" len="med"/>
              </a:ln>
            </p:spPr>
          </p:sp>
          <p:sp>
            <p:nvSpPr>
              <p:cNvPr id="99503" name="Line 880"/>
              <p:cNvSpPr/>
              <p:nvPr/>
            </p:nvSpPr>
            <p:spPr>
              <a:xfrm>
                <a:off x="3398" y="3427"/>
                <a:ext cx="1" cy="1"/>
              </a:xfrm>
              <a:prstGeom prst="line">
                <a:avLst/>
              </a:prstGeom>
              <a:ln w="11113" cap="flat" cmpd="sng">
                <a:solidFill>
                  <a:srgbClr val="000000"/>
                </a:solidFill>
                <a:prstDash val="solid"/>
                <a:headEnd type="none" w="med" len="med"/>
                <a:tailEnd type="none" w="med" len="med"/>
              </a:ln>
            </p:spPr>
          </p:sp>
          <p:sp>
            <p:nvSpPr>
              <p:cNvPr id="99504" name="Line 881"/>
              <p:cNvSpPr/>
              <p:nvPr/>
            </p:nvSpPr>
            <p:spPr>
              <a:xfrm>
                <a:off x="3528" y="3427"/>
                <a:ext cx="1" cy="1"/>
              </a:xfrm>
              <a:prstGeom prst="line">
                <a:avLst/>
              </a:prstGeom>
              <a:ln w="11113" cap="flat" cmpd="sng">
                <a:solidFill>
                  <a:srgbClr val="000000"/>
                </a:solidFill>
                <a:prstDash val="solid"/>
                <a:headEnd type="none" w="med" len="med"/>
                <a:tailEnd type="none" w="med" len="med"/>
              </a:ln>
            </p:spPr>
          </p:sp>
          <p:sp>
            <p:nvSpPr>
              <p:cNvPr id="99505" name="Line 882"/>
              <p:cNvSpPr/>
              <p:nvPr/>
            </p:nvSpPr>
            <p:spPr>
              <a:xfrm>
                <a:off x="3658" y="3427"/>
                <a:ext cx="1" cy="1"/>
              </a:xfrm>
              <a:prstGeom prst="line">
                <a:avLst/>
              </a:prstGeom>
              <a:ln w="11113" cap="flat" cmpd="sng">
                <a:solidFill>
                  <a:srgbClr val="000000"/>
                </a:solidFill>
                <a:prstDash val="solid"/>
                <a:headEnd type="none" w="med" len="med"/>
                <a:tailEnd type="none" w="med" len="med"/>
              </a:ln>
            </p:spPr>
          </p:sp>
          <p:sp>
            <p:nvSpPr>
              <p:cNvPr id="99506" name="Line 883"/>
              <p:cNvSpPr/>
              <p:nvPr/>
            </p:nvSpPr>
            <p:spPr>
              <a:xfrm>
                <a:off x="3788" y="3427"/>
                <a:ext cx="1" cy="1"/>
              </a:xfrm>
              <a:prstGeom prst="line">
                <a:avLst/>
              </a:prstGeom>
              <a:ln w="11113" cap="flat" cmpd="sng">
                <a:solidFill>
                  <a:srgbClr val="000000"/>
                </a:solidFill>
                <a:prstDash val="solid"/>
                <a:headEnd type="none" w="med" len="med"/>
                <a:tailEnd type="none" w="med" len="med"/>
              </a:ln>
            </p:spPr>
          </p:sp>
          <p:sp>
            <p:nvSpPr>
              <p:cNvPr id="99507" name="Line 884"/>
              <p:cNvSpPr/>
              <p:nvPr/>
            </p:nvSpPr>
            <p:spPr>
              <a:xfrm>
                <a:off x="3919" y="3427"/>
                <a:ext cx="1" cy="1"/>
              </a:xfrm>
              <a:prstGeom prst="line">
                <a:avLst/>
              </a:prstGeom>
              <a:ln w="11113" cap="flat" cmpd="sng">
                <a:solidFill>
                  <a:srgbClr val="000000"/>
                </a:solidFill>
                <a:prstDash val="solid"/>
                <a:headEnd type="none" w="med" len="med"/>
                <a:tailEnd type="none" w="med" len="med"/>
              </a:ln>
            </p:spPr>
          </p:sp>
          <p:sp>
            <p:nvSpPr>
              <p:cNvPr id="99508" name="Line 885"/>
              <p:cNvSpPr/>
              <p:nvPr/>
            </p:nvSpPr>
            <p:spPr>
              <a:xfrm>
                <a:off x="4049" y="3427"/>
                <a:ext cx="1" cy="1"/>
              </a:xfrm>
              <a:prstGeom prst="line">
                <a:avLst/>
              </a:prstGeom>
              <a:ln w="11113" cap="flat" cmpd="sng">
                <a:solidFill>
                  <a:srgbClr val="000000"/>
                </a:solidFill>
                <a:prstDash val="solid"/>
                <a:headEnd type="none" w="med" len="med"/>
                <a:tailEnd type="none" w="med" len="med"/>
              </a:ln>
            </p:spPr>
          </p:sp>
          <p:sp>
            <p:nvSpPr>
              <p:cNvPr id="99509" name="Line 886"/>
              <p:cNvSpPr/>
              <p:nvPr/>
            </p:nvSpPr>
            <p:spPr>
              <a:xfrm>
                <a:off x="4179" y="3427"/>
                <a:ext cx="1" cy="1"/>
              </a:xfrm>
              <a:prstGeom prst="line">
                <a:avLst/>
              </a:prstGeom>
              <a:ln w="11113" cap="flat" cmpd="sng">
                <a:solidFill>
                  <a:srgbClr val="000000"/>
                </a:solidFill>
                <a:prstDash val="solid"/>
                <a:headEnd type="none" w="med" len="med"/>
                <a:tailEnd type="none" w="med" len="med"/>
              </a:ln>
            </p:spPr>
          </p:sp>
          <p:sp>
            <p:nvSpPr>
              <p:cNvPr id="99510" name="Line 887"/>
              <p:cNvSpPr/>
              <p:nvPr/>
            </p:nvSpPr>
            <p:spPr>
              <a:xfrm>
                <a:off x="4309" y="3427"/>
                <a:ext cx="1" cy="1"/>
              </a:xfrm>
              <a:prstGeom prst="line">
                <a:avLst/>
              </a:prstGeom>
              <a:ln w="11113" cap="flat" cmpd="sng">
                <a:solidFill>
                  <a:srgbClr val="000000"/>
                </a:solidFill>
                <a:prstDash val="solid"/>
                <a:headEnd type="none" w="med" len="med"/>
                <a:tailEnd type="none" w="med" len="med"/>
              </a:ln>
            </p:spPr>
          </p:sp>
          <p:sp>
            <p:nvSpPr>
              <p:cNvPr id="99511" name="Line 888"/>
              <p:cNvSpPr/>
              <p:nvPr/>
            </p:nvSpPr>
            <p:spPr>
              <a:xfrm>
                <a:off x="4439" y="3427"/>
                <a:ext cx="1" cy="1"/>
              </a:xfrm>
              <a:prstGeom prst="line">
                <a:avLst/>
              </a:prstGeom>
              <a:ln w="11113" cap="flat" cmpd="sng">
                <a:solidFill>
                  <a:srgbClr val="000000"/>
                </a:solidFill>
                <a:prstDash val="solid"/>
                <a:headEnd type="none" w="med" len="med"/>
                <a:tailEnd type="none" w="med" len="med"/>
              </a:ln>
            </p:spPr>
          </p:sp>
          <p:sp>
            <p:nvSpPr>
              <p:cNvPr id="99512" name="Line 889"/>
              <p:cNvSpPr/>
              <p:nvPr/>
            </p:nvSpPr>
            <p:spPr>
              <a:xfrm>
                <a:off x="4569" y="3427"/>
                <a:ext cx="1" cy="1"/>
              </a:xfrm>
              <a:prstGeom prst="line">
                <a:avLst/>
              </a:prstGeom>
              <a:ln w="11113" cap="flat" cmpd="sng">
                <a:solidFill>
                  <a:srgbClr val="000000"/>
                </a:solidFill>
                <a:prstDash val="solid"/>
                <a:headEnd type="none" w="med" len="med"/>
                <a:tailEnd type="none" w="med" len="med"/>
              </a:ln>
            </p:spPr>
          </p:sp>
          <p:sp>
            <p:nvSpPr>
              <p:cNvPr id="99513" name="Line 890"/>
              <p:cNvSpPr/>
              <p:nvPr/>
            </p:nvSpPr>
            <p:spPr>
              <a:xfrm>
                <a:off x="4699" y="3427"/>
                <a:ext cx="1" cy="1"/>
              </a:xfrm>
              <a:prstGeom prst="line">
                <a:avLst/>
              </a:prstGeom>
              <a:ln w="11113" cap="flat" cmpd="sng">
                <a:solidFill>
                  <a:srgbClr val="000000"/>
                </a:solidFill>
                <a:prstDash val="solid"/>
                <a:headEnd type="none" w="med" len="med"/>
                <a:tailEnd type="none" w="med" len="med"/>
              </a:ln>
            </p:spPr>
          </p:sp>
          <p:sp>
            <p:nvSpPr>
              <p:cNvPr id="99514" name="Line 891"/>
              <p:cNvSpPr/>
              <p:nvPr/>
            </p:nvSpPr>
            <p:spPr>
              <a:xfrm>
                <a:off x="4829" y="3427"/>
                <a:ext cx="1" cy="1"/>
              </a:xfrm>
              <a:prstGeom prst="line">
                <a:avLst/>
              </a:prstGeom>
              <a:ln w="11113" cap="flat" cmpd="sng">
                <a:solidFill>
                  <a:srgbClr val="000000"/>
                </a:solidFill>
                <a:prstDash val="solid"/>
                <a:headEnd type="none" w="med" len="med"/>
                <a:tailEnd type="none" w="med" len="med"/>
              </a:ln>
            </p:spPr>
          </p:sp>
          <p:sp>
            <p:nvSpPr>
              <p:cNvPr id="99515" name="Line 892"/>
              <p:cNvSpPr/>
              <p:nvPr/>
            </p:nvSpPr>
            <p:spPr>
              <a:xfrm>
                <a:off x="4959" y="3427"/>
                <a:ext cx="1" cy="1"/>
              </a:xfrm>
              <a:prstGeom prst="line">
                <a:avLst/>
              </a:prstGeom>
              <a:ln w="11113" cap="flat" cmpd="sng">
                <a:solidFill>
                  <a:srgbClr val="000000"/>
                </a:solidFill>
                <a:prstDash val="solid"/>
                <a:headEnd type="none" w="med" len="med"/>
                <a:tailEnd type="none" w="med" len="med"/>
              </a:ln>
            </p:spPr>
          </p:sp>
          <p:sp>
            <p:nvSpPr>
              <p:cNvPr id="99516" name="Line 893"/>
              <p:cNvSpPr/>
              <p:nvPr/>
            </p:nvSpPr>
            <p:spPr>
              <a:xfrm>
                <a:off x="5090" y="3427"/>
                <a:ext cx="1" cy="1"/>
              </a:xfrm>
              <a:prstGeom prst="line">
                <a:avLst/>
              </a:prstGeom>
              <a:ln w="11113" cap="flat" cmpd="sng">
                <a:solidFill>
                  <a:srgbClr val="000000"/>
                </a:solidFill>
                <a:prstDash val="solid"/>
                <a:headEnd type="none" w="med" len="med"/>
                <a:tailEnd type="none" w="med" len="med"/>
              </a:ln>
            </p:spPr>
          </p:sp>
          <p:sp>
            <p:nvSpPr>
              <p:cNvPr id="99517" name="Line 894"/>
              <p:cNvSpPr/>
              <p:nvPr/>
            </p:nvSpPr>
            <p:spPr>
              <a:xfrm>
                <a:off x="5220" y="3427"/>
                <a:ext cx="1" cy="1"/>
              </a:xfrm>
              <a:prstGeom prst="line">
                <a:avLst/>
              </a:prstGeom>
              <a:ln w="11113" cap="flat" cmpd="sng">
                <a:solidFill>
                  <a:srgbClr val="000000"/>
                </a:solidFill>
                <a:prstDash val="solid"/>
                <a:headEnd type="none" w="med" len="med"/>
                <a:tailEnd type="none" w="med" len="med"/>
              </a:ln>
            </p:spPr>
          </p:sp>
          <p:sp>
            <p:nvSpPr>
              <p:cNvPr id="99518" name="Line 895"/>
              <p:cNvSpPr/>
              <p:nvPr/>
            </p:nvSpPr>
            <p:spPr>
              <a:xfrm>
                <a:off x="5350" y="3427"/>
                <a:ext cx="1" cy="1"/>
              </a:xfrm>
              <a:prstGeom prst="line">
                <a:avLst/>
              </a:prstGeom>
              <a:ln w="11113" cap="flat" cmpd="sng">
                <a:solidFill>
                  <a:srgbClr val="000000"/>
                </a:solidFill>
                <a:prstDash val="solid"/>
                <a:headEnd type="none" w="med" len="med"/>
                <a:tailEnd type="none" w="med" len="med"/>
              </a:ln>
            </p:spPr>
          </p:sp>
          <p:sp>
            <p:nvSpPr>
              <p:cNvPr id="99519" name="Line 896"/>
              <p:cNvSpPr/>
              <p:nvPr/>
            </p:nvSpPr>
            <p:spPr>
              <a:xfrm>
                <a:off x="3008" y="3427"/>
                <a:ext cx="2342" cy="1"/>
              </a:xfrm>
              <a:prstGeom prst="line">
                <a:avLst/>
              </a:prstGeom>
              <a:ln w="11113" cap="flat" cmpd="sng">
                <a:solidFill>
                  <a:srgbClr val="000000"/>
                </a:solidFill>
                <a:prstDash val="solid"/>
                <a:headEnd type="none" w="med" len="med"/>
                <a:tailEnd type="none" w="med" len="med"/>
              </a:ln>
            </p:spPr>
          </p:sp>
          <p:sp>
            <p:nvSpPr>
              <p:cNvPr id="99520" name="Line 897"/>
              <p:cNvSpPr/>
              <p:nvPr/>
            </p:nvSpPr>
            <p:spPr>
              <a:xfrm>
                <a:off x="3008" y="3427"/>
                <a:ext cx="1" cy="1"/>
              </a:xfrm>
              <a:prstGeom prst="line">
                <a:avLst/>
              </a:prstGeom>
              <a:ln w="11113" cap="flat" cmpd="sng">
                <a:solidFill>
                  <a:srgbClr val="000000"/>
                </a:solidFill>
                <a:prstDash val="solid"/>
                <a:headEnd type="none" w="med" len="med"/>
                <a:tailEnd type="none" w="med" len="med"/>
              </a:ln>
            </p:spPr>
          </p:sp>
          <p:sp>
            <p:nvSpPr>
              <p:cNvPr id="99521" name="Line 898"/>
              <p:cNvSpPr/>
              <p:nvPr/>
            </p:nvSpPr>
            <p:spPr>
              <a:xfrm>
                <a:off x="3008" y="3367"/>
                <a:ext cx="1" cy="1"/>
              </a:xfrm>
              <a:prstGeom prst="line">
                <a:avLst/>
              </a:prstGeom>
              <a:ln w="11113" cap="flat" cmpd="sng">
                <a:solidFill>
                  <a:srgbClr val="000000"/>
                </a:solidFill>
                <a:prstDash val="solid"/>
                <a:headEnd type="none" w="med" len="med"/>
                <a:tailEnd type="none" w="med" len="med"/>
              </a:ln>
            </p:spPr>
          </p:sp>
          <p:sp>
            <p:nvSpPr>
              <p:cNvPr id="99522" name="Line 899"/>
              <p:cNvSpPr/>
              <p:nvPr/>
            </p:nvSpPr>
            <p:spPr>
              <a:xfrm>
                <a:off x="3008" y="3308"/>
                <a:ext cx="1" cy="1"/>
              </a:xfrm>
              <a:prstGeom prst="line">
                <a:avLst/>
              </a:prstGeom>
              <a:ln w="11113" cap="flat" cmpd="sng">
                <a:solidFill>
                  <a:srgbClr val="000000"/>
                </a:solidFill>
                <a:prstDash val="solid"/>
                <a:headEnd type="none" w="med" len="med"/>
                <a:tailEnd type="none" w="med" len="med"/>
              </a:ln>
            </p:spPr>
          </p:sp>
          <p:sp>
            <p:nvSpPr>
              <p:cNvPr id="99523" name="Line 900"/>
              <p:cNvSpPr/>
              <p:nvPr/>
            </p:nvSpPr>
            <p:spPr>
              <a:xfrm>
                <a:off x="3008" y="3248"/>
                <a:ext cx="1" cy="1"/>
              </a:xfrm>
              <a:prstGeom prst="line">
                <a:avLst/>
              </a:prstGeom>
              <a:ln w="11113" cap="flat" cmpd="sng">
                <a:solidFill>
                  <a:srgbClr val="000000"/>
                </a:solidFill>
                <a:prstDash val="solid"/>
                <a:headEnd type="none" w="med" len="med"/>
                <a:tailEnd type="none" w="med" len="med"/>
              </a:ln>
            </p:spPr>
          </p:sp>
          <p:sp>
            <p:nvSpPr>
              <p:cNvPr id="99524" name="Line 901"/>
              <p:cNvSpPr/>
              <p:nvPr/>
            </p:nvSpPr>
            <p:spPr>
              <a:xfrm>
                <a:off x="3008" y="3188"/>
                <a:ext cx="1" cy="1"/>
              </a:xfrm>
              <a:prstGeom prst="line">
                <a:avLst/>
              </a:prstGeom>
              <a:ln w="11113" cap="flat" cmpd="sng">
                <a:solidFill>
                  <a:srgbClr val="000000"/>
                </a:solidFill>
                <a:prstDash val="solid"/>
                <a:headEnd type="none" w="med" len="med"/>
                <a:tailEnd type="none" w="med" len="med"/>
              </a:ln>
            </p:spPr>
          </p:sp>
          <p:sp>
            <p:nvSpPr>
              <p:cNvPr id="99525" name="Line 902"/>
              <p:cNvSpPr/>
              <p:nvPr/>
            </p:nvSpPr>
            <p:spPr>
              <a:xfrm>
                <a:off x="3008" y="3129"/>
                <a:ext cx="1" cy="1"/>
              </a:xfrm>
              <a:prstGeom prst="line">
                <a:avLst/>
              </a:prstGeom>
              <a:ln w="11113" cap="flat" cmpd="sng">
                <a:solidFill>
                  <a:srgbClr val="000000"/>
                </a:solidFill>
                <a:prstDash val="solid"/>
                <a:headEnd type="none" w="med" len="med"/>
                <a:tailEnd type="none" w="med" len="med"/>
              </a:ln>
            </p:spPr>
          </p:sp>
          <p:sp>
            <p:nvSpPr>
              <p:cNvPr id="99526" name="Line 903"/>
              <p:cNvSpPr/>
              <p:nvPr/>
            </p:nvSpPr>
            <p:spPr>
              <a:xfrm>
                <a:off x="3008" y="3069"/>
                <a:ext cx="1" cy="1"/>
              </a:xfrm>
              <a:prstGeom prst="line">
                <a:avLst/>
              </a:prstGeom>
              <a:ln w="11113" cap="flat" cmpd="sng">
                <a:solidFill>
                  <a:srgbClr val="000000"/>
                </a:solidFill>
                <a:prstDash val="solid"/>
                <a:headEnd type="none" w="med" len="med"/>
                <a:tailEnd type="none" w="med" len="med"/>
              </a:ln>
            </p:spPr>
          </p:sp>
          <p:sp>
            <p:nvSpPr>
              <p:cNvPr id="99527" name="Line 904"/>
              <p:cNvSpPr/>
              <p:nvPr/>
            </p:nvSpPr>
            <p:spPr>
              <a:xfrm>
                <a:off x="3008" y="3010"/>
                <a:ext cx="1" cy="1"/>
              </a:xfrm>
              <a:prstGeom prst="line">
                <a:avLst/>
              </a:prstGeom>
              <a:ln w="11113" cap="flat" cmpd="sng">
                <a:solidFill>
                  <a:srgbClr val="000000"/>
                </a:solidFill>
                <a:prstDash val="solid"/>
                <a:headEnd type="none" w="med" len="med"/>
                <a:tailEnd type="none" w="med" len="med"/>
              </a:ln>
            </p:spPr>
          </p:sp>
          <p:sp>
            <p:nvSpPr>
              <p:cNvPr id="99528" name="Line 905"/>
              <p:cNvSpPr/>
              <p:nvPr/>
            </p:nvSpPr>
            <p:spPr>
              <a:xfrm>
                <a:off x="3008" y="2950"/>
                <a:ext cx="1" cy="1"/>
              </a:xfrm>
              <a:prstGeom prst="line">
                <a:avLst/>
              </a:prstGeom>
              <a:ln w="11113" cap="flat" cmpd="sng">
                <a:solidFill>
                  <a:srgbClr val="000000"/>
                </a:solidFill>
                <a:prstDash val="solid"/>
                <a:headEnd type="none" w="med" len="med"/>
                <a:tailEnd type="none" w="med" len="med"/>
              </a:ln>
            </p:spPr>
          </p:sp>
          <p:sp>
            <p:nvSpPr>
              <p:cNvPr id="99529" name="Line 906"/>
              <p:cNvSpPr/>
              <p:nvPr/>
            </p:nvSpPr>
            <p:spPr>
              <a:xfrm>
                <a:off x="3008" y="2890"/>
                <a:ext cx="1" cy="1"/>
              </a:xfrm>
              <a:prstGeom prst="line">
                <a:avLst/>
              </a:prstGeom>
              <a:ln w="11113" cap="flat" cmpd="sng">
                <a:solidFill>
                  <a:srgbClr val="000000"/>
                </a:solidFill>
                <a:prstDash val="solid"/>
                <a:headEnd type="none" w="med" len="med"/>
                <a:tailEnd type="none" w="med" len="med"/>
              </a:ln>
            </p:spPr>
          </p:sp>
          <p:sp>
            <p:nvSpPr>
              <p:cNvPr id="99530" name="Line 907"/>
              <p:cNvSpPr/>
              <p:nvPr/>
            </p:nvSpPr>
            <p:spPr>
              <a:xfrm>
                <a:off x="3008" y="2831"/>
                <a:ext cx="1" cy="1"/>
              </a:xfrm>
              <a:prstGeom prst="line">
                <a:avLst/>
              </a:prstGeom>
              <a:ln w="11113" cap="flat" cmpd="sng">
                <a:solidFill>
                  <a:srgbClr val="000000"/>
                </a:solidFill>
                <a:prstDash val="solid"/>
                <a:headEnd type="none" w="med" len="med"/>
                <a:tailEnd type="none" w="med" len="med"/>
              </a:ln>
            </p:spPr>
          </p:sp>
          <p:sp>
            <p:nvSpPr>
              <p:cNvPr id="99531" name="Line 908"/>
              <p:cNvSpPr/>
              <p:nvPr/>
            </p:nvSpPr>
            <p:spPr>
              <a:xfrm>
                <a:off x="3008" y="2771"/>
                <a:ext cx="1" cy="1"/>
              </a:xfrm>
              <a:prstGeom prst="line">
                <a:avLst/>
              </a:prstGeom>
              <a:ln w="11113" cap="flat" cmpd="sng">
                <a:solidFill>
                  <a:srgbClr val="000000"/>
                </a:solidFill>
                <a:prstDash val="solid"/>
                <a:headEnd type="none" w="med" len="med"/>
                <a:tailEnd type="none" w="med" len="med"/>
              </a:ln>
            </p:spPr>
          </p:sp>
          <p:sp>
            <p:nvSpPr>
              <p:cNvPr id="99532" name="Freeform 909"/>
              <p:cNvSpPr/>
              <p:nvPr/>
            </p:nvSpPr>
            <p:spPr>
              <a:xfrm>
                <a:off x="3008" y="2771"/>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11113" cap="flat" cmpd="sng">
                <a:solidFill>
                  <a:srgbClr val="000000">
                    <a:alpha val="100000"/>
                  </a:srgbClr>
                </a:solidFill>
                <a:prstDash val="solid"/>
                <a:round/>
                <a:headEnd type="none" w="med" len="med"/>
                <a:tailEnd type="none" w="med" len="med"/>
              </a:ln>
            </p:spPr>
            <p:txBody>
              <a:bodyPr/>
              <a:p>
                <a:endParaRPr lang="zh-CN" altLang="en-US"/>
              </a:p>
            </p:txBody>
          </p:sp>
          <p:sp>
            <p:nvSpPr>
              <p:cNvPr id="99533" name="Line 910"/>
              <p:cNvSpPr/>
              <p:nvPr/>
            </p:nvSpPr>
            <p:spPr>
              <a:xfrm>
                <a:off x="3138" y="2771"/>
                <a:ext cx="1" cy="1"/>
              </a:xfrm>
              <a:prstGeom prst="line">
                <a:avLst/>
              </a:prstGeom>
              <a:ln w="11113" cap="flat" cmpd="sng">
                <a:solidFill>
                  <a:srgbClr val="000000"/>
                </a:solidFill>
                <a:prstDash val="solid"/>
                <a:headEnd type="none" w="med" len="med"/>
                <a:tailEnd type="none" w="med" len="med"/>
              </a:ln>
            </p:spPr>
          </p:sp>
          <p:sp>
            <p:nvSpPr>
              <p:cNvPr id="99534" name="Line 911"/>
              <p:cNvSpPr/>
              <p:nvPr/>
            </p:nvSpPr>
            <p:spPr>
              <a:xfrm>
                <a:off x="3268" y="2771"/>
                <a:ext cx="1" cy="1"/>
              </a:xfrm>
              <a:prstGeom prst="line">
                <a:avLst/>
              </a:prstGeom>
              <a:ln w="11113" cap="flat" cmpd="sng">
                <a:solidFill>
                  <a:srgbClr val="000000"/>
                </a:solidFill>
                <a:prstDash val="solid"/>
                <a:headEnd type="none" w="med" len="med"/>
                <a:tailEnd type="none" w="med" len="med"/>
              </a:ln>
            </p:spPr>
          </p:sp>
          <p:sp>
            <p:nvSpPr>
              <p:cNvPr id="99535" name="Line 912"/>
              <p:cNvSpPr/>
              <p:nvPr/>
            </p:nvSpPr>
            <p:spPr>
              <a:xfrm>
                <a:off x="3398" y="2771"/>
                <a:ext cx="1" cy="1"/>
              </a:xfrm>
              <a:prstGeom prst="line">
                <a:avLst/>
              </a:prstGeom>
              <a:ln w="11113" cap="flat" cmpd="sng">
                <a:solidFill>
                  <a:srgbClr val="000000"/>
                </a:solidFill>
                <a:prstDash val="solid"/>
                <a:headEnd type="none" w="med" len="med"/>
                <a:tailEnd type="none" w="med" len="med"/>
              </a:ln>
            </p:spPr>
          </p:sp>
          <p:sp>
            <p:nvSpPr>
              <p:cNvPr id="99536" name="Line 913"/>
              <p:cNvSpPr/>
              <p:nvPr/>
            </p:nvSpPr>
            <p:spPr>
              <a:xfrm>
                <a:off x="3528" y="2771"/>
                <a:ext cx="1" cy="1"/>
              </a:xfrm>
              <a:prstGeom prst="line">
                <a:avLst/>
              </a:prstGeom>
              <a:ln w="11113" cap="flat" cmpd="sng">
                <a:solidFill>
                  <a:srgbClr val="000000"/>
                </a:solidFill>
                <a:prstDash val="solid"/>
                <a:headEnd type="none" w="med" len="med"/>
                <a:tailEnd type="none" w="med" len="med"/>
              </a:ln>
            </p:spPr>
          </p:sp>
          <p:sp>
            <p:nvSpPr>
              <p:cNvPr id="99537" name="Line 914"/>
              <p:cNvSpPr/>
              <p:nvPr/>
            </p:nvSpPr>
            <p:spPr>
              <a:xfrm>
                <a:off x="3658" y="2771"/>
                <a:ext cx="1" cy="1"/>
              </a:xfrm>
              <a:prstGeom prst="line">
                <a:avLst/>
              </a:prstGeom>
              <a:ln w="11113" cap="flat" cmpd="sng">
                <a:solidFill>
                  <a:srgbClr val="000000"/>
                </a:solidFill>
                <a:prstDash val="solid"/>
                <a:headEnd type="none" w="med" len="med"/>
                <a:tailEnd type="none" w="med" len="med"/>
              </a:ln>
            </p:spPr>
          </p:sp>
          <p:sp>
            <p:nvSpPr>
              <p:cNvPr id="99538" name="Line 915"/>
              <p:cNvSpPr/>
              <p:nvPr/>
            </p:nvSpPr>
            <p:spPr>
              <a:xfrm>
                <a:off x="3788" y="2771"/>
                <a:ext cx="1" cy="1"/>
              </a:xfrm>
              <a:prstGeom prst="line">
                <a:avLst/>
              </a:prstGeom>
              <a:ln w="11113" cap="flat" cmpd="sng">
                <a:solidFill>
                  <a:srgbClr val="000000"/>
                </a:solidFill>
                <a:prstDash val="solid"/>
                <a:headEnd type="none" w="med" len="med"/>
                <a:tailEnd type="none" w="med" len="med"/>
              </a:ln>
            </p:spPr>
          </p:sp>
          <p:sp>
            <p:nvSpPr>
              <p:cNvPr id="99539" name="Line 916"/>
              <p:cNvSpPr/>
              <p:nvPr/>
            </p:nvSpPr>
            <p:spPr>
              <a:xfrm>
                <a:off x="3919" y="2771"/>
                <a:ext cx="1" cy="1"/>
              </a:xfrm>
              <a:prstGeom prst="line">
                <a:avLst/>
              </a:prstGeom>
              <a:ln w="11113" cap="flat" cmpd="sng">
                <a:solidFill>
                  <a:srgbClr val="000000"/>
                </a:solidFill>
                <a:prstDash val="solid"/>
                <a:headEnd type="none" w="med" len="med"/>
                <a:tailEnd type="none" w="med" len="med"/>
              </a:ln>
            </p:spPr>
          </p:sp>
          <p:sp>
            <p:nvSpPr>
              <p:cNvPr id="99540" name="Line 917"/>
              <p:cNvSpPr/>
              <p:nvPr/>
            </p:nvSpPr>
            <p:spPr>
              <a:xfrm>
                <a:off x="4049" y="2771"/>
                <a:ext cx="1" cy="1"/>
              </a:xfrm>
              <a:prstGeom prst="line">
                <a:avLst/>
              </a:prstGeom>
              <a:ln w="11113" cap="flat" cmpd="sng">
                <a:solidFill>
                  <a:srgbClr val="000000"/>
                </a:solidFill>
                <a:prstDash val="solid"/>
                <a:headEnd type="none" w="med" len="med"/>
                <a:tailEnd type="none" w="med" len="med"/>
              </a:ln>
            </p:spPr>
          </p:sp>
          <p:sp>
            <p:nvSpPr>
              <p:cNvPr id="99541" name="Line 918"/>
              <p:cNvSpPr/>
              <p:nvPr/>
            </p:nvSpPr>
            <p:spPr>
              <a:xfrm>
                <a:off x="4179" y="2771"/>
                <a:ext cx="1" cy="1"/>
              </a:xfrm>
              <a:prstGeom prst="line">
                <a:avLst/>
              </a:prstGeom>
              <a:ln w="11113" cap="flat" cmpd="sng">
                <a:solidFill>
                  <a:srgbClr val="000000"/>
                </a:solidFill>
                <a:prstDash val="solid"/>
                <a:headEnd type="none" w="med" len="med"/>
                <a:tailEnd type="none" w="med" len="med"/>
              </a:ln>
            </p:spPr>
          </p:sp>
          <p:sp>
            <p:nvSpPr>
              <p:cNvPr id="99542" name="Line 919"/>
              <p:cNvSpPr/>
              <p:nvPr/>
            </p:nvSpPr>
            <p:spPr>
              <a:xfrm>
                <a:off x="4309" y="2771"/>
                <a:ext cx="1" cy="1"/>
              </a:xfrm>
              <a:prstGeom prst="line">
                <a:avLst/>
              </a:prstGeom>
              <a:ln w="11113" cap="flat" cmpd="sng">
                <a:solidFill>
                  <a:srgbClr val="000000"/>
                </a:solidFill>
                <a:prstDash val="solid"/>
                <a:headEnd type="none" w="med" len="med"/>
                <a:tailEnd type="none" w="med" len="med"/>
              </a:ln>
            </p:spPr>
          </p:sp>
          <p:sp>
            <p:nvSpPr>
              <p:cNvPr id="99543" name="Line 920"/>
              <p:cNvSpPr/>
              <p:nvPr/>
            </p:nvSpPr>
            <p:spPr>
              <a:xfrm>
                <a:off x="4439" y="2771"/>
                <a:ext cx="1" cy="1"/>
              </a:xfrm>
              <a:prstGeom prst="line">
                <a:avLst/>
              </a:prstGeom>
              <a:ln w="11113" cap="flat" cmpd="sng">
                <a:solidFill>
                  <a:srgbClr val="000000"/>
                </a:solidFill>
                <a:prstDash val="solid"/>
                <a:headEnd type="none" w="med" len="med"/>
                <a:tailEnd type="none" w="med" len="med"/>
              </a:ln>
            </p:spPr>
          </p:sp>
          <p:sp>
            <p:nvSpPr>
              <p:cNvPr id="99544" name="Line 921"/>
              <p:cNvSpPr/>
              <p:nvPr/>
            </p:nvSpPr>
            <p:spPr>
              <a:xfrm>
                <a:off x="4569" y="2771"/>
                <a:ext cx="1" cy="1"/>
              </a:xfrm>
              <a:prstGeom prst="line">
                <a:avLst/>
              </a:prstGeom>
              <a:ln w="11113" cap="flat" cmpd="sng">
                <a:solidFill>
                  <a:srgbClr val="000000"/>
                </a:solidFill>
                <a:prstDash val="solid"/>
                <a:headEnd type="none" w="med" len="med"/>
                <a:tailEnd type="none" w="med" len="med"/>
              </a:ln>
            </p:spPr>
          </p:sp>
          <p:sp>
            <p:nvSpPr>
              <p:cNvPr id="99545" name="Line 922"/>
              <p:cNvSpPr/>
              <p:nvPr/>
            </p:nvSpPr>
            <p:spPr>
              <a:xfrm>
                <a:off x="4699" y="2771"/>
                <a:ext cx="1" cy="1"/>
              </a:xfrm>
              <a:prstGeom prst="line">
                <a:avLst/>
              </a:prstGeom>
              <a:ln w="11113" cap="flat" cmpd="sng">
                <a:solidFill>
                  <a:srgbClr val="000000"/>
                </a:solidFill>
                <a:prstDash val="solid"/>
                <a:headEnd type="none" w="med" len="med"/>
                <a:tailEnd type="none" w="med" len="med"/>
              </a:ln>
            </p:spPr>
          </p:sp>
          <p:sp>
            <p:nvSpPr>
              <p:cNvPr id="99546" name="Line 923"/>
              <p:cNvSpPr/>
              <p:nvPr/>
            </p:nvSpPr>
            <p:spPr>
              <a:xfrm>
                <a:off x="4829" y="2771"/>
                <a:ext cx="1" cy="1"/>
              </a:xfrm>
              <a:prstGeom prst="line">
                <a:avLst/>
              </a:prstGeom>
              <a:ln w="11113" cap="flat" cmpd="sng">
                <a:solidFill>
                  <a:srgbClr val="000000"/>
                </a:solidFill>
                <a:prstDash val="solid"/>
                <a:headEnd type="none" w="med" len="med"/>
                <a:tailEnd type="none" w="med" len="med"/>
              </a:ln>
            </p:spPr>
          </p:sp>
          <p:sp>
            <p:nvSpPr>
              <p:cNvPr id="99547" name="Line 924"/>
              <p:cNvSpPr/>
              <p:nvPr/>
            </p:nvSpPr>
            <p:spPr>
              <a:xfrm>
                <a:off x="4959" y="2771"/>
                <a:ext cx="1" cy="1"/>
              </a:xfrm>
              <a:prstGeom prst="line">
                <a:avLst/>
              </a:prstGeom>
              <a:ln w="11113" cap="flat" cmpd="sng">
                <a:solidFill>
                  <a:srgbClr val="000000"/>
                </a:solidFill>
                <a:prstDash val="solid"/>
                <a:headEnd type="none" w="med" len="med"/>
                <a:tailEnd type="none" w="med" len="med"/>
              </a:ln>
            </p:spPr>
          </p:sp>
          <p:sp>
            <p:nvSpPr>
              <p:cNvPr id="99548" name="Line 925"/>
              <p:cNvSpPr/>
              <p:nvPr/>
            </p:nvSpPr>
            <p:spPr>
              <a:xfrm>
                <a:off x="5090" y="2771"/>
                <a:ext cx="1" cy="1"/>
              </a:xfrm>
              <a:prstGeom prst="line">
                <a:avLst/>
              </a:prstGeom>
              <a:ln w="11113" cap="flat" cmpd="sng">
                <a:solidFill>
                  <a:srgbClr val="000000"/>
                </a:solidFill>
                <a:prstDash val="solid"/>
                <a:headEnd type="none" w="med" len="med"/>
                <a:tailEnd type="none" w="med" len="med"/>
              </a:ln>
            </p:spPr>
          </p:sp>
          <p:sp>
            <p:nvSpPr>
              <p:cNvPr id="99549" name="Line 926"/>
              <p:cNvSpPr/>
              <p:nvPr/>
            </p:nvSpPr>
            <p:spPr>
              <a:xfrm>
                <a:off x="5220" y="2771"/>
                <a:ext cx="1" cy="1"/>
              </a:xfrm>
              <a:prstGeom prst="line">
                <a:avLst/>
              </a:prstGeom>
              <a:ln w="11113" cap="flat" cmpd="sng">
                <a:solidFill>
                  <a:srgbClr val="000000"/>
                </a:solidFill>
                <a:prstDash val="solid"/>
                <a:headEnd type="none" w="med" len="med"/>
                <a:tailEnd type="none" w="med" len="med"/>
              </a:ln>
            </p:spPr>
          </p:sp>
          <p:sp>
            <p:nvSpPr>
              <p:cNvPr id="99550" name="Line 927"/>
              <p:cNvSpPr/>
              <p:nvPr/>
            </p:nvSpPr>
            <p:spPr>
              <a:xfrm>
                <a:off x="5350" y="2771"/>
                <a:ext cx="1" cy="1"/>
              </a:xfrm>
              <a:prstGeom prst="line">
                <a:avLst/>
              </a:prstGeom>
              <a:ln w="11113" cap="flat" cmpd="sng">
                <a:solidFill>
                  <a:srgbClr val="000000"/>
                </a:solidFill>
                <a:prstDash val="solid"/>
                <a:headEnd type="none" w="med" len="med"/>
                <a:tailEnd type="none" w="med" len="med"/>
              </a:ln>
            </p:spPr>
          </p:sp>
          <p:sp>
            <p:nvSpPr>
              <p:cNvPr id="99551" name="Line 928"/>
              <p:cNvSpPr/>
              <p:nvPr/>
            </p:nvSpPr>
            <p:spPr>
              <a:xfrm>
                <a:off x="3008" y="2771"/>
                <a:ext cx="2342" cy="1"/>
              </a:xfrm>
              <a:prstGeom prst="line">
                <a:avLst/>
              </a:prstGeom>
              <a:ln w="11113" cap="flat" cmpd="sng">
                <a:solidFill>
                  <a:srgbClr val="000000"/>
                </a:solidFill>
                <a:prstDash val="solid"/>
                <a:headEnd type="none" w="med" len="med"/>
                <a:tailEnd type="none" w="med" len="med"/>
              </a:ln>
            </p:spPr>
          </p:sp>
          <p:sp>
            <p:nvSpPr>
              <p:cNvPr id="99552" name="Line 929"/>
              <p:cNvSpPr/>
              <p:nvPr/>
            </p:nvSpPr>
            <p:spPr>
              <a:xfrm>
                <a:off x="5350" y="3427"/>
                <a:ext cx="1" cy="1"/>
              </a:xfrm>
              <a:prstGeom prst="line">
                <a:avLst/>
              </a:prstGeom>
              <a:ln w="11113" cap="flat" cmpd="sng">
                <a:solidFill>
                  <a:srgbClr val="000000"/>
                </a:solidFill>
                <a:prstDash val="solid"/>
                <a:headEnd type="none" w="med" len="med"/>
                <a:tailEnd type="none" w="med" len="med"/>
              </a:ln>
            </p:spPr>
          </p:sp>
          <p:sp>
            <p:nvSpPr>
              <p:cNvPr id="99553" name="Line 930"/>
              <p:cNvSpPr/>
              <p:nvPr/>
            </p:nvSpPr>
            <p:spPr>
              <a:xfrm>
                <a:off x="5350" y="3367"/>
                <a:ext cx="1" cy="1"/>
              </a:xfrm>
              <a:prstGeom prst="line">
                <a:avLst/>
              </a:prstGeom>
              <a:ln w="11113" cap="flat" cmpd="sng">
                <a:solidFill>
                  <a:srgbClr val="000000"/>
                </a:solidFill>
                <a:prstDash val="solid"/>
                <a:headEnd type="none" w="med" len="med"/>
                <a:tailEnd type="none" w="med" len="med"/>
              </a:ln>
            </p:spPr>
          </p:sp>
          <p:sp>
            <p:nvSpPr>
              <p:cNvPr id="99554" name="Line 931"/>
              <p:cNvSpPr/>
              <p:nvPr/>
            </p:nvSpPr>
            <p:spPr>
              <a:xfrm>
                <a:off x="5350" y="3308"/>
                <a:ext cx="1" cy="1"/>
              </a:xfrm>
              <a:prstGeom prst="line">
                <a:avLst/>
              </a:prstGeom>
              <a:ln w="11113" cap="flat" cmpd="sng">
                <a:solidFill>
                  <a:srgbClr val="000000"/>
                </a:solidFill>
                <a:prstDash val="solid"/>
                <a:headEnd type="none" w="med" len="med"/>
                <a:tailEnd type="none" w="med" len="med"/>
              </a:ln>
            </p:spPr>
          </p:sp>
          <p:sp>
            <p:nvSpPr>
              <p:cNvPr id="99555" name="Line 932"/>
              <p:cNvSpPr/>
              <p:nvPr/>
            </p:nvSpPr>
            <p:spPr>
              <a:xfrm>
                <a:off x="5350" y="3248"/>
                <a:ext cx="1" cy="1"/>
              </a:xfrm>
              <a:prstGeom prst="line">
                <a:avLst/>
              </a:prstGeom>
              <a:ln w="11113" cap="flat" cmpd="sng">
                <a:solidFill>
                  <a:srgbClr val="000000"/>
                </a:solidFill>
                <a:prstDash val="solid"/>
                <a:headEnd type="none" w="med" len="med"/>
                <a:tailEnd type="none" w="med" len="med"/>
              </a:ln>
            </p:spPr>
          </p:sp>
          <p:sp>
            <p:nvSpPr>
              <p:cNvPr id="99556" name="Line 933"/>
              <p:cNvSpPr/>
              <p:nvPr/>
            </p:nvSpPr>
            <p:spPr>
              <a:xfrm>
                <a:off x="5350" y="3188"/>
                <a:ext cx="1" cy="1"/>
              </a:xfrm>
              <a:prstGeom prst="line">
                <a:avLst/>
              </a:prstGeom>
              <a:ln w="11113" cap="flat" cmpd="sng">
                <a:solidFill>
                  <a:srgbClr val="000000"/>
                </a:solidFill>
                <a:prstDash val="solid"/>
                <a:headEnd type="none" w="med" len="med"/>
                <a:tailEnd type="none" w="med" len="med"/>
              </a:ln>
            </p:spPr>
          </p:sp>
          <p:sp>
            <p:nvSpPr>
              <p:cNvPr id="99557" name="Line 934"/>
              <p:cNvSpPr/>
              <p:nvPr/>
            </p:nvSpPr>
            <p:spPr>
              <a:xfrm>
                <a:off x="5350" y="3129"/>
                <a:ext cx="1" cy="1"/>
              </a:xfrm>
              <a:prstGeom prst="line">
                <a:avLst/>
              </a:prstGeom>
              <a:ln w="11113" cap="flat" cmpd="sng">
                <a:solidFill>
                  <a:srgbClr val="000000"/>
                </a:solidFill>
                <a:prstDash val="solid"/>
                <a:headEnd type="none" w="med" len="med"/>
                <a:tailEnd type="none" w="med" len="med"/>
              </a:ln>
            </p:spPr>
          </p:sp>
          <p:sp>
            <p:nvSpPr>
              <p:cNvPr id="99558" name="Line 935"/>
              <p:cNvSpPr/>
              <p:nvPr/>
            </p:nvSpPr>
            <p:spPr>
              <a:xfrm>
                <a:off x="5350" y="3069"/>
                <a:ext cx="1" cy="1"/>
              </a:xfrm>
              <a:prstGeom prst="line">
                <a:avLst/>
              </a:prstGeom>
              <a:ln w="11113" cap="flat" cmpd="sng">
                <a:solidFill>
                  <a:srgbClr val="000000"/>
                </a:solidFill>
                <a:prstDash val="solid"/>
                <a:headEnd type="none" w="med" len="med"/>
                <a:tailEnd type="none" w="med" len="med"/>
              </a:ln>
            </p:spPr>
          </p:sp>
          <p:sp>
            <p:nvSpPr>
              <p:cNvPr id="99559" name="Line 936"/>
              <p:cNvSpPr/>
              <p:nvPr/>
            </p:nvSpPr>
            <p:spPr>
              <a:xfrm>
                <a:off x="5350" y="3010"/>
                <a:ext cx="1" cy="1"/>
              </a:xfrm>
              <a:prstGeom prst="line">
                <a:avLst/>
              </a:prstGeom>
              <a:ln w="11113" cap="flat" cmpd="sng">
                <a:solidFill>
                  <a:srgbClr val="000000"/>
                </a:solidFill>
                <a:prstDash val="solid"/>
                <a:headEnd type="none" w="med" len="med"/>
                <a:tailEnd type="none" w="med" len="med"/>
              </a:ln>
            </p:spPr>
          </p:sp>
          <p:sp>
            <p:nvSpPr>
              <p:cNvPr id="99560" name="Line 937"/>
              <p:cNvSpPr/>
              <p:nvPr/>
            </p:nvSpPr>
            <p:spPr>
              <a:xfrm>
                <a:off x="5350" y="2950"/>
                <a:ext cx="1" cy="1"/>
              </a:xfrm>
              <a:prstGeom prst="line">
                <a:avLst/>
              </a:prstGeom>
              <a:ln w="11113" cap="flat" cmpd="sng">
                <a:solidFill>
                  <a:srgbClr val="000000"/>
                </a:solidFill>
                <a:prstDash val="solid"/>
                <a:headEnd type="none" w="med" len="med"/>
                <a:tailEnd type="none" w="med" len="med"/>
              </a:ln>
            </p:spPr>
          </p:sp>
          <p:sp>
            <p:nvSpPr>
              <p:cNvPr id="99561" name="Line 938"/>
              <p:cNvSpPr/>
              <p:nvPr/>
            </p:nvSpPr>
            <p:spPr>
              <a:xfrm>
                <a:off x="5350" y="2890"/>
                <a:ext cx="1" cy="1"/>
              </a:xfrm>
              <a:prstGeom prst="line">
                <a:avLst/>
              </a:prstGeom>
              <a:ln w="11113" cap="flat" cmpd="sng">
                <a:solidFill>
                  <a:srgbClr val="000000"/>
                </a:solidFill>
                <a:prstDash val="solid"/>
                <a:headEnd type="none" w="med" len="med"/>
                <a:tailEnd type="none" w="med" len="med"/>
              </a:ln>
            </p:spPr>
          </p:sp>
          <p:sp>
            <p:nvSpPr>
              <p:cNvPr id="99562" name="Line 939"/>
              <p:cNvSpPr/>
              <p:nvPr/>
            </p:nvSpPr>
            <p:spPr>
              <a:xfrm>
                <a:off x="5350" y="2831"/>
                <a:ext cx="1" cy="1"/>
              </a:xfrm>
              <a:prstGeom prst="line">
                <a:avLst/>
              </a:prstGeom>
              <a:ln w="11113" cap="flat" cmpd="sng">
                <a:solidFill>
                  <a:srgbClr val="000000"/>
                </a:solidFill>
                <a:prstDash val="solid"/>
                <a:headEnd type="none" w="med" len="med"/>
                <a:tailEnd type="none" w="med" len="med"/>
              </a:ln>
            </p:spPr>
          </p:sp>
          <p:sp>
            <p:nvSpPr>
              <p:cNvPr id="99563" name="Line 940"/>
              <p:cNvSpPr/>
              <p:nvPr/>
            </p:nvSpPr>
            <p:spPr>
              <a:xfrm>
                <a:off x="5350" y="2771"/>
                <a:ext cx="1" cy="1"/>
              </a:xfrm>
              <a:prstGeom prst="line">
                <a:avLst/>
              </a:prstGeom>
              <a:ln w="11113" cap="flat" cmpd="sng">
                <a:solidFill>
                  <a:srgbClr val="000000"/>
                </a:solidFill>
                <a:prstDash val="solid"/>
                <a:headEnd type="none" w="med" len="med"/>
                <a:tailEnd type="none" w="med" len="med"/>
              </a:ln>
            </p:spPr>
          </p:sp>
          <p:sp>
            <p:nvSpPr>
              <p:cNvPr id="99564" name="Line 941"/>
              <p:cNvSpPr/>
              <p:nvPr/>
            </p:nvSpPr>
            <p:spPr>
              <a:xfrm flipV="1">
                <a:off x="5350" y="2771"/>
                <a:ext cx="1" cy="656"/>
              </a:xfrm>
              <a:prstGeom prst="line">
                <a:avLst/>
              </a:prstGeom>
              <a:ln w="11113" cap="flat" cmpd="sng">
                <a:solidFill>
                  <a:srgbClr val="000000"/>
                </a:solidFill>
                <a:prstDash val="solid"/>
                <a:headEnd type="none" w="med" len="med"/>
                <a:tailEnd type="none" w="med" len="med"/>
              </a:ln>
            </p:spPr>
          </p:sp>
          <p:sp>
            <p:nvSpPr>
              <p:cNvPr id="99565" name="Freeform 942"/>
              <p:cNvSpPr/>
              <p:nvPr/>
            </p:nvSpPr>
            <p:spPr>
              <a:xfrm>
                <a:off x="3269" y="2833"/>
                <a:ext cx="1819" cy="594"/>
              </a:xfrm>
              <a:custGeom>
                <a:avLst/>
                <a:gdLst/>
                <a:ahLst/>
                <a:cxnLst>
                  <a:cxn ang="0">
                    <a:pos x="26" y="594"/>
                  </a:cxn>
                  <a:cxn ang="0">
                    <a:pos x="55" y="594"/>
                  </a:cxn>
                  <a:cxn ang="0">
                    <a:pos x="83" y="594"/>
                  </a:cxn>
                  <a:cxn ang="0">
                    <a:pos x="112" y="594"/>
                  </a:cxn>
                  <a:cxn ang="0">
                    <a:pos x="141" y="594"/>
                  </a:cxn>
                  <a:cxn ang="0">
                    <a:pos x="169" y="594"/>
                  </a:cxn>
                  <a:cxn ang="0">
                    <a:pos x="198" y="594"/>
                  </a:cxn>
                  <a:cxn ang="0">
                    <a:pos x="226" y="594"/>
                  </a:cxn>
                  <a:cxn ang="0">
                    <a:pos x="255" y="594"/>
                  </a:cxn>
                  <a:cxn ang="0">
                    <a:pos x="284" y="575"/>
                  </a:cxn>
                  <a:cxn ang="0">
                    <a:pos x="312" y="577"/>
                  </a:cxn>
                  <a:cxn ang="0">
                    <a:pos x="341" y="594"/>
                  </a:cxn>
                  <a:cxn ang="0">
                    <a:pos x="369" y="594"/>
                  </a:cxn>
                  <a:cxn ang="0">
                    <a:pos x="398" y="593"/>
                  </a:cxn>
                  <a:cxn ang="0">
                    <a:pos x="427" y="594"/>
                  </a:cxn>
                  <a:cxn ang="0">
                    <a:pos x="456" y="594"/>
                  </a:cxn>
                  <a:cxn ang="0">
                    <a:pos x="484" y="594"/>
                  </a:cxn>
                  <a:cxn ang="0">
                    <a:pos x="512" y="594"/>
                  </a:cxn>
                  <a:cxn ang="0">
                    <a:pos x="541" y="594"/>
                  </a:cxn>
                  <a:cxn ang="0">
                    <a:pos x="570" y="593"/>
                  </a:cxn>
                  <a:cxn ang="0">
                    <a:pos x="599" y="592"/>
                  </a:cxn>
                  <a:cxn ang="0">
                    <a:pos x="627" y="594"/>
                  </a:cxn>
                  <a:cxn ang="0">
                    <a:pos x="656" y="590"/>
                  </a:cxn>
                  <a:cxn ang="0">
                    <a:pos x="684" y="515"/>
                  </a:cxn>
                  <a:cxn ang="0">
                    <a:pos x="713" y="363"/>
                  </a:cxn>
                  <a:cxn ang="0">
                    <a:pos x="742" y="589"/>
                  </a:cxn>
                  <a:cxn ang="0">
                    <a:pos x="770" y="573"/>
                  </a:cxn>
                  <a:cxn ang="0">
                    <a:pos x="799" y="582"/>
                  </a:cxn>
                  <a:cxn ang="0">
                    <a:pos x="827" y="594"/>
                  </a:cxn>
                  <a:cxn ang="0">
                    <a:pos x="856" y="566"/>
                  </a:cxn>
                  <a:cxn ang="0">
                    <a:pos x="885" y="441"/>
                  </a:cxn>
                  <a:cxn ang="0">
                    <a:pos x="914" y="15"/>
                  </a:cxn>
                  <a:cxn ang="0">
                    <a:pos x="942" y="558"/>
                  </a:cxn>
                  <a:cxn ang="0">
                    <a:pos x="970" y="560"/>
                  </a:cxn>
                  <a:cxn ang="0">
                    <a:pos x="999" y="587"/>
                  </a:cxn>
                  <a:cxn ang="0">
                    <a:pos x="1028" y="592"/>
                  </a:cxn>
                  <a:cxn ang="0">
                    <a:pos x="1057" y="571"/>
                  </a:cxn>
                  <a:cxn ang="0">
                    <a:pos x="1085" y="550"/>
                  </a:cxn>
                  <a:cxn ang="0">
                    <a:pos x="1114" y="352"/>
                  </a:cxn>
                  <a:cxn ang="0">
                    <a:pos x="1142" y="568"/>
                  </a:cxn>
                  <a:cxn ang="0">
                    <a:pos x="1171" y="587"/>
                  </a:cxn>
                  <a:cxn ang="0">
                    <a:pos x="1200" y="594"/>
                  </a:cxn>
                  <a:cxn ang="0">
                    <a:pos x="1228" y="594"/>
                  </a:cxn>
                  <a:cxn ang="0">
                    <a:pos x="1257" y="593"/>
                  </a:cxn>
                  <a:cxn ang="0">
                    <a:pos x="1285" y="594"/>
                  </a:cxn>
                  <a:cxn ang="0">
                    <a:pos x="1314" y="594"/>
                  </a:cxn>
                  <a:cxn ang="0">
                    <a:pos x="1343" y="594"/>
                  </a:cxn>
                  <a:cxn ang="0">
                    <a:pos x="1372" y="594"/>
                  </a:cxn>
                  <a:cxn ang="0">
                    <a:pos x="1400" y="594"/>
                  </a:cxn>
                  <a:cxn ang="0">
                    <a:pos x="1428" y="594"/>
                  </a:cxn>
                  <a:cxn ang="0">
                    <a:pos x="1457" y="593"/>
                  </a:cxn>
                  <a:cxn ang="0">
                    <a:pos x="1486" y="594"/>
                  </a:cxn>
                  <a:cxn ang="0">
                    <a:pos x="1515" y="570"/>
                  </a:cxn>
                  <a:cxn ang="0">
                    <a:pos x="1543" y="584"/>
                  </a:cxn>
                  <a:cxn ang="0">
                    <a:pos x="1572" y="594"/>
                  </a:cxn>
                  <a:cxn ang="0">
                    <a:pos x="1600" y="594"/>
                  </a:cxn>
                  <a:cxn ang="0">
                    <a:pos x="1629" y="594"/>
                  </a:cxn>
                  <a:cxn ang="0">
                    <a:pos x="1658" y="594"/>
                  </a:cxn>
                  <a:cxn ang="0">
                    <a:pos x="1686" y="594"/>
                  </a:cxn>
                  <a:cxn ang="0">
                    <a:pos x="1715" y="594"/>
                  </a:cxn>
                  <a:cxn ang="0">
                    <a:pos x="1743" y="594"/>
                  </a:cxn>
                  <a:cxn ang="0">
                    <a:pos x="1772" y="594"/>
                  </a:cxn>
                  <a:cxn ang="0">
                    <a:pos x="1801" y="594"/>
                  </a:cxn>
                </a:cxnLst>
                <a:pathLst>
                  <a:path w="3637" h="3565">
                    <a:moveTo>
                      <a:pt x="0" y="3564"/>
                    </a:moveTo>
                    <a:lnTo>
                      <a:pt x="5" y="3565"/>
                    </a:lnTo>
                    <a:lnTo>
                      <a:pt x="10" y="3565"/>
                    </a:lnTo>
                    <a:lnTo>
                      <a:pt x="16" y="3565"/>
                    </a:lnTo>
                    <a:lnTo>
                      <a:pt x="21" y="3565"/>
                    </a:lnTo>
                    <a:lnTo>
                      <a:pt x="26" y="3565"/>
                    </a:lnTo>
                    <a:lnTo>
                      <a:pt x="31" y="3565"/>
                    </a:lnTo>
                    <a:lnTo>
                      <a:pt x="36" y="3565"/>
                    </a:lnTo>
                    <a:lnTo>
                      <a:pt x="41" y="3565"/>
                    </a:lnTo>
                    <a:lnTo>
                      <a:pt x="47" y="3564"/>
                    </a:lnTo>
                    <a:lnTo>
                      <a:pt x="52" y="3564"/>
                    </a:lnTo>
                    <a:lnTo>
                      <a:pt x="57" y="3564"/>
                    </a:lnTo>
                    <a:lnTo>
                      <a:pt x="62" y="3564"/>
                    </a:lnTo>
                    <a:lnTo>
                      <a:pt x="67" y="3564"/>
                    </a:lnTo>
                    <a:lnTo>
                      <a:pt x="72" y="3564"/>
                    </a:lnTo>
                    <a:lnTo>
                      <a:pt x="77" y="3564"/>
                    </a:lnTo>
                    <a:lnTo>
                      <a:pt x="83" y="3565"/>
                    </a:lnTo>
                    <a:lnTo>
                      <a:pt x="88" y="3565"/>
                    </a:lnTo>
                    <a:lnTo>
                      <a:pt x="93" y="3565"/>
                    </a:lnTo>
                    <a:lnTo>
                      <a:pt x="98" y="3565"/>
                    </a:lnTo>
                    <a:lnTo>
                      <a:pt x="103" y="3565"/>
                    </a:lnTo>
                    <a:lnTo>
                      <a:pt x="109" y="3565"/>
                    </a:lnTo>
                    <a:lnTo>
                      <a:pt x="115" y="3565"/>
                    </a:lnTo>
                    <a:lnTo>
                      <a:pt x="120" y="3565"/>
                    </a:lnTo>
                    <a:lnTo>
                      <a:pt x="125" y="3565"/>
                    </a:lnTo>
                    <a:lnTo>
                      <a:pt x="130" y="3564"/>
                    </a:lnTo>
                    <a:lnTo>
                      <a:pt x="135" y="3564"/>
                    </a:lnTo>
                    <a:lnTo>
                      <a:pt x="140" y="3564"/>
                    </a:lnTo>
                    <a:lnTo>
                      <a:pt x="146" y="3564"/>
                    </a:lnTo>
                    <a:lnTo>
                      <a:pt x="151" y="3564"/>
                    </a:lnTo>
                    <a:lnTo>
                      <a:pt x="156" y="3564"/>
                    </a:lnTo>
                    <a:lnTo>
                      <a:pt x="161" y="3565"/>
                    </a:lnTo>
                    <a:lnTo>
                      <a:pt x="166" y="3565"/>
                    </a:lnTo>
                    <a:lnTo>
                      <a:pt x="171" y="3565"/>
                    </a:lnTo>
                    <a:lnTo>
                      <a:pt x="177" y="3565"/>
                    </a:lnTo>
                    <a:lnTo>
                      <a:pt x="182" y="3565"/>
                    </a:lnTo>
                    <a:lnTo>
                      <a:pt x="187" y="3565"/>
                    </a:lnTo>
                    <a:lnTo>
                      <a:pt x="192" y="3565"/>
                    </a:lnTo>
                    <a:lnTo>
                      <a:pt x="197" y="3565"/>
                    </a:lnTo>
                    <a:lnTo>
                      <a:pt x="202" y="3565"/>
                    </a:lnTo>
                    <a:lnTo>
                      <a:pt x="208" y="3564"/>
                    </a:lnTo>
                    <a:lnTo>
                      <a:pt x="213" y="3564"/>
                    </a:lnTo>
                    <a:lnTo>
                      <a:pt x="218" y="3564"/>
                    </a:lnTo>
                    <a:lnTo>
                      <a:pt x="223" y="3564"/>
                    </a:lnTo>
                    <a:lnTo>
                      <a:pt x="228" y="3564"/>
                    </a:lnTo>
                    <a:lnTo>
                      <a:pt x="233" y="3564"/>
                    </a:lnTo>
                    <a:lnTo>
                      <a:pt x="240" y="3564"/>
                    </a:lnTo>
                    <a:lnTo>
                      <a:pt x="245" y="3565"/>
                    </a:lnTo>
                    <a:lnTo>
                      <a:pt x="250" y="3565"/>
                    </a:lnTo>
                    <a:lnTo>
                      <a:pt x="255" y="3565"/>
                    </a:lnTo>
                    <a:lnTo>
                      <a:pt x="260" y="3565"/>
                    </a:lnTo>
                    <a:lnTo>
                      <a:pt x="265" y="3565"/>
                    </a:lnTo>
                    <a:lnTo>
                      <a:pt x="271" y="3565"/>
                    </a:lnTo>
                    <a:lnTo>
                      <a:pt x="276" y="3565"/>
                    </a:lnTo>
                    <a:lnTo>
                      <a:pt x="281" y="3565"/>
                    </a:lnTo>
                    <a:lnTo>
                      <a:pt x="286" y="3564"/>
                    </a:lnTo>
                    <a:lnTo>
                      <a:pt x="291" y="3564"/>
                    </a:lnTo>
                    <a:lnTo>
                      <a:pt x="296" y="3564"/>
                    </a:lnTo>
                    <a:lnTo>
                      <a:pt x="302" y="3564"/>
                    </a:lnTo>
                    <a:lnTo>
                      <a:pt x="307" y="3564"/>
                    </a:lnTo>
                    <a:lnTo>
                      <a:pt x="312" y="3564"/>
                    </a:lnTo>
                    <a:lnTo>
                      <a:pt x="317" y="3564"/>
                    </a:lnTo>
                    <a:lnTo>
                      <a:pt x="322" y="3564"/>
                    </a:lnTo>
                    <a:lnTo>
                      <a:pt x="327" y="3564"/>
                    </a:lnTo>
                    <a:lnTo>
                      <a:pt x="333" y="3565"/>
                    </a:lnTo>
                    <a:lnTo>
                      <a:pt x="338" y="3565"/>
                    </a:lnTo>
                    <a:lnTo>
                      <a:pt x="343" y="3565"/>
                    </a:lnTo>
                    <a:lnTo>
                      <a:pt x="348" y="3565"/>
                    </a:lnTo>
                    <a:lnTo>
                      <a:pt x="353" y="3565"/>
                    </a:lnTo>
                    <a:lnTo>
                      <a:pt x="358" y="3565"/>
                    </a:lnTo>
                    <a:lnTo>
                      <a:pt x="364" y="3564"/>
                    </a:lnTo>
                    <a:lnTo>
                      <a:pt x="369" y="3564"/>
                    </a:lnTo>
                    <a:lnTo>
                      <a:pt x="375" y="3564"/>
                    </a:lnTo>
                    <a:lnTo>
                      <a:pt x="380" y="3563"/>
                    </a:lnTo>
                    <a:lnTo>
                      <a:pt x="385" y="3563"/>
                    </a:lnTo>
                    <a:lnTo>
                      <a:pt x="390" y="3563"/>
                    </a:lnTo>
                    <a:lnTo>
                      <a:pt x="396" y="3563"/>
                    </a:lnTo>
                    <a:lnTo>
                      <a:pt x="401" y="3563"/>
                    </a:lnTo>
                    <a:lnTo>
                      <a:pt x="406" y="3564"/>
                    </a:lnTo>
                    <a:lnTo>
                      <a:pt x="411" y="3564"/>
                    </a:lnTo>
                    <a:lnTo>
                      <a:pt x="416" y="3564"/>
                    </a:lnTo>
                    <a:lnTo>
                      <a:pt x="421" y="3565"/>
                    </a:lnTo>
                    <a:lnTo>
                      <a:pt x="427" y="3565"/>
                    </a:lnTo>
                    <a:lnTo>
                      <a:pt x="432" y="3565"/>
                    </a:lnTo>
                    <a:lnTo>
                      <a:pt x="437" y="3565"/>
                    </a:lnTo>
                    <a:lnTo>
                      <a:pt x="442" y="3564"/>
                    </a:lnTo>
                    <a:lnTo>
                      <a:pt x="447" y="3563"/>
                    </a:lnTo>
                    <a:lnTo>
                      <a:pt x="452" y="3562"/>
                    </a:lnTo>
                    <a:lnTo>
                      <a:pt x="457" y="3560"/>
                    </a:lnTo>
                    <a:lnTo>
                      <a:pt x="463" y="3559"/>
                    </a:lnTo>
                    <a:lnTo>
                      <a:pt x="468" y="3559"/>
                    </a:lnTo>
                    <a:lnTo>
                      <a:pt x="473" y="3558"/>
                    </a:lnTo>
                    <a:lnTo>
                      <a:pt x="478" y="3558"/>
                    </a:lnTo>
                    <a:lnTo>
                      <a:pt x="483" y="3559"/>
                    </a:lnTo>
                    <a:lnTo>
                      <a:pt x="488" y="3560"/>
                    </a:lnTo>
                    <a:lnTo>
                      <a:pt x="494" y="3562"/>
                    </a:lnTo>
                    <a:lnTo>
                      <a:pt x="499" y="3563"/>
                    </a:lnTo>
                    <a:lnTo>
                      <a:pt x="505" y="3564"/>
                    </a:lnTo>
                    <a:lnTo>
                      <a:pt x="510" y="3565"/>
                    </a:lnTo>
                    <a:lnTo>
                      <a:pt x="515" y="3565"/>
                    </a:lnTo>
                    <a:lnTo>
                      <a:pt x="520" y="3563"/>
                    </a:lnTo>
                    <a:lnTo>
                      <a:pt x="526" y="3558"/>
                    </a:lnTo>
                    <a:lnTo>
                      <a:pt x="531" y="3552"/>
                    </a:lnTo>
                    <a:lnTo>
                      <a:pt x="536" y="3543"/>
                    </a:lnTo>
                    <a:lnTo>
                      <a:pt x="541" y="3533"/>
                    </a:lnTo>
                    <a:lnTo>
                      <a:pt x="546" y="3519"/>
                    </a:lnTo>
                    <a:lnTo>
                      <a:pt x="551" y="3504"/>
                    </a:lnTo>
                    <a:lnTo>
                      <a:pt x="557" y="3487"/>
                    </a:lnTo>
                    <a:lnTo>
                      <a:pt x="562" y="3471"/>
                    </a:lnTo>
                    <a:lnTo>
                      <a:pt x="567" y="3453"/>
                    </a:lnTo>
                    <a:lnTo>
                      <a:pt x="572" y="3437"/>
                    </a:lnTo>
                    <a:lnTo>
                      <a:pt x="577" y="3425"/>
                    </a:lnTo>
                    <a:lnTo>
                      <a:pt x="582" y="3414"/>
                    </a:lnTo>
                    <a:lnTo>
                      <a:pt x="588" y="3407"/>
                    </a:lnTo>
                    <a:lnTo>
                      <a:pt x="593" y="3404"/>
                    </a:lnTo>
                    <a:lnTo>
                      <a:pt x="598" y="3405"/>
                    </a:lnTo>
                    <a:lnTo>
                      <a:pt x="603" y="3411"/>
                    </a:lnTo>
                    <a:lnTo>
                      <a:pt x="608" y="3420"/>
                    </a:lnTo>
                    <a:lnTo>
                      <a:pt x="613" y="3433"/>
                    </a:lnTo>
                    <a:lnTo>
                      <a:pt x="619" y="3448"/>
                    </a:lnTo>
                    <a:lnTo>
                      <a:pt x="624" y="3464"/>
                    </a:lnTo>
                    <a:lnTo>
                      <a:pt x="629" y="3482"/>
                    </a:lnTo>
                    <a:lnTo>
                      <a:pt x="635" y="3499"/>
                    </a:lnTo>
                    <a:lnTo>
                      <a:pt x="640" y="3516"/>
                    </a:lnTo>
                    <a:lnTo>
                      <a:pt x="645" y="3529"/>
                    </a:lnTo>
                    <a:lnTo>
                      <a:pt x="651" y="3542"/>
                    </a:lnTo>
                    <a:lnTo>
                      <a:pt x="656" y="3551"/>
                    </a:lnTo>
                    <a:lnTo>
                      <a:pt x="661" y="3558"/>
                    </a:lnTo>
                    <a:lnTo>
                      <a:pt x="666" y="3563"/>
                    </a:lnTo>
                    <a:lnTo>
                      <a:pt x="671" y="3565"/>
                    </a:lnTo>
                    <a:lnTo>
                      <a:pt x="676" y="3565"/>
                    </a:lnTo>
                    <a:lnTo>
                      <a:pt x="682" y="3564"/>
                    </a:lnTo>
                    <a:lnTo>
                      <a:pt x="687" y="3562"/>
                    </a:lnTo>
                    <a:lnTo>
                      <a:pt x="692" y="3559"/>
                    </a:lnTo>
                    <a:lnTo>
                      <a:pt x="697" y="3557"/>
                    </a:lnTo>
                    <a:lnTo>
                      <a:pt x="702" y="3556"/>
                    </a:lnTo>
                    <a:lnTo>
                      <a:pt x="707" y="3555"/>
                    </a:lnTo>
                    <a:lnTo>
                      <a:pt x="713" y="3555"/>
                    </a:lnTo>
                    <a:lnTo>
                      <a:pt x="718" y="3556"/>
                    </a:lnTo>
                    <a:lnTo>
                      <a:pt x="723" y="3557"/>
                    </a:lnTo>
                    <a:lnTo>
                      <a:pt x="728" y="3559"/>
                    </a:lnTo>
                    <a:lnTo>
                      <a:pt x="733" y="3560"/>
                    </a:lnTo>
                    <a:lnTo>
                      <a:pt x="738" y="3563"/>
                    </a:lnTo>
                    <a:lnTo>
                      <a:pt x="744" y="3564"/>
                    </a:lnTo>
                    <a:lnTo>
                      <a:pt x="749" y="3565"/>
                    </a:lnTo>
                    <a:lnTo>
                      <a:pt x="754" y="3565"/>
                    </a:lnTo>
                    <a:lnTo>
                      <a:pt x="759" y="3565"/>
                    </a:lnTo>
                    <a:lnTo>
                      <a:pt x="765" y="3564"/>
                    </a:lnTo>
                    <a:lnTo>
                      <a:pt x="770" y="3564"/>
                    </a:lnTo>
                    <a:lnTo>
                      <a:pt x="776" y="3563"/>
                    </a:lnTo>
                    <a:lnTo>
                      <a:pt x="781" y="3562"/>
                    </a:lnTo>
                    <a:lnTo>
                      <a:pt x="786" y="3560"/>
                    </a:lnTo>
                    <a:lnTo>
                      <a:pt x="791" y="3560"/>
                    </a:lnTo>
                    <a:lnTo>
                      <a:pt x="796" y="3560"/>
                    </a:lnTo>
                    <a:lnTo>
                      <a:pt x="801" y="3560"/>
                    </a:lnTo>
                    <a:lnTo>
                      <a:pt x="807" y="3562"/>
                    </a:lnTo>
                    <a:lnTo>
                      <a:pt x="812" y="3562"/>
                    </a:lnTo>
                    <a:lnTo>
                      <a:pt x="817" y="3563"/>
                    </a:lnTo>
                    <a:lnTo>
                      <a:pt x="822" y="3564"/>
                    </a:lnTo>
                    <a:lnTo>
                      <a:pt x="827" y="3564"/>
                    </a:lnTo>
                    <a:lnTo>
                      <a:pt x="832" y="3565"/>
                    </a:lnTo>
                    <a:lnTo>
                      <a:pt x="838" y="3565"/>
                    </a:lnTo>
                    <a:lnTo>
                      <a:pt x="843" y="3565"/>
                    </a:lnTo>
                    <a:lnTo>
                      <a:pt x="848" y="3565"/>
                    </a:lnTo>
                    <a:lnTo>
                      <a:pt x="853" y="3564"/>
                    </a:lnTo>
                    <a:lnTo>
                      <a:pt x="858" y="3563"/>
                    </a:lnTo>
                    <a:lnTo>
                      <a:pt x="863" y="3563"/>
                    </a:lnTo>
                    <a:lnTo>
                      <a:pt x="868" y="3562"/>
                    </a:lnTo>
                    <a:lnTo>
                      <a:pt x="874" y="3562"/>
                    </a:lnTo>
                    <a:lnTo>
                      <a:pt x="879" y="3562"/>
                    </a:lnTo>
                    <a:lnTo>
                      <a:pt x="884" y="3562"/>
                    </a:lnTo>
                    <a:lnTo>
                      <a:pt x="889" y="3563"/>
                    </a:lnTo>
                    <a:lnTo>
                      <a:pt x="895" y="3563"/>
                    </a:lnTo>
                    <a:lnTo>
                      <a:pt x="900" y="3564"/>
                    </a:lnTo>
                    <a:lnTo>
                      <a:pt x="906" y="3564"/>
                    </a:lnTo>
                    <a:lnTo>
                      <a:pt x="911" y="3565"/>
                    </a:lnTo>
                    <a:lnTo>
                      <a:pt x="916" y="3565"/>
                    </a:lnTo>
                    <a:lnTo>
                      <a:pt x="921" y="3565"/>
                    </a:lnTo>
                    <a:lnTo>
                      <a:pt x="926" y="3565"/>
                    </a:lnTo>
                    <a:lnTo>
                      <a:pt x="931" y="3564"/>
                    </a:lnTo>
                    <a:lnTo>
                      <a:pt x="937" y="3564"/>
                    </a:lnTo>
                    <a:lnTo>
                      <a:pt x="942" y="3563"/>
                    </a:lnTo>
                    <a:lnTo>
                      <a:pt x="947" y="3563"/>
                    </a:lnTo>
                    <a:lnTo>
                      <a:pt x="952" y="3562"/>
                    </a:lnTo>
                    <a:lnTo>
                      <a:pt x="957" y="3562"/>
                    </a:lnTo>
                    <a:lnTo>
                      <a:pt x="962" y="3562"/>
                    </a:lnTo>
                    <a:lnTo>
                      <a:pt x="968" y="3562"/>
                    </a:lnTo>
                    <a:lnTo>
                      <a:pt x="973" y="3563"/>
                    </a:lnTo>
                    <a:lnTo>
                      <a:pt x="978" y="3563"/>
                    </a:lnTo>
                    <a:lnTo>
                      <a:pt x="983" y="3564"/>
                    </a:lnTo>
                    <a:lnTo>
                      <a:pt x="988" y="3564"/>
                    </a:lnTo>
                    <a:lnTo>
                      <a:pt x="993" y="3565"/>
                    </a:lnTo>
                    <a:lnTo>
                      <a:pt x="999" y="3565"/>
                    </a:lnTo>
                    <a:lnTo>
                      <a:pt x="1004" y="3565"/>
                    </a:lnTo>
                    <a:lnTo>
                      <a:pt x="1009" y="3565"/>
                    </a:lnTo>
                    <a:lnTo>
                      <a:pt x="1014" y="3564"/>
                    </a:lnTo>
                    <a:lnTo>
                      <a:pt x="1019" y="3564"/>
                    </a:lnTo>
                    <a:lnTo>
                      <a:pt x="1024" y="3563"/>
                    </a:lnTo>
                    <a:lnTo>
                      <a:pt x="1031" y="3562"/>
                    </a:lnTo>
                    <a:lnTo>
                      <a:pt x="1036" y="3562"/>
                    </a:lnTo>
                    <a:lnTo>
                      <a:pt x="1041" y="3560"/>
                    </a:lnTo>
                    <a:lnTo>
                      <a:pt x="1046" y="3560"/>
                    </a:lnTo>
                    <a:lnTo>
                      <a:pt x="1051" y="3562"/>
                    </a:lnTo>
                    <a:lnTo>
                      <a:pt x="1056" y="3562"/>
                    </a:lnTo>
                    <a:lnTo>
                      <a:pt x="1062" y="3563"/>
                    </a:lnTo>
                    <a:lnTo>
                      <a:pt x="1067" y="3564"/>
                    </a:lnTo>
                    <a:lnTo>
                      <a:pt x="1072" y="3564"/>
                    </a:lnTo>
                    <a:lnTo>
                      <a:pt x="1077" y="3565"/>
                    </a:lnTo>
                    <a:lnTo>
                      <a:pt x="1082" y="3565"/>
                    </a:lnTo>
                    <a:lnTo>
                      <a:pt x="1087" y="3565"/>
                    </a:lnTo>
                    <a:lnTo>
                      <a:pt x="1093" y="3564"/>
                    </a:lnTo>
                    <a:lnTo>
                      <a:pt x="1098" y="3564"/>
                    </a:lnTo>
                    <a:lnTo>
                      <a:pt x="1103" y="3563"/>
                    </a:lnTo>
                    <a:lnTo>
                      <a:pt x="1108" y="3562"/>
                    </a:lnTo>
                    <a:lnTo>
                      <a:pt x="1113" y="3560"/>
                    </a:lnTo>
                    <a:lnTo>
                      <a:pt x="1118" y="3559"/>
                    </a:lnTo>
                    <a:lnTo>
                      <a:pt x="1124" y="3559"/>
                    </a:lnTo>
                    <a:lnTo>
                      <a:pt x="1129" y="3559"/>
                    </a:lnTo>
                    <a:lnTo>
                      <a:pt x="1134" y="3559"/>
                    </a:lnTo>
                    <a:lnTo>
                      <a:pt x="1139" y="3560"/>
                    </a:lnTo>
                    <a:lnTo>
                      <a:pt x="1144" y="3562"/>
                    </a:lnTo>
                    <a:lnTo>
                      <a:pt x="1149" y="3563"/>
                    </a:lnTo>
                    <a:lnTo>
                      <a:pt x="1155" y="3564"/>
                    </a:lnTo>
                    <a:lnTo>
                      <a:pt x="1161" y="3565"/>
                    </a:lnTo>
                    <a:lnTo>
                      <a:pt x="1166" y="3565"/>
                    </a:lnTo>
                    <a:lnTo>
                      <a:pt x="1171" y="3565"/>
                    </a:lnTo>
                    <a:lnTo>
                      <a:pt x="1176" y="3564"/>
                    </a:lnTo>
                    <a:lnTo>
                      <a:pt x="1181" y="3562"/>
                    </a:lnTo>
                    <a:lnTo>
                      <a:pt x="1187" y="3559"/>
                    </a:lnTo>
                    <a:lnTo>
                      <a:pt x="1192" y="3557"/>
                    </a:lnTo>
                    <a:lnTo>
                      <a:pt x="1197" y="3555"/>
                    </a:lnTo>
                    <a:lnTo>
                      <a:pt x="1202" y="3552"/>
                    </a:lnTo>
                    <a:lnTo>
                      <a:pt x="1207" y="3552"/>
                    </a:lnTo>
                    <a:lnTo>
                      <a:pt x="1212" y="3552"/>
                    </a:lnTo>
                    <a:lnTo>
                      <a:pt x="1218" y="3554"/>
                    </a:lnTo>
                    <a:lnTo>
                      <a:pt x="1223" y="3556"/>
                    </a:lnTo>
                    <a:lnTo>
                      <a:pt x="1228" y="3558"/>
                    </a:lnTo>
                    <a:lnTo>
                      <a:pt x="1233" y="3560"/>
                    </a:lnTo>
                    <a:lnTo>
                      <a:pt x="1238" y="3563"/>
                    </a:lnTo>
                    <a:lnTo>
                      <a:pt x="1243" y="3565"/>
                    </a:lnTo>
                    <a:lnTo>
                      <a:pt x="1248" y="3565"/>
                    </a:lnTo>
                    <a:lnTo>
                      <a:pt x="1254" y="3563"/>
                    </a:lnTo>
                    <a:lnTo>
                      <a:pt x="1259" y="3559"/>
                    </a:lnTo>
                    <a:lnTo>
                      <a:pt x="1264" y="3554"/>
                    </a:lnTo>
                    <a:lnTo>
                      <a:pt x="1269" y="3547"/>
                    </a:lnTo>
                    <a:lnTo>
                      <a:pt x="1274" y="3539"/>
                    </a:lnTo>
                    <a:lnTo>
                      <a:pt x="1279" y="3532"/>
                    </a:lnTo>
                    <a:lnTo>
                      <a:pt x="1285" y="3525"/>
                    </a:lnTo>
                    <a:lnTo>
                      <a:pt x="1291" y="3521"/>
                    </a:lnTo>
                    <a:lnTo>
                      <a:pt x="1296" y="3521"/>
                    </a:lnTo>
                    <a:lnTo>
                      <a:pt x="1301" y="3524"/>
                    </a:lnTo>
                    <a:lnTo>
                      <a:pt x="1306" y="3531"/>
                    </a:lnTo>
                    <a:lnTo>
                      <a:pt x="1311" y="3540"/>
                    </a:lnTo>
                    <a:lnTo>
                      <a:pt x="1317" y="3550"/>
                    </a:lnTo>
                    <a:lnTo>
                      <a:pt x="1322" y="3559"/>
                    </a:lnTo>
                    <a:lnTo>
                      <a:pt x="1327" y="3565"/>
                    </a:lnTo>
                    <a:lnTo>
                      <a:pt x="1332" y="3563"/>
                    </a:lnTo>
                    <a:lnTo>
                      <a:pt x="1337" y="3549"/>
                    </a:lnTo>
                    <a:lnTo>
                      <a:pt x="1342" y="3520"/>
                    </a:lnTo>
                    <a:lnTo>
                      <a:pt x="1348" y="3475"/>
                    </a:lnTo>
                    <a:lnTo>
                      <a:pt x="1353" y="3409"/>
                    </a:lnTo>
                    <a:lnTo>
                      <a:pt x="1358" y="3322"/>
                    </a:lnTo>
                    <a:lnTo>
                      <a:pt x="1363" y="3215"/>
                    </a:lnTo>
                    <a:lnTo>
                      <a:pt x="1368" y="3090"/>
                    </a:lnTo>
                    <a:lnTo>
                      <a:pt x="1373" y="2950"/>
                    </a:lnTo>
                    <a:lnTo>
                      <a:pt x="1379" y="2801"/>
                    </a:lnTo>
                    <a:lnTo>
                      <a:pt x="1384" y="2649"/>
                    </a:lnTo>
                    <a:lnTo>
                      <a:pt x="1389" y="2501"/>
                    </a:lnTo>
                    <a:lnTo>
                      <a:pt x="1394" y="2368"/>
                    </a:lnTo>
                    <a:lnTo>
                      <a:pt x="1399" y="2254"/>
                    </a:lnTo>
                    <a:lnTo>
                      <a:pt x="1404" y="2168"/>
                    </a:lnTo>
                    <a:lnTo>
                      <a:pt x="1410" y="2113"/>
                    </a:lnTo>
                    <a:lnTo>
                      <a:pt x="1415" y="2097"/>
                    </a:lnTo>
                    <a:lnTo>
                      <a:pt x="1421" y="2119"/>
                    </a:lnTo>
                    <a:lnTo>
                      <a:pt x="1426" y="2179"/>
                    </a:lnTo>
                    <a:lnTo>
                      <a:pt x="1431" y="2272"/>
                    </a:lnTo>
                    <a:lnTo>
                      <a:pt x="1436" y="2395"/>
                    </a:lnTo>
                    <a:lnTo>
                      <a:pt x="1442" y="2541"/>
                    </a:lnTo>
                    <a:lnTo>
                      <a:pt x="1447" y="2701"/>
                    </a:lnTo>
                    <a:lnTo>
                      <a:pt x="1452" y="2864"/>
                    </a:lnTo>
                    <a:lnTo>
                      <a:pt x="1457" y="3024"/>
                    </a:lnTo>
                    <a:lnTo>
                      <a:pt x="1462" y="3171"/>
                    </a:lnTo>
                    <a:lnTo>
                      <a:pt x="1467" y="3300"/>
                    </a:lnTo>
                    <a:lnTo>
                      <a:pt x="1473" y="3406"/>
                    </a:lnTo>
                    <a:lnTo>
                      <a:pt x="1478" y="3484"/>
                    </a:lnTo>
                    <a:lnTo>
                      <a:pt x="1483" y="3535"/>
                    </a:lnTo>
                    <a:lnTo>
                      <a:pt x="1488" y="3560"/>
                    </a:lnTo>
                    <a:lnTo>
                      <a:pt x="1493" y="3564"/>
                    </a:lnTo>
                    <a:lnTo>
                      <a:pt x="1498" y="3550"/>
                    </a:lnTo>
                    <a:lnTo>
                      <a:pt x="1504" y="3526"/>
                    </a:lnTo>
                    <a:lnTo>
                      <a:pt x="1509" y="3495"/>
                    </a:lnTo>
                    <a:lnTo>
                      <a:pt x="1514" y="3465"/>
                    </a:lnTo>
                    <a:lnTo>
                      <a:pt x="1519" y="3441"/>
                    </a:lnTo>
                    <a:lnTo>
                      <a:pt x="1524" y="3425"/>
                    </a:lnTo>
                    <a:lnTo>
                      <a:pt x="1529" y="3420"/>
                    </a:lnTo>
                    <a:lnTo>
                      <a:pt x="1535" y="3426"/>
                    </a:lnTo>
                    <a:lnTo>
                      <a:pt x="1540" y="3441"/>
                    </a:lnTo>
                    <a:lnTo>
                      <a:pt x="1545" y="3464"/>
                    </a:lnTo>
                    <a:lnTo>
                      <a:pt x="1551" y="3490"/>
                    </a:lnTo>
                    <a:lnTo>
                      <a:pt x="1556" y="3517"/>
                    </a:lnTo>
                    <a:lnTo>
                      <a:pt x="1561" y="3540"/>
                    </a:lnTo>
                    <a:lnTo>
                      <a:pt x="1567" y="3556"/>
                    </a:lnTo>
                    <a:lnTo>
                      <a:pt x="1572" y="3564"/>
                    </a:lnTo>
                    <a:lnTo>
                      <a:pt x="1577" y="3563"/>
                    </a:lnTo>
                    <a:lnTo>
                      <a:pt x="1582" y="3554"/>
                    </a:lnTo>
                    <a:lnTo>
                      <a:pt x="1587" y="3536"/>
                    </a:lnTo>
                    <a:lnTo>
                      <a:pt x="1592" y="3516"/>
                    </a:lnTo>
                    <a:lnTo>
                      <a:pt x="1598" y="3493"/>
                    </a:lnTo>
                    <a:lnTo>
                      <a:pt x="1603" y="3472"/>
                    </a:lnTo>
                    <a:lnTo>
                      <a:pt x="1608" y="3457"/>
                    </a:lnTo>
                    <a:lnTo>
                      <a:pt x="1613" y="3450"/>
                    </a:lnTo>
                    <a:lnTo>
                      <a:pt x="1618" y="3451"/>
                    </a:lnTo>
                    <a:lnTo>
                      <a:pt x="1623" y="3460"/>
                    </a:lnTo>
                    <a:lnTo>
                      <a:pt x="1628" y="3478"/>
                    </a:lnTo>
                    <a:lnTo>
                      <a:pt x="1634" y="3499"/>
                    </a:lnTo>
                    <a:lnTo>
                      <a:pt x="1639" y="3522"/>
                    </a:lnTo>
                    <a:lnTo>
                      <a:pt x="1644" y="3544"/>
                    </a:lnTo>
                    <a:lnTo>
                      <a:pt x="1649" y="3559"/>
                    </a:lnTo>
                    <a:lnTo>
                      <a:pt x="1654" y="3565"/>
                    </a:lnTo>
                    <a:lnTo>
                      <a:pt x="1659" y="3560"/>
                    </a:lnTo>
                    <a:lnTo>
                      <a:pt x="1665" y="3544"/>
                    </a:lnTo>
                    <a:lnTo>
                      <a:pt x="1670" y="3518"/>
                    </a:lnTo>
                    <a:lnTo>
                      <a:pt x="1675" y="3484"/>
                    </a:lnTo>
                    <a:lnTo>
                      <a:pt x="1681" y="3447"/>
                    </a:lnTo>
                    <a:lnTo>
                      <a:pt x="1686" y="3411"/>
                    </a:lnTo>
                    <a:lnTo>
                      <a:pt x="1691" y="3381"/>
                    </a:lnTo>
                    <a:lnTo>
                      <a:pt x="1697" y="3361"/>
                    </a:lnTo>
                    <a:lnTo>
                      <a:pt x="1702" y="3357"/>
                    </a:lnTo>
                    <a:lnTo>
                      <a:pt x="1707" y="3368"/>
                    </a:lnTo>
                    <a:lnTo>
                      <a:pt x="1712" y="3396"/>
                    </a:lnTo>
                    <a:lnTo>
                      <a:pt x="1717" y="3435"/>
                    </a:lnTo>
                    <a:lnTo>
                      <a:pt x="1722" y="3481"/>
                    </a:lnTo>
                    <a:lnTo>
                      <a:pt x="1728" y="3525"/>
                    </a:lnTo>
                    <a:lnTo>
                      <a:pt x="1733" y="3556"/>
                    </a:lnTo>
                    <a:lnTo>
                      <a:pt x="1738" y="3564"/>
                    </a:lnTo>
                    <a:lnTo>
                      <a:pt x="1743" y="3539"/>
                    </a:lnTo>
                    <a:lnTo>
                      <a:pt x="1748" y="3468"/>
                    </a:lnTo>
                    <a:lnTo>
                      <a:pt x="1753" y="3346"/>
                    </a:lnTo>
                    <a:lnTo>
                      <a:pt x="1759" y="3168"/>
                    </a:lnTo>
                    <a:lnTo>
                      <a:pt x="1764" y="2933"/>
                    </a:lnTo>
                    <a:lnTo>
                      <a:pt x="1769" y="2645"/>
                    </a:lnTo>
                    <a:lnTo>
                      <a:pt x="1774" y="2313"/>
                    </a:lnTo>
                    <a:lnTo>
                      <a:pt x="1779" y="1948"/>
                    </a:lnTo>
                    <a:lnTo>
                      <a:pt x="1784" y="1567"/>
                    </a:lnTo>
                    <a:lnTo>
                      <a:pt x="1790" y="1188"/>
                    </a:lnTo>
                    <a:lnTo>
                      <a:pt x="1795" y="833"/>
                    </a:lnTo>
                    <a:lnTo>
                      <a:pt x="1800" y="520"/>
                    </a:lnTo>
                    <a:lnTo>
                      <a:pt x="1805" y="268"/>
                    </a:lnTo>
                    <a:lnTo>
                      <a:pt x="1810" y="91"/>
                    </a:lnTo>
                    <a:lnTo>
                      <a:pt x="1816" y="0"/>
                    </a:lnTo>
                    <a:lnTo>
                      <a:pt x="1822" y="0"/>
                    </a:lnTo>
                    <a:lnTo>
                      <a:pt x="1827" y="91"/>
                    </a:lnTo>
                    <a:lnTo>
                      <a:pt x="1832" y="268"/>
                    </a:lnTo>
                    <a:lnTo>
                      <a:pt x="1837" y="520"/>
                    </a:lnTo>
                    <a:lnTo>
                      <a:pt x="1842" y="833"/>
                    </a:lnTo>
                    <a:lnTo>
                      <a:pt x="1847" y="1188"/>
                    </a:lnTo>
                    <a:lnTo>
                      <a:pt x="1853" y="1567"/>
                    </a:lnTo>
                    <a:lnTo>
                      <a:pt x="1858" y="1948"/>
                    </a:lnTo>
                    <a:lnTo>
                      <a:pt x="1863" y="2313"/>
                    </a:lnTo>
                    <a:lnTo>
                      <a:pt x="1868" y="2645"/>
                    </a:lnTo>
                    <a:lnTo>
                      <a:pt x="1873" y="2933"/>
                    </a:lnTo>
                    <a:lnTo>
                      <a:pt x="1878" y="3168"/>
                    </a:lnTo>
                    <a:lnTo>
                      <a:pt x="1884" y="3346"/>
                    </a:lnTo>
                    <a:lnTo>
                      <a:pt x="1889" y="3468"/>
                    </a:lnTo>
                    <a:lnTo>
                      <a:pt x="1894" y="3539"/>
                    </a:lnTo>
                    <a:lnTo>
                      <a:pt x="1899" y="3564"/>
                    </a:lnTo>
                    <a:lnTo>
                      <a:pt x="1904" y="3556"/>
                    </a:lnTo>
                    <a:lnTo>
                      <a:pt x="1909" y="3525"/>
                    </a:lnTo>
                    <a:lnTo>
                      <a:pt x="1915" y="3481"/>
                    </a:lnTo>
                    <a:lnTo>
                      <a:pt x="1920" y="3435"/>
                    </a:lnTo>
                    <a:lnTo>
                      <a:pt x="1925" y="3396"/>
                    </a:lnTo>
                    <a:lnTo>
                      <a:pt x="1930" y="3368"/>
                    </a:lnTo>
                    <a:lnTo>
                      <a:pt x="1935" y="3357"/>
                    </a:lnTo>
                    <a:lnTo>
                      <a:pt x="1940" y="3361"/>
                    </a:lnTo>
                    <a:lnTo>
                      <a:pt x="1947" y="3381"/>
                    </a:lnTo>
                    <a:lnTo>
                      <a:pt x="1952" y="3411"/>
                    </a:lnTo>
                    <a:lnTo>
                      <a:pt x="1957" y="3447"/>
                    </a:lnTo>
                    <a:lnTo>
                      <a:pt x="1962" y="3484"/>
                    </a:lnTo>
                    <a:lnTo>
                      <a:pt x="1967" y="3518"/>
                    </a:lnTo>
                    <a:lnTo>
                      <a:pt x="1972" y="3544"/>
                    </a:lnTo>
                    <a:lnTo>
                      <a:pt x="1978" y="3560"/>
                    </a:lnTo>
                    <a:lnTo>
                      <a:pt x="1983" y="3565"/>
                    </a:lnTo>
                    <a:lnTo>
                      <a:pt x="1988" y="3559"/>
                    </a:lnTo>
                    <a:lnTo>
                      <a:pt x="1993" y="3544"/>
                    </a:lnTo>
                    <a:lnTo>
                      <a:pt x="1998" y="3522"/>
                    </a:lnTo>
                    <a:lnTo>
                      <a:pt x="2003" y="3499"/>
                    </a:lnTo>
                    <a:lnTo>
                      <a:pt x="2009" y="3478"/>
                    </a:lnTo>
                    <a:lnTo>
                      <a:pt x="2014" y="3460"/>
                    </a:lnTo>
                    <a:lnTo>
                      <a:pt x="2019" y="3451"/>
                    </a:lnTo>
                    <a:lnTo>
                      <a:pt x="2024" y="3450"/>
                    </a:lnTo>
                    <a:lnTo>
                      <a:pt x="2029" y="3457"/>
                    </a:lnTo>
                    <a:lnTo>
                      <a:pt x="2034" y="3472"/>
                    </a:lnTo>
                    <a:lnTo>
                      <a:pt x="2039" y="3493"/>
                    </a:lnTo>
                    <a:lnTo>
                      <a:pt x="2045" y="3516"/>
                    </a:lnTo>
                    <a:lnTo>
                      <a:pt x="2050" y="3536"/>
                    </a:lnTo>
                    <a:lnTo>
                      <a:pt x="2055" y="3554"/>
                    </a:lnTo>
                    <a:lnTo>
                      <a:pt x="2060" y="3563"/>
                    </a:lnTo>
                    <a:lnTo>
                      <a:pt x="2065" y="3564"/>
                    </a:lnTo>
                    <a:lnTo>
                      <a:pt x="2070" y="3556"/>
                    </a:lnTo>
                    <a:lnTo>
                      <a:pt x="2077" y="3540"/>
                    </a:lnTo>
                    <a:lnTo>
                      <a:pt x="2082" y="3517"/>
                    </a:lnTo>
                    <a:lnTo>
                      <a:pt x="2087" y="3490"/>
                    </a:lnTo>
                    <a:lnTo>
                      <a:pt x="2092" y="3464"/>
                    </a:lnTo>
                    <a:lnTo>
                      <a:pt x="2097" y="3441"/>
                    </a:lnTo>
                    <a:lnTo>
                      <a:pt x="2102" y="3426"/>
                    </a:lnTo>
                    <a:lnTo>
                      <a:pt x="2108" y="3420"/>
                    </a:lnTo>
                    <a:lnTo>
                      <a:pt x="2113" y="3425"/>
                    </a:lnTo>
                    <a:lnTo>
                      <a:pt x="2118" y="3441"/>
                    </a:lnTo>
                    <a:lnTo>
                      <a:pt x="2123" y="3465"/>
                    </a:lnTo>
                    <a:lnTo>
                      <a:pt x="2128" y="3495"/>
                    </a:lnTo>
                    <a:lnTo>
                      <a:pt x="2133" y="3526"/>
                    </a:lnTo>
                    <a:lnTo>
                      <a:pt x="2139" y="3550"/>
                    </a:lnTo>
                    <a:lnTo>
                      <a:pt x="2144" y="3564"/>
                    </a:lnTo>
                    <a:lnTo>
                      <a:pt x="2149" y="3560"/>
                    </a:lnTo>
                    <a:lnTo>
                      <a:pt x="2154" y="3535"/>
                    </a:lnTo>
                    <a:lnTo>
                      <a:pt x="2159" y="3484"/>
                    </a:lnTo>
                    <a:lnTo>
                      <a:pt x="2164" y="3406"/>
                    </a:lnTo>
                    <a:lnTo>
                      <a:pt x="2170" y="3300"/>
                    </a:lnTo>
                    <a:lnTo>
                      <a:pt x="2175" y="3171"/>
                    </a:lnTo>
                    <a:lnTo>
                      <a:pt x="2180" y="3024"/>
                    </a:lnTo>
                    <a:lnTo>
                      <a:pt x="2185" y="2864"/>
                    </a:lnTo>
                    <a:lnTo>
                      <a:pt x="2190" y="2701"/>
                    </a:lnTo>
                    <a:lnTo>
                      <a:pt x="2195" y="2541"/>
                    </a:lnTo>
                    <a:lnTo>
                      <a:pt x="2201" y="2395"/>
                    </a:lnTo>
                    <a:lnTo>
                      <a:pt x="2207" y="2272"/>
                    </a:lnTo>
                    <a:lnTo>
                      <a:pt x="2212" y="2179"/>
                    </a:lnTo>
                    <a:lnTo>
                      <a:pt x="2217" y="2119"/>
                    </a:lnTo>
                    <a:lnTo>
                      <a:pt x="2222" y="2097"/>
                    </a:lnTo>
                    <a:lnTo>
                      <a:pt x="2227" y="2113"/>
                    </a:lnTo>
                    <a:lnTo>
                      <a:pt x="2233" y="2168"/>
                    </a:lnTo>
                    <a:lnTo>
                      <a:pt x="2238" y="2254"/>
                    </a:lnTo>
                    <a:lnTo>
                      <a:pt x="2243" y="2368"/>
                    </a:lnTo>
                    <a:lnTo>
                      <a:pt x="2248" y="2501"/>
                    </a:lnTo>
                    <a:lnTo>
                      <a:pt x="2253" y="2649"/>
                    </a:lnTo>
                    <a:lnTo>
                      <a:pt x="2258" y="2801"/>
                    </a:lnTo>
                    <a:lnTo>
                      <a:pt x="2264" y="2950"/>
                    </a:lnTo>
                    <a:lnTo>
                      <a:pt x="2269" y="3090"/>
                    </a:lnTo>
                    <a:lnTo>
                      <a:pt x="2274" y="3215"/>
                    </a:lnTo>
                    <a:lnTo>
                      <a:pt x="2279" y="3322"/>
                    </a:lnTo>
                    <a:lnTo>
                      <a:pt x="2284" y="3409"/>
                    </a:lnTo>
                    <a:lnTo>
                      <a:pt x="2289" y="3475"/>
                    </a:lnTo>
                    <a:lnTo>
                      <a:pt x="2295" y="3520"/>
                    </a:lnTo>
                    <a:lnTo>
                      <a:pt x="2300" y="3549"/>
                    </a:lnTo>
                    <a:lnTo>
                      <a:pt x="2305" y="3563"/>
                    </a:lnTo>
                    <a:lnTo>
                      <a:pt x="2310" y="3565"/>
                    </a:lnTo>
                    <a:lnTo>
                      <a:pt x="2315" y="3559"/>
                    </a:lnTo>
                    <a:lnTo>
                      <a:pt x="2320" y="3550"/>
                    </a:lnTo>
                    <a:lnTo>
                      <a:pt x="2326" y="3540"/>
                    </a:lnTo>
                    <a:lnTo>
                      <a:pt x="2331" y="3531"/>
                    </a:lnTo>
                    <a:lnTo>
                      <a:pt x="2337" y="3524"/>
                    </a:lnTo>
                    <a:lnTo>
                      <a:pt x="2342" y="3521"/>
                    </a:lnTo>
                    <a:lnTo>
                      <a:pt x="2347" y="3521"/>
                    </a:lnTo>
                    <a:lnTo>
                      <a:pt x="2352" y="3525"/>
                    </a:lnTo>
                    <a:lnTo>
                      <a:pt x="2358" y="3532"/>
                    </a:lnTo>
                    <a:lnTo>
                      <a:pt x="2363" y="3539"/>
                    </a:lnTo>
                    <a:lnTo>
                      <a:pt x="2368" y="3547"/>
                    </a:lnTo>
                    <a:lnTo>
                      <a:pt x="2373" y="3554"/>
                    </a:lnTo>
                    <a:lnTo>
                      <a:pt x="2378" y="3559"/>
                    </a:lnTo>
                    <a:lnTo>
                      <a:pt x="2383" y="3563"/>
                    </a:lnTo>
                    <a:lnTo>
                      <a:pt x="2389" y="3565"/>
                    </a:lnTo>
                    <a:lnTo>
                      <a:pt x="2394" y="3565"/>
                    </a:lnTo>
                    <a:lnTo>
                      <a:pt x="2399" y="3563"/>
                    </a:lnTo>
                    <a:lnTo>
                      <a:pt x="2404" y="3560"/>
                    </a:lnTo>
                    <a:lnTo>
                      <a:pt x="2409" y="3558"/>
                    </a:lnTo>
                    <a:lnTo>
                      <a:pt x="2414" y="3556"/>
                    </a:lnTo>
                    <a:lnTo>
                      <a:pt x="2419" y="3554"/>
                    </a:lnTo>
                    <a:lnTo>
                      <a:pt x="2425" y="3552"/>
                    </a:lnTo>
                    <a:lnTo>
                      <a:pt x="2430" y="3552"/>
                    </a:lnTo>
                    <a:lnTo>
                      <a:pt x="2435" y="3552"/>
                    </a:lnTo>
                    <a:lnTo>
                      <a:pt x="2440" y="3555"/>
                    </a:lnTo>
                    <a:lnTo>
                      <a:pt x="2445" y="3557"/>
                    </a:lnTo>
                    <a:lnTo>
                      <a:pt x="2450" y="3559"/>
                    </a:lnTo>
                    <a:lnTo>
                      <a:pt x="2456" y="3562"/>
                    </a:lnTo>
                    <a:lnTo>
                      <a:pt x="2461" y="3564"/>
                    </a:lnTo>
                    <a:lnTo>
                      <a:pt x="2466" y="3565"/>
                    </a:lnTo>
                    <a:lnTo>
                      <a:pt x="2472" y="3565"/>
                    </a:lnTo>
                    <a:lnTo>
                      <a:pt x="2477" y="3565"/>
                    </a:lnTo>
                    <a:lnTo>
                      <a:pt x="2482" y="3564"/>
                    </a:lnTo>
                    <a:lnTo>
                      <a:pt x="2488" y="3563"/>
                    </a:lnTo>
                    <a:lnTo>
                      <a:pt x="2493" y="3562"/>
                    </a:lnTo>
                    <a:lnTo>
                      <a:pt x="2498" y="3560"/>
                    </a:lnTo>
                    <a:lnTo>
                      <a:pt x="2503" y="3559"/>
                    </a:lnTo>
                    <a:lnTo>
                      <a:pt x="2508" y="3559"/>
                    </a:lnTo>
                    <a:lnTo>
                      <a:pt x="2513" y="3559"/>
                    </a:lnTo>
                    <a:lnTo>
                      <a:pt x="2519" y="3559"/>
                    </a:lnTo>
                    <a:lnTo>
                      <a:pt x="2524" y="3560"/>
                    </a:lnTo>
                    <a:lnTo>
                      <a:pt x="2529" y="3562"/>
                    </a:lnTo>
                    <a:lnTo>
                      <a:pt x="2534" y="3563"/>
                    </a:lnTo>
                    <a:lnTo>
                      <a:pt x="2539" y="3564"/>
                    </a:lnTo>
                    <a:lnTo>
                      <a:pt x="2544" y="3564"/>
                    </a:lnTo>
                    <a:lnTo>
                      <a:pt x="2550" y="3565"/>
                    </a:lnTo>
                    <a:lnTo>
                      <a:pt x="2555" y="3565"/>
                    </a:lnTo>
                    <a:lnTo>
                      <a:pt x="2560" y="3565"/>
                    </a:lnTo>
                    <a:lnTo>
                      <a:pt x="2565" y="3564"/>
                    </a:lnTo>
                    <a:lnTo>
                      <a:pt x="2570" y="3564"/>
                    </a:lnTo>
                    <a:lnTo>
                      <a:pt x="2575" y="3563"/>
                    </a:lnTo>
                    <a:lnTo>
                      <a:pt x="2581" y="3562"/>
                    </a:lnTo>
                    <a:lnTo>
                      <a:pt x="2586" y="3562"/>
                    </a:lnTo>
                    <a:lnTo>
                      <a:pt x="2591" y="3560"/>
                    </a:lnTo>
                    <a:lnTo>
                      <a:pt x="2596" y="3560"/>
                    </a:lnTo>
                    <a:lnTo>
                      <a:pt x="2602" y="3562"/>
                    </a:lnTo>
                    <a:lnTo>
                      <a:pt x="2607" y="3562"/>
                    </a:lnTo>
                    <a:lnTo>
                      <a:pt x="2613" y="3563"/>
                    </a:lnTo>
                    <a:lnTo>
                      <a:pt x="2618" y="3564"/>
                    </a:lnTo>
                    <a:lnTo>
                      <a:pt x="2623" y="3564"/>
                    </a:lnTo>
                    <a:lnTo>
                      <a:pt x="2628" y="3565"/>
                    </a:lnTo>
                    <a:lnTo>
                      <a:pt x="2633" y="3565"/>
                    </a:lnTo>
                    <a:lnTo>
                      <a:pt x="2638" y="3565"/>
                    </a:lnTo>
                    <a:lnTo>
                      <a:pt x="2644" y="3565"/>
                    </a:lnTo>
                    <a:lnTo>
                      <a:pt x="2649" y="3564"/>
                    </a:lnTo>
                    <a:lnTo>
                      <a:pt x="2654" y="3564"/>
                    </a:lnTo>
                    <a:lnTo>
                      <a:pt x="2659" y="3563"/>
                    </a:lnTo>
                    <a:lnTo>
                      <a:pt x="2664" y="3563"/>
                    </a:lnTo>
                    <a:lnTo>
                      <a:pt x="2669" y="3562"/>
                    </a:lnTo>
                    <a:lnTo>
                      <a:pt x="2675" y="3562"/>
                    </a:lnTo>
                    <a:lnTo>
                      <a:pt x="2680" y="3562"/>
                    </a:lnTo>
                    <a:lnTo>
                      <a:pt x="2685" y="3562"/>
                    </a:lnTo>
                    <a:lnTo>
                      <a:pt x="2690" y="3563"/>
                    </a:lnTo>
                    <a:lnTo>
                      <a:pt x="2695" y="3563"/>
                    </a:lnTo>
                    <a:lnTo>
                      <a:pt x="2700" y="3564"/>
                    </a:lnTo>
                    <a:lnTo>
                      <a:pt x="2706" y="3564"/>
                    </a:lnTo>
                    <a:lnTo>
                      <a:pt x="2711" y="3565"/>
                    </a:lnTo>
                    <a:lnTo>
                      <a:pt x="2716" y="3565"/>
                    </a:lnTo>
                    <a:lnTo>
                      <a:pt x="2721" y="3565"/>
                    </a:lnTo>
                    <a:lnTo>
                      <a:pt x="2726" y="3565"/>
                    </a:lnTo>
                    <a:lnTo>
                      <a:pt x="2732" y="3564"/>
                    </a:lnTo>
                    <a:lnTo>
                      <a:pt x="2738" y="3564"/>
                    </a:lnTo>
                    <a:lnTo>
                      <a:pt x="2743" y="3563"/>
                    </a:lnTo>
                    <a:lnTo>
                      <a:pt x="2748" y="3563"/>
                    </a:lnTo>
                    <a:lnTo>
                      <a:pt x="2753" y="3562"/>
                    </a:lnTo>
                    <a:lnTo>
                      <a:pt x="2758" y="3562"/>
                    </a:lnTo>
                    <a:lnTo>
                      <a:pt x="2763" y="3562"/>
                    </a:lnTo>
                    <a:lnTo>
                      <a:pt x="2769" y="3562"/>
                    </a:lnTo>
                    <a:lnTo>
                      <a:pt x="2774" y="3563"/>
                    </a:lnTo>
                    <a:lnTo>
                      <a:pt x="2779" y="3563"/>
                    </a:lnTo>
                    <a:lnTo>
                      <a:pt x="2784" y="3564"/>
                    </a:lnTo>
                    <a:lnTo>
                      <a:pt x="2789" y="3565"/>
                    </a:lnTo>
                    <a:lnTo>
                      <a:pt x="2794" y="3565"/>
                    </a:lnTo>
                    <a:lnTo>
                      <a:pt x="2799" y="3565"/>
                    </a:lnTo>
                    <a:lnTo>
                      <a:pt x="2805" y="3565"/>
                    </a:lnTo>
                    <a:lnTo>
                      <a:pt x="2810" y="3564"/>
                    </a:lnTo>
                    <a:lnTo>
                      <a:pt x="2815" y="3564"/>
                    </a:lnTo>
                    <a:lnTo>
                      <a:pt x="2820" y="3563"/>
                    </a:lnTo>
                    <a:lnTo>
                      <a:pt x="2825" y="3562"/>
                    </a:lnTo>
                    <a:lnTo>
                      <a:pt x="2830" y="3562"/>
                    </a:lnTo>
                    <a:lnTo>
                      <a:pt x="2836" y="3560"/>
                    </a:lnTo>
                    <a:lnTo>
                      <a:pt x="2841" y="3560"/>
                    </a:lnTo>
                    <a:lnTo>
                      <a:pt x="2846" y="3560"/>
                    </a:lnTo>
                    <a:lnTo>
                      <a:pt x="2851" y="3560"/>
                    </a:lnTo>
                    <a:lnTo>
                      <a:pt x="2856" y="3562"/>
                    </a:lnTo>
                    <a:lnTo>
                      <a:pt x="2862" y="3563"/>
                    </a:lnTo>
                    <a:lnTo>
                      <a:pt x="2868" y="3564"/>
                    </a:lnTo>
                    <a:lnTo>
                      <a:pt x="2873" y="3564"/>
                    </a:lnTo>
                    <a:lnTo>
                      <a:pt x="2878" y="3565"/>
                    </a:lnTo>
                    <a:lnTo>
                      <a:pt x="2883" y="3565"/>
                    </a:lnTo>
                    <a:lnTo>
                      <a:pt x="2888" y="3565"/>
                    </a:lnTo>
                    <a:lnTo>
                      <a:pt x="2893" y="3564"/>
                    </a:lnTo>
                    <a:lnTo>
                      <a:pt x="2899" y="3563"/>
                    </a:lnTo>
                    <a:lnTo>
                      <a:pt x="2904" y="3560"/>
                    </a:lnTo>
                    <a:lnTo>
                      <a:pt x="2909" y="3559"/>
                    </a:lnTo>
                    <a:lnTo>
                      <a:pt x="2914" y="3557"/>
                    </a:lnTo>
                    <a:lnTo>
                      <a:pt x="2919" y="3556"/>
                    </a:lnTo>
                    <a:lnTo>
                      <a:pt x="2924" y="3555"/>
                    </a:lnTo>
                    <a:lnTo>
                      <a:pt x="2930" y="3555"/>
                    </a:lnTo>
                    <a:lnTo>
                      <a:pt x="2935" y="3556"/>
                    </a:lnTo>
                    <a:lnTo>
                      <a:pt x="2940" y="3557"/>
                    </a:lnTo>
                    <a:lnTo>
                      <a:pt x="2945" y="3559"/>
                    </a:lnTo>
                    <a:lnTo>
                      <a:pt x="2950" y="3562"/>
                    </a:lnTo>
                    <a:lnTo>
                      <a:pt x="2955" y="3564"/>
                    </a:lnTo>
                    <a:lnTo>
                      <a:pt x="2961" y="3565"/>
                    </a:lnTo>
                    <a:lnTo>
                      <a:pt x="2966" y="3565"/>
                    </a:lnTo>
                    <a:lnTo>
                      <a:pt x="2971" y="3563"/>
                    </a:lnTo>
                    <a:lnTo>
                      <a:pt x="2976" y="3558"/>
                    </a:lnTo>
                    <a:lnTo>
                      <a:pt x="2981" y="3551"/>
                    </a:lnTo>
                    <a:lnTo>
                      <a:pt x="2986" y="3542"/>
                    </a:lnTo>
                    <a:lnTo>
                      <a:pt x="2993" y="3529"/>
                    </a:lnTo>
                    <a:lnTo>
                      <a:pt x="2998" y="3516"/>
                    </a:lnTo>
                    <a:lnTo>
                      <a:pt x="3003" y="3499"/>
                    </a:lnTo>
                    <a:lnTo>
                      <a:pt x="3008" y="3482"/>
                    </a:lnTo>
                    <a:lnTo>
                      <a:pt x="3013" y="3464"/>
                    </a:lnTo>
                    <a:lnTo>
                      <a:pt x="3018" y="3448"/>
                    </a:lnTo>
                    <a:lnTo>
                      <a:pt x="3024" y="3433"/>
                    </a:lnTo>
                    <a:lnTo>
                      <a:pt x="3029" y="3420"/>
                    </a:lnTo>
                    <a:lnTo>
                      <a:pt x="3034" y="3411"/>
                    </a:lnTo>
                    <a:lnTo>
                      <a:pt x="3039" y="3405"/>
                    </a:lnTo>
                    <a:lnTo>
                      <a:pt x="3044" y="3404"/>
                    </a:lnTo>
                    <a:lnTo>
                      <a:pt x="3049" y="3407"/>
                    </a:lnTo>
                    <a:lnTo>
                      <a:pt x="3055" y="3414"/>
                    </a:lnTo>
                    <a:lnTo>
                      <a:pt x="3060" y="3425"/>
                    </a:lnTo>
                    <a:lnTo>
                      <a:pt x="3065" y="3437"/>
                    </a:lnTo>
                    <a:lnTo>
                      <a:pt x="3070" y="3453"/>
                    </a:lnTo>
                    <a:lnTo>
                      <a:pt x="3075" y="3471"/>
                    </a:lnTo>
                    <a:lnTo>
                      <a:pt x="3080" y="3487"/>
                    </a:lnTo>
                    <a:lnTo>
                      <a:pt x="3086" y="3504"/>
                    </a:lnTo>
                    <a:lnTo>
                      <a:pt x="3091" y="3519"/>
                    </a:lnTo>
                    <a:lnTo>
                      <a:pt x="3096" y="3533"/>
                    </a:lnTo>
                    <a:lnTo>
                      <a:pt x="3101" y="3543"/>
                    </a:lnTo>
                    <a:lnTo>
                      <a:pt x="3106" y="3552"/>
                    </a:lnTo>
                    <a:lnTo>
                      <a:pt x="3111" y="3558"/>
                    </a:lnTo>
                    <a:lnTo>
                      <a:pt x="3117" y="3563"/>
                    </a:lnTo>
                    <a:lnTo>
                      <a:pt x="3123" y="3565"/>
                    </a:lnTo>
                    <a:lnTo>
                      <a:pt x="3128" y="3565"/>
                    </a:lnTo>
                    <a:lnTo>
                      <a:pt x="3133" y="3564"/>
                    </a:lnTo>
                    <a:lnTo>
                      <a:pt x="3138" y="3563"/>
                    </a:lnTo>
                    <a:lnTo>
                      <a:pt x="3143" y="3562"/>
                    </a:lnTo>
                    <a:lnTo>
                      <a:pt x="3149" y="3560"/>
                    </a:lnTo>
                    <a:lnTo>
                      <a:pt x="3154" y="3559"/>
                    </a:lnTo>
                    <a:lnTo>
                      <a:pt x="3159" y="3558"/>
                    </a:lnTo>
                    <a:lnTo>
                      <a:pt x="3164" y="3558"/>
                    </a:lnTo>
                    <a:lnTo>
                      <a:pt x="3169" y="3559"/>
                    </a:lnTo>
                    <a:lnTo>
                      <a:pt x="3174" y="3559"/>
                    </a:lnTo>
                    <a:lnTo>
                      <a:pt x="3180" y="3560"/>
                    </a:lnTo>
                    <a:lnTo>
                      <a:pt x="3185" y="3562"/>
                    </a:lnTo>
                    <a:lnTo>
                      <a:pt x="3190" y="3563"/>
                    </a:lnTo>
                    <a:lnTo>
                      <a:pt x="3195" y="3564"/>
                    </a:lnTo>
                    <a:lnTo>
                      <a:pt x="3200" y="3565"/>
                    </a:lnTo>
                    <a:lnTo>
                      <a:pt x="3205" y="3565"/>
                    </a:lnTo>
                    <a:lnTo>
                      <a:pt x="3210" y="3565"/>
                    </a:lnTo>
                    <a:lnTo>
                      <a:pt x="3216" y="3565"/>
                    </a:lnTo>
                    <a:lnTo>
                      <a:pt x="3221" y="3564"/>
                    </a:lnTo>
                    <a:lnTo>
                      <a:pt x="3226" y="3564"/>
                    </a:lnTo>
                    <a:lnTo>
                      <a:pt x="3231" y="3564"/>
                    </a:lnTo>
                    <a:lnTo>
                      <a:pt x="3236" y="3563"/>
                    </a:lnTo>
                    <a:lnTo>
                      <a:pt x="3241" y="3563"/>
                    </a:lnTo>
                    <a:lnTo>
                      <a:pt x="3247" y="3563"/>
                    </a:lnTo>
                    <a:lnTo>
                      <a:pt x="3252" y="3563"/>
                    </a:lnTo>
                    <a:lnTo>
                      <a:pt x="3258" y="3563"/>
                    </a:lnTo>
                    <a:lnTo>
                      <a:pt x="3263" y="3564"/>
                    </a:lnTo>
                    <a:lnTo>
                      <a:pt x="3268" y="3564"/>
                    </a:lnTo>
                    <a:lnTo>
                      <a:pt x="3273" y="3564"/>
                    </a:lnTo>
                    <a:lnTo>
                      <a:pt x="3279" y="3565"/>
                    </a:lnTo>
                    <a:lnTo>
                      <a:pt x="3284" y="3565"/>
                    </a:lnTo>
                    <a:lnTo>
                      <a:pt x="3289" y="3565"/>
                    </a:lnTo>
                    <a:lnTo>
                      <a:pt x="3294" y="3565"/>
                    </a:lnTo>
                    <a:lnTo>
                      <a:pt x="3299" y="3565"/>
                    </a:lnTo>
                    <a:lnTo>
                      <a:pt x="3304" y="3565"/>
                    </a:lnTo>
                    <a:lnTo>
                      <a:pt x="3310" y="3564"/>
                    </a:lnTo>
                    <a:lnTo>
                      <a:pt x="3315" y="3564"/>
                    </a:lnTo>
                    <a:lnTo>
                      <a:pt x="3320" y="3564"/>
                    </a:lnTo>
                    <a:lnTo>
                      <a:pt x="3325" y="3564"/>
                    </a:lnTo>
                    <a:lnTo>
                      <a:pt x="3330" y="3564"/>
                    </a:lnTo>
                    <a:lnTo>
                      <a:pt x="3335" y="3564"/>
                    </a:lnTo>
                    <a:lnTo>
                      <a:pt x="3341" y="3564"/>
                    </a:lnTo>
                    <a:lnTo>
                      <a:pt x="3346" y="3564"/>
                    </a:lnTo>
                    <a:lnTo>
                      <a:pt x="3351" y="3564"/>
                    </a:lnTo>
                    <a:lnTo>
                      <a:pt x="3356" y="3565"/>
                    </a:lnTo>
                    <a:lnTo>
                      <a:pt x="3361" y="3565"/>
                    </a:lnTo>
                    <a:lnTo>
                      <a:pt x="3366" y="3565"/>
                    </a:lnTo>
                    <a:lnTo>
                      <a:pt x="3372" y="3565"/>
                    </a:lnTo>
                    <a:lnTo>
                      <a:pt x="3377" y="3565"/>
                    </a:lnTo>
                    <a:lnTo>
                      <a:pt x="3382" y="3565"/>
                    </a:lnTo>
                    <a:lnTo>
                      <a:pt x="3388" y="3565"/>
                    </a:lnTo>
                    <a:lnTo>
                      <a:pt x="3393" y="3565"/>
                    </a:lnTo>
                    <a:lnTo>
                      <a:pt x="3398" y="3564"/>
                    </a:lnTo>
                    <a:lnTo>
                      <a:pt x="3404" y="3564"/>
                    </a:lnTo>
                    <a:lnTo>
                      <a:pt x="3409" y="3564"/>
                    </a:lnTo>
                    <a:lnTo>
                      <a:pt x="3414" y="3564"/>
                    </a:lnTo>
                    <a:lnTo>
                      <a:pt x="3419" y="3564"/>
                    </a:lnTo>
                    <a:lnTo>
                      <a:pt x="3424" y="3564"/>
                    </a:lnTo>
                    <a:lnTo>
                      <a:pt x="3429" y="3564"/>
                    </a:lnTo>
                    <a:lnTo>
                      <a:pt x="3435" y="3565"/>
                    </a:lnTo>
                    <a:lnTo>
                      <a:pt x="3440" y="3565"/>
                    </a:lnTo>
                    <a:lnTo>
                      <a:pt x="3445" y="3565"/>
                    </a:lnTo>
                    <a:lnTo>
                      <a:pt x="3450" y="3565"/>
                    </a:lnTo>
                    <a:lnTo>
                      <a:pt x="3455" y="3565"/>
                    </a:lnTo>
                    <a:lnTo>
                      <a:pt x="3460" y="3565"/>
                    </a:lnTo>
                    <a:lnTo>
                      <a:pt x="3466" y="3565"/>
                    </a:lnTo>
                    <a:lnTo>
                      <a:pt x="3471" y="3565"/>
                    </a:lnTo>
                    <a:lnTo>
                      <a:pt x="3476" y="3565"/>
                    </a:lnTo>
                    <a:lnTo>
                      <a:pt x="3481" y="3564"/>
                    </a:lnTo>
                    <a:lnTo>
                      <a:pt x="3486" y="3564"/>
                    </a:lnTo>
                    <a:lnTo>
                      <a:pt x="3491" y="3564"/>
                    </a:lnTo>
                    <a:lnTo>
                      <a:pt x="3497" y="3564"/>
                    </a:lnTo>
                    <a:lnTo>
                      <a:pt x="3502" y="3564"/>
                    </a:lnTo>
                    <a:lnTo>
                      <a:pt x="3507" y="3564"/>
                    </a:lnTo>
                    <a:lnTo>
                      <a:pt x="3512" y="3565"/>
                    </a:lnTo>
                    <a:lnTo>
                      <a:pt x="3518" y="3565"/>
                    </a:lnTo>
                    <a:lnTo>
                      <a:pt x="3523" y="3565"/>
                    </a:lnTo>
                    <a:lnTo>
                      <a:pt x="3529" y="3565"/>
                    </a:lnTo>
                    <a:lnTo>
                      <a:pt x="3534" y="3565"/>
                    </a:lnTo>
                    <a:lnTo>
                      <a:pt x="3539" y="3565"/>
                    </a:lnTo>
                    <a:lnTo>
                      <a:pt x="3544" y="3565"/>
                    </a:lnTo>
                    <a:lnTo>
                      <a:pt x="3549" y="3565"/>
                    </a:lnTo>
                    <a:lnTo>
                      <a:pt x="3554" y="3565"/>
                    </a:lnTo>
                    <a:lnTo>
                      <a:pt x="3560" y="3564"/>
                    </a:lnTo>
                    <a:lnTo>
                      <a:pt x="3565" y="3564"/>
                    </a:lnTo>
                    <a:lnTo>
                      <a:pt x="3570" y="3564"/>
                    </a:lnTo>
                    <a:lnTo>
                      <a:pt x="3575" y="3564"/>
                    </a:lnTo>
                    <a:lnTo>
                      <a:pt x="3580" y="3564"/>
                    </a:lnTo>
                    <a:lnTo>
                      <a:pt x="3585" y="3564"/>
                    </a:lnTo>
                    <a:lnTo>
                      <a:pt x="3590" y="3564"/>
                    </a:lnTo>
                    <a:lnTo>
                      <a:pt x="3596" y="3565"/>
                    </a:lnTo>
                    <a:lnTo>
                      <a:pt x="3601" y="3565"/>
                    </a:lnTo>
                    <a:lnTo>
                      <a:pt x="3606" y="3565"/>
                    </a:lnTo>
                    <a:lnTo>
                      <a:pt x="3611" y="3565"/>
                    </a:lnTo>
                    <a:lnTo>
                      <a:pt x="3616" y="3565"/>
                    </a:lnTo>
                    <a:lnTo>
                      <a:pt x="3621" y="3565"/>
                    </a:lnTo>
                    <a:lnTo>
                      <a:pt x="3627" y="3565"/>
                    </a:lnTo>
                    <a:lnTo>
                      <a:pt x="3632" y="3565"/>
                    </a:lnTo>
                    <a:lnTo>
                      <a:pt x="3637" y="3564"/>
                    </a:lnTo>
                  </a:path>
                </a:pathLst>
              </a:custGeom>
              <a:noFill/>
              <a:ln w="14288" cap="flat" cmpd="sng">
                <a:solidFill>
                  <a:srgbClr val="0000FF">
                    <a:alpha val="100000"/>
                  </a:srgbClr>
                </a:solidFill>
                <a:prstDash val="solid"/>
                <a:round/>
                <a:headEnd type="none" w="med" len="med"/>
                <a:tailEnd type="none" w="med" len="med"/>
              </a:ln>
            </p:spPr>
            <p:txBody>
              <a:bodyPr/>
              <a:p>
                <a:endParaRPr lang="zh-CN" altLang="en-US"/>
              </a:p>
            </p:txBody>
          </p:sp>
          <p:sp>
            <p:nvSpPr>
              <p:cNvPr id="99566" name="Rectangle 943"/>
              <p:cNvSpPr/>
              <p:nvPr/>
            </p:nvSpPr>
            <p:spPr>
              <a:xfrm rot="-5400000">
                <a:off x="5481" y="3097"/>
                <a:ext cx="11" cy="35"/>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567" name="Rectangle 944"/>
              <p:cNvSpPr/>
              <p:nvPr/>
            </p:nvSpPr>
            <p:spPr>
              <a:xfrm>
                <a:off x="4167" y="2707"/>
                <a:ext cx="8" cy="46"/>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499" name="Line 947"/>
            <p:cNvSpPr/>
            <p:nvPr/>
          </p:nvSpPr>
          <p:spPr>
            <a:xfrm flipV="1">
              <a:off x="2736" y="2736"/>
              <a:ext cx="288" cy="144"/>
            </a:xfrm>
            <a:prstGeom prst="line">
              <a:avLst/>
            </a:prstGeom>
            <a:ln w="9525" cap="flat" cmpd="sng">
              <a:solidFill>
                <a:schemeClr val="tx1"/>
              </a:solidFill>
              <a:prstDash val="solid"/>
              <a:headEnd type="none" w="med" len="med"/>
              <a:tailEnd type="triangle" w="med" len="med"/>
            </a:ln>
          </p:spPr>
        </p:sp>
      </p:grpSp>
      <p:grpSp>
        <p:nvGrpSpPr>
          <p:cNvPr id="94214" name="Group 6"/>
          <p:cNvGrpSpPr/>
          <p:nvPr/>
        </p:nvGrpSpPr>
        <p:grpSpPr>
          <a:xfrm>
            <a:off x="5856288" y="4773613"/>
            <a:ext cx="4841875" cy="947737"/>
            <a:chOff x="2736" y="3038"/>
            <a:chExt cx="3050" cy="597"/>
          </a:xfrm>
        </p:grpSpPr>
        <p:grpSp>
          <p:nvGrpSpPr>
            <p:cNvPr id="99418" name="Group 4"/>
            <p:cNvGrpSpPr/>
            <p:nvPr/>
          </p:nvGrpSpPr>
          <p:grpSpPr>
            <a:xfrm>
              <a:off x="3012" y="3038"/>
              <a:ext cx="2774" cy="597"/>
              <a:chOff x="3144" y="3187"/>
              <a:chExt cx="2378" cy="721"/>
            </a:xfrm>
          </p:grpSpPr>
          <p:sp>
            <p:nvSpPr>
              <p:cNvPr id="99420" name="Line 950"/>
              <p:cNvSpPr/>
              <p:nvPr/>
            </p:nvSpPr>
            <p:spPr>
              <a:xfrm>
                <a:off x="3144" y="3907"/>
                <a:ext cx="1" cy="1"/>
              </a:xfrm>
              <a:prstGeom prst="line">
                <a:avLst/>
              </a:prstGeom>
              <a:ln w="9525" cap="flat" cmpd="sng">
                <a:solidFill>
                  <a:srgbClr val="000000"/>
                </a:solidFill>
                <a:prstDash val="solid"/>
                <a:headEnd type="none" w="med" len="med"/>
                <a:tailEnd type="none" w="med" len="med"/>
              </a:ln>
            </p:spPr>
          </p:sp>
          <p:sp>
            <p:nvSpPr>
              <p:cNvPr id="99421" name="Line 951"/>
              <p:cNvSpPr/>
              <p:nvPr/>
            </p:nvSpPr>
            <p:spPr>
              <a:xfrm>
                <a:off x="3268" y="3907"/>
                <a:ext cx="1" cy="1"/>
              </a:xfrm>
              <a:prstGeom prst="line">
                <a:avLst/>
              </a:prstGeom>
              <a:ln w="9525" cap="flat" cmpd="sng">
                <a:solidFill>
                  <a:srgbClr val="000000"/>
                </a:solidFill>
                <a:prstDash val="solid"/>
                <a:headEnd type="none" w="med" len="med"/>
                <a:tailEnd type="none" w="med" len="med"/>
              </a:ln>
            </p:spPr>
          </p:sp>
          <p:sp>
            <p:nvSpPr>
              <p:cNvPr id="99422" name="Line 952"/>
              <p:cNvSpPr/>
              <p:nvPr/>
            </p:nvSpPr>
            <p:spPr>
              <a:xfrm>
                <a:off x="3391" y="3907"/>
                <a:ext cx="1" cy="1"/>
              </a:xfrm>
              <a:prstGeom prst="line">
                <a:avLst/>
              </a:prstGeom>
              <a:ln w="9525" cap="flat" cmpd="sng">
                <a:solidFill>
                  <a:srgbClr val="000000"/>
                </a:solidFill>
                <a:prstDash val="solid"/>
                <a:headEnd type="none" w="med" len="med"/>
                <a:tailEnd type="none" w="med" len="med"/>
              </a:ln>
            </p:spPr>
          </p:sp>
          <p:sp>
            <p:nvSpPr>
              <p:cNvPr id="99423" name="Line 953"/>
              <p:cNvSpPr/>
              <p:nvPr/>
            </p:nvSpPr>
            <p:spPr>
              <a:xfrm>
                <a:off x="3516" y="3907"/>
                <a:ext cx="1" cy="1"/>
              </a:xfrm>
              <a:prstGeom prst="line">
                <a:avLst/>
              </a:prstGeom>
              <a:ln w="9525" cap="flat" cmpd="sng">
                <a:solidFill>
                  <a:srgbClr val="000000"/>
                </a:solidFill>
                <a:prstDash val="solid"/>
                <a:headEnd type="none" w="med" len="med"/>
                <a:tailEnd type="none" w="med" len="med"/>
              </a:ln>
            </p:spPr>
          </p:sp>
          <p:sp>
            <p:nvSpPr>
              <p:cNvPr id="99424" name="Line 954"/>
              <p:cNvSpPr/>
              <p:nvPr/>
            </p:nvSpPr>
            <p:spPr>
              <a:xfrm>
                <a:off x="3640" y="3907"/>
                <a:ext cx="1" cy="1"/>
              </a:xfrm>
              <a:prstGeom prst="line">
                <a:avLst/>
              </a:prstGeom>
              <a:ln w="9525" cap="flat" cmpd="sng">
                <a:solidFill>
                  <a:srgbClr val="000000"/>
                </a:solidFill>
                <a:prstDash val="solid"/>
                <a:headEnd type="none" w="med" len="med"/>
                <a:tailEnd type="none" w="med" len="med"/>
              </a:ln>
            </p:spPr>
          </p:sp>
          <p:sp>
            <p:nvSpPr>
              <p:cNvPr id="99425" name="Line 955"/>
              <p:cNvSpPr/>
              <p:nvPr/>
            </p:nvSpPr>
            <p:spPr>
              <a:xfrm>
                <a:off x="3764" y="3907"/>
                <a:ext cx="1" cy="1"/>
              </a:xfrm>
              <a:prstGeom prst="line">
                <a:avLst/>
              </a:prstGeom>
              <a:ln w="9525" cap="flat" cmpd="sng">
                <a:solidFill>
                  <a:srgbClr val="000000"/>
                </a:solidFill>
                <a:prstDash val="solid"/>
                <a:headEnd type="none" w="med" len="med"/>
                <a:tailEnd type="none" w="med" len="med"/>
              </a:ln>
            </p:spPr>
          </p:sp>
          <p:sp>
            <p:nvSpPr>
              <p:cNvPr id="99426" name="Line 956"/>
              <p:cNvSpPr/>
              <p:nvPr/>
            </p:nvSpPr>
            <p:spPr>
              <a:xfrm>
                <a:off x="3888" y="3907"/>
                <a:ext cx="1" cy="1"/>
              </a:xfrm>
              <a:prstGeom prst="line">
                <a:avLst/>
              </a:prstGeom>
              <a:ln w="9525" cap="flat" cmpd="sng">
                <a:solidFill>
                  <a:srgbClr val="000000"/>
                </a:solidFill>
                <a:prstDash val="solid"/>
                <a:headEnd type="none" w="med" len="med"/>
                <a:tailEnd type="none" w="med" len="med"/>
              </a:ln>
            </p:spPr>
          </p:sp>
          <p:sp>
            <p:nvSpPr>
              <p:cNvPr id="99427" name="Line 957"/>
              <p:cNvSpPr/>
              <p:nvPr/>
            </p:nvSpPr>
            <p:spPr>
              <a:xfrm>
                <a:off x="4012" y="3907"/>
                <a:ext cx="1" cy="1"/>
              </a:xfrm>
              <a:prstGeom prst="line">
                <a:avLst/>
              </a:prstGeom>
              <a:ln w="9525" cap="flat" cmpd="sng">
                <a:solidFill>
                  <a:srgbClr val="000000"/>
                </a:solidFill>
                <a:prstDash val="solid"/>
                <a:headEnd type="none" w="med" len="med"/>
                <a:tailEnd type="none" w="med" len="med"/>
              </a:ln>
            </p:spPr>
          </p:sp>
          <p:sp>
            <p:nvSpPr>
              <p:cNvPr id="99428" name="Line 958"/>
              <p:cNvSpPr/>
              <p:nvPr/>
            </p:nvSpPr>
            <p:spPr>
              <a:xfrm>
                <a:off x="4136" y="3907"/>
                <a:ext cx="1" cy="1"/>
              </a:xfrm>
              <a:prstGeom prst="line">
                <a:avLst/>
              </a:prstGeom>
              <a:ln w="9525" cap="flat" cmpd="sng">
                <a:solidFill>
                  <a:srgbClr val="000000"/>
                </a:solidFill>
                <a:prstDash val="solid"/>
                <a:headEnd type="none" w="med" len="med"/>
                <a:tailEnd type="none" w="med" len="med"/>
              </a:ln>
            </p:spPr>
          </p:sp>
          <p:sp>
            <p:nvSpPr>
              <p:cNvPr id="99429" name="Line 959"/>
              <p:cNvSpPr/>
              <p:nvPr/>
            </p:nvSpPr>
            <p:spPr>
              <a:xfrm>
                <a:off x="4260" y="3907"/>
                <a:ext cx="1" cy="1"/>
              </a:xfrm>
              <a:prstGeom prst="line">
                <a:avLst/>
              </a:prstGeom>
              <a:ln w="9525" cap="flat" cmpd="sng">
                <a:solidFill>
                  <a:srgbClr val="000000"/>
                </a:solidFill>
                <a:prstDash val="solid"/>
                <a:headEnd type="none" w="med" len="med"/>
                <a:tailEnd type="none" w="med" len="med"/>
              </a:ln>
            </p:spPr>
          </p:sp>
          <p:sp>
            <p:nvSpPr>
              <p:cNvPr id="99430" name="Line 960"/>
              <p:cNvSpPr/>
              <p:nvPr/>
            </p:nvSpPr>
            <p:spPr>
              <a:xfrm>
                <a:off x="4384" y="3907"/>
                <a:ext cx="1" cy="1"/>
              </a:xfrm>
              <a:prstGeom prst="line">
                <a:avLst/>
              </a:prstGeom>
              <a:ln w="9525" cap="flat" cmpd="sng">
                <a:solidFill>
                  <a:srgbClr val="000000"/>
                </a:solidFill>
                <a:prstDash val="solid"/>
                <a:headEnd type="none" w="med" len="med"/>
                <a:tailEnd type="none" w="med" len="med"/>
              </a:ln>
            </p:spPr>
          </p:sp>
          <p:sp>
            <p:nvSpPr>
              <p:cNvPr id="99431" name="Line 961"/>
              <p:cNvSpPr/>
              <p:nvPr/>
            </p:nvSpPr>
            <p:spPr>
              <a:xfrm>
                <a:off x="4508" y="3907"/>
                <a:ext cx="1" cy="1"/>
              </a:xfrm>
              <a:prstGeom prst="line">
                <a:avLst/>
              </a:prstGeom>
              <a:ln w="9525" cap="flat" cmpd="sng">
                <a:solidFill>
                  <a:srgbClr val="000000"/>
                </a:solidFill>
                <a:prstDash val="solid"/>
                <a:headEnd type="none" w="med" len="med"/>
                <a:tailEnd type="none" w="med" len="med"/>
              </a:ln>
            </p:spPr>
          </p:sp>
          <p:sp>
            <p:nvSpPr>
              <p:cNvPr id="99432" name="Line 962"/>
              <p:cNvSpPr/>
              <p:nvPr/>
            </p:nvSpPr>
            <p:spPr>
              <a:xfrm>
                <a:off x="4632" y="3907"/>
                <a:ext cx="1" cy="1"/>
              </a:xfrm>
              <a:prstGeom prst="line">
                <a:avLst/>
              </a:prstGeom>
              <a:ln w="9525" cap="flat" cmpd="sng">
                <a:solidFill>
                  <a:srgbClr val="000000"/>
                </a:solidFill>
                <a:prstDash val="solid"/>
                <a:headEnd type="none" w="med" len="med"/>
                <a:tailEnd type="none" w="med" len="med"/>
              </a:ln>
            </p:spPr>
          </p:sp>
          <p:sp>
            <p:nvSpPr>
              <p:cNvPr id="99433" name="Line 963"/>
              <p:cNvSpPr/>
              <p:nvPr/>
            </p:nvSpPr>
            <p:spPr>
              <a:xfrm>
                <a:off x="4756" y="3907"/>
                <a:ext cx="1" cy="1"/>
              </a:xfrm>
              <a:prstGeom prst="line">
                <a:avLst/>
              </a:prstGeom>
              <a:ln w="9525" cap="flat" cmpd="sng">
                <a:solidFill>
                  <a:srgbClr val="000000"/>
                </a:solidFill>
                <a:prstDash val="solid"/>
                <a:headEnd type="none" w="med" len="med"/>
                <a:tailEnd type="none" w="med" len="med"/>
              </a:ln>
            </p:spPr>
          </p:sp>
          <p:sp>
            <p:nvSpPr>
              <p:cNvPr id="99434" name="Line 964"/>
              <p:cNvSpPr/>
              <p:nvPr/>
            </p:nvSpPr>
            <p:spPr>
              <a:xfrm>
                <a:off x="4880" y="3907"/>
                <a:ext cx="1" cy="1"/>
              </a:xfrm>
              <a:prstGeom prst="line">
                <a:avLst/>
              </a:prstGeom>
              <a:ln w="9525" cap="flat" cmpd="sng">
                <a:solidFill>
                  <a:srgbClr val="000000"/>
                </a:solidFill>
                <a:prstDash val="solid"/>
                <a:headEnd type="none" w="med" len="med"/>
                <a:tailEnd type="none" w="med" len="med"/>
              </a:ln>
            </p:spPr>
          </p:sp>
          <p:sp>
            <p:nvSpPr>
              <p:cNvPr id="99435" name="Line 965"/>
              <p:cNvSpPr/>
              <p:nvPr/>
            </p:nvSpPr>
            <p:spPr>
              <a:xfrm>
                <a:off x="5004" y="3907"/>
                <a:ext cx="1" cy="1"/>
              </a:xfrm>
              <a:prstGeom prst="line">
                <a:avLst/>
              </a:prstGeom>
              <a:ln w="9525" cap="flat" cmpd="sng">
                <a:solidFill>
                  <a:srgbClr val="000000"/>
                </a:solidFill>
                <a:prstDash val="solid"/>
                <a:headEnd type="none" w="med" len="med"/>
                <a:tailEnd type="none" w="med" len="med"/>
              </a:ln>
            </p:spPr>
          </p:sp>
          <p:sp>
            <p:nvSpPr>
              <p:cNvPr id="99436" name="Line 966"/>
              <p:cNvSpPr/>
              <p:nvPr/>
            </p:nvSpPr>
            <p:spPr>
              <a:xfrm>
                <a:off x="5128" y="3907"/>
                <a:ext cx="1" cy="1"/>
              </a:xfrm>
              <a:prstGeom prst="line">
                <a:avLst/>
              </a:prstGeom>
              <a:ln w="9525" cap="flat" cmpd="sng">
                <a:solidFill>
                  <a:srgbClr val="000000"/>
                </a:solidFill>
                <a:prstDash val="solid"/>
                <a:headEnd type="none" w="med" len="med"/>
                <a:tailEnd type="none" w="med" len="med"/>
              </a:ln>
            </p:spPr>
          </p:sp>
          <p:sp>
            <p:nvSpPr>
              <p:cNvPr id="99437" name="Line 967"/>
              <p:cNvSpPr/>
              <p:nvPr/>
            </p:nvSpPr>
            <p:spPr>
              <a:xfrm>
                <a:off x="5252" y="3907"/>
                <a:ext cx="1" cy="1"/>
              </a:xfrm>
              <a:prstGeom prst="line">
                <a:avLst/>
              </a:prstGeom>
              <a:ln w="9525" cap="flat" cmpd="sng">
                <a:solidFill>
                  <a:srgbClr val="000000"/>
                </a:solidFill>
                <a:prstDash val="solid"/>
                <a:headEnd type="none" w="med" len="med"/>
                <a:tailEnd type="none" w="med" len="med"/>
              </a:ln>
            </p:spPr>
          </p:sp>
          <p:sp>
            <p:nvSpPr>
              <p:cNvPr id="99438" name="Line 968"/>
              <p:cNvSpPr/>
              <p:nvPr/>
            </p:nvSpPr>
            <p:spPr>
              <a:xfrm>
                <a:off x="5376" y="3907"/>
                <a:ext cx="1" cy="1"/>
              </a:xfrm>
              <a:prstGeom prst="line">
                <a:avLst/>
              </a:prstGeom>
              <a:ln w="9525" cap="flat" cmpd="sng">
                <a:solidFill>
                  <a:srgbClr val="000000"/>
                </a:solidFill>
                <a:prstDash val="solid"/>
                <a:headEnd type="none" w="med" len="med"/>
                <a:tailEnd type="none" w="med" len="med"/>
              </a:ln>
            </p:spPr>
          </p:sp>
          <p:sp>
            <p:nvSpPr>
              <p:cNvPr id="99439" name="Line 969"/>
              <p:cNvSpPr/>
              <p:nvPr/>
            </p:nvSpPr>
            <p:spPr>
              <a:xfrm>
                <a:off x="3144" y="3907"/>
                <a:ext cx="2232" cy="1"/>
              </a:xfrm>
              <a:prstGeom prst="line">
                <a:avLst/>
              </a:prstGeom>
              <a:ln w="9525" cap="flat" cmpd="sng">
                <a:solidFill>
                  <a:srgbClr val="000000"/>
                </a:solidFill>
                <a:prstDash val="solid"/>
                <a:headEnd type="none" w="med" len="med"/>
                <a:tailEnd type="none" w="med" len="med"/>
              </a:ln>
            </p:spPr>
          </p:sp>
          <p:sp>
            <p:nvSpPr>
              <p:cNvPr id="99440" name="Line 970"/>
              <p:cNvSpPr/>
              <p:nvPr/>
            </p:nvSpPr>
            <p:spPr>
              <a:xfrm>
                <a:off x="3144" y="3907"/>
                <a:ext cx="1" cy="1"/>
              </a:xfrm>
              <a:prstGeom prst="line">
                <a:avLst/>
              </a:prstGeom>
              <a:ln w="9525" cap="flat" cmpd="sng">
                <a:solidFill>
                  <a:srgbClr val="000000"/>
                </a:solidFill>
                <a:prstDash val="solid"/>
                <a:headEnd type="none" w="med" len="med"/>
                <a:tailEnd type="none" w="med" len="med"/>
              </a:ln>
            </p:spPr>
          </p:sp>
          <p:sp>
            <p:nvSpPr>
              <p:cNvPr id="99441" name="Line 971"/>
              <p:cNvSpPr/>
              <p:nvPr/>
            </p:nvSpPr>
            <p:spPr>
              <a:xfrm>
                <a:off x="3144" y="3866"/>
                <a:ext cx="1" cy="1"/>
              </a:xfrm>
              <a:prstGeom prst="line">
                <a:avLst/>
              </a:prstGeom>
              <a:ln w="9525" cap="flat" cmpd="sng">
                <a:solidFill>
                  <a:srgbClr val="000000"/>
                </a:solidFill>
                <a:prstDash val="solid"/>
                <a:headEnd type="none" w="med" len="med"/>
                <a:tailEnd type="none" w="med" len="med"/>
              </a:ln>
            </p:spPr>
          </p:sp>
          <p:sp>
            <p:nvSpPr>
              <p:cNvPr id="99442" name="Line 972"/>
              <p:cNvSpPr/>
              <p:nvPr/>
            </p:nvSpPr>
            <p:spPr>
              <a:xfrm>
                <a:off x="3144" y="3825"/>
                <a:ext cx="1" cy="1"/>
              </a:xfrm>
              <a:prstGeom prst="line">
                <a:avLst/>
              </a:prstGeom>
              <a:ln w="9525" cap="flat" cmpd="sng">
                <a:solidFill>
                  <a:srgbClr val="000000"/>
                </a:solidFill>
                <a:prstDash val="solid"/>
                <a:headEnd type="none" w="med" len="med"/>
                <a:tailEnd type="none" w="med" len="med"/>
              </a:ln>
            </p:spPr>
          </p:sp>
          <p:sp>
            <p:nvSpPr>
              <p:cNvPr id="99443" name="Line 973"/>
              <p:cNvSpPr/>
              <p:nvPr/>
            </p:nvSpPr>
            <p:spPr>
              <a:xfrm>
                <a:off x="3144" y="3784"/>
                <a:ext cx="1" cy="1"/>
              </a:xfrm>
              <a:prstGeom prst="line">
                <a:avLst/>
              </a:prstGeom>
              <a:ln w="9525" cap="flat" cmpd="sng">
                <a:solidFill>
                  <a:srgbClr val="000000"/>
                </a:solidFill>
                <a:prstDash val="solid"/>
                <a:headEnd type="none" w="med" len="med"/>
                <a:tailEnd type="none" w="med" len="med"/>
              </a:ln>
            </p:spPr>
          </p:sp>
          <p:sp>
            <p:nvSpPr>
              <p:cNvPr id="99444" name="Line 974"/>
              <p:cNvSpPr/>
              <p:nvPr/>
            </p:nvSpPr>
            <p:spPr>
              <a:xfrm>
                <a:off x="3144" y="3743"/>
                <a:ext cx="1" cy="1"/>
              </a:xfrm>
              <a:prstGeom prst="line">
                <a:avLst/>
              </a:prstGeom>
              <a:ln w="9525" cap="flat" cmpd="sng">
                <a:solidFill>
                  <a:srgbClr val="000000"/>
                </a:solidFill>
                <a:prstDash val="solid"/>
                <a:headEnd type="none" w="med" len="med"/>
                <a:tailEnd type="none" w="med" len="med"/>
              </a:ln>
            </p:spPr>
          </p:sp>
          <p:sp>
            <p:nvSpPr>
              <p:cNvPr id="99445" name="Line 975"/>
              <p:cNvSpPr/>
              <p:nvPr/>
            </p:nvSpPr>
            <p:spPr>
              <a:xfrm>
                <a:off x="3144" y="3702"/>
                <a:ext cx="1" cy="1"/>
              </a:xfrm>
              <a:prstGeom prst="line">
                <a:avLst/>
              </a:prstGeom>
              <a:ln w="9525" cap="flat" cmpd="sng">
                <a:solidFill>
                  <a:srgbClr val="000000"/>
                </a:solidFill>
                <a:prstDash val="solid"/>
                <a:headEnd type="none" w="med" len="med"/>
                <a:tailEnd type="none" w="med" len="med"/>
              </a:ln>
            </p:spPr>
          </p:sp>
          <p:sp>
            <p:nvSpPr>
              <p:cNvPr id="99446" name="Line 976"/>
              <p:cNvSpPr/>
              <p:nvPr/>
            </p:nvSpPr>
            <p:spPr>
              <a:xfrm>
                <a:off x="3144" y="3661"/>
                <a:ext cx="1" cy="1"/>
              </a:xfrm>
              <a:prstGeom prst="line">
                <a:avLst/>
              </a:prstGeom>
              <a:ln w="9525" cap="flat" cmpd="sng">
                <a:solidFill>
                  <a:srgbClr val="000000"/>
                </a:solidFill>
                <a:prstDash val="solid"/>
                <a:headEnd type="none" w="med" len="med"/>
                <a:tailEnd type="none" w="med" len="med"/>
              </a:ln>
            </p:spPr>
          </p:sp>
          <p:sp>
            <p:nvSpPr>
              <p:cNvPr id="99447" name="Line 977"/>
              <p:cNvSpPr/>
              <p:nvPr/>
            </p:nvSpPr>
            <p:spPr>
              <a:xfrm>
                <a:off x="3144" y="3620"/>
                <a:ext cx="1" cy="1"/>
              </a:xfrm>
              <a:prstGeom prst="line">
                <a:avLst/>
              </a:prstGeom>
              <a:ln w="9525" cap="flat" cmpd="sng">
                <a:solidFill>
                  <a:srgbClr val="000000"/>
                </a:solidFill>
                <a:prstDash val="solid"/>
                <a:headEnd type="none" w="med" len="med"/>
                <a:tailEnd type="none" w="med" len="med"/>
              </a:ln>
            </p:spPr>
          </p:sp>
          <p:sp>
            <p:nvSpPr>
              <p:cNvPr id="99448" name="Line 978"/>
              <p:cNvSpPr/>
              <p:nvPr/>
            </p:nvSpPr>
            <p:spPr>
              <a:xfrm>
                <a:off x="3144" y="3579"/>
                <a:ext cx="1" cy="1"/>
              </a:xfrm>
              <a:prstGeom prst="line">
                <a:avLst/>
              </a:prstGeom>
              <a:ln w="9525" cap="flat" cmpd="sng">
                <a:solidFill>
                  <a:srgbClr val="000000"/>
                </a:solidFill>
                <a:prstDash val="solid"/>
                <a:headEnd type="none" w="med" len="med"/>
                <a:tailEnd type="none" w="med" len="med"/>
              </a:ln>
            </p:spPr>
          </p:sp>
          <p:sp>
            <p:nvSpPr>
              <p:cNvPr id="99449" name="Line 979"/>
              <p:cNvSpPr/>
              <p:nvPr/>
            </p:nvSpPr>
            <p:spPr>
              <a:xfrm>
                <a:off x="3144" y="3538"/>
                <a:ext cx="1" cy="1"/>
              </a:xfrm>
              <a:prstGeom prst="line">
                <a:avLst/>
              </a:prstGeom>
              <a:ln w="9525" cap="flat" cmpd="sng">
                <a:solidFill>
                  <a:srgbClr val="000000"/>
                </a:solidFill>
                <a:prstDash val="solid"/>
                <a:headEnd type="none" w="med" len="med"/>
                <a:tailEnd type="none" w="med" len="med"/>
              </a:ln>
            </p:spPr>
          </p:sp>
          <p:sp>
            <p:nvSpPr>
              <p:cNvPr id="99450" name="Line 980"/>
              <p:cNvSpPr/>
              <p:nvPr/>
            </p:nvSpPr>
            <p:spPr>
              <a:xfrm>
                <a:off x="3144" y="3497"/>
                <a:ext cx="1" cy="1"/>
              </a:xfrm>
              <a:prstGeom prst="line">
                <a:avLst/>
              </a:prstGeom>
              <a:ln w="9525" cap="flat" cmpd="sng">
                <a:solidFill>
                  <a:srgbClr val="000000"/>
                </a:solidFill>
                <a:prstDash val="solid"/>
                <a:headEnd type="none" w="med" len="med"/>
                <a:tailEnd type="none" w="med" len="med"/>
              </a:ln>
            </p:spPr>
          </p:sp>
          <p:sp>
            <p:nvSpPr>
              <p:cNvPr id="99451" name="Line 981"/>
              <p:cNvSpPr/>
              <p:nvPr/>
            </p:nvSpPr>
            <p:spPr>
              <a:xfrm>
                <a:off x="3144" y="3456"/>
                <a:ext cx="1" cy="1"/>
              </a:xfrm>
              <a:prstGeom prst="line">
                <a:avLst/>
              </a:prstGeom>
              <a:ln w="9525" cap="flat" cmpd="sng">
                <a:solidFill>
                  <a:srgbClr val="000000"/>
                </a:solidFill>
                <a:prstDash val="solid"/>
                <a:headEnd type="none" w="med" len="med"/>
                <a:tailEnd type="none" w="med" len="med"/>
              </a:ln>
            </p:spPr>
          </p:sp>
          <p:sp>
            <p:nvSpPr>
              <p:cNvPr id="99452" name="Line 982"/>
              <p:cNvSpPr/>
              <p:nvPr/>
            </p:nvSpPr>
            <p:spPr>
              <a:xfrm>
                <a:off x="3144" y="3415"/>
                <a:ext cx="1" cy="1"/>
              </a:xfrm>
              <a:prstGeom prst="line">
                <a:avLst/>
              </a:prstGeom>
              <a:ln w="9525" cap="flat" cmpd="sng">
                <a:solidFill>
                  <a:srgbClr val="000000"/>
                </a:solidFill>
                <a:prstDash val="solid"/>
                <a:headEnd type="none" w="med" len="med"/>
                <a:tailEnd type="none" w="med" len="med"/>
              </a:ln>
            </p:spPr>
          </p:sp>
          <p:sp>
            <p:nvSpPr>
              <p:cNvPr id="99453" name="Line 983"/>
              <p:cNvSpPr/>
              <p:nvPr/>
            </p:nvSpPr>
            <p:spPr>
              <a:xfrm>
                <a:off x="3144" y="3374"/>
                <a:ext cx="1" cy="1"/>
              </a:xfrm>
              <a:prstGeom prst="line">
                <a:avLst/>
              </a:prstGeom>
              <a:ln w="9525" cap="flat" cmpd="sng">
                <a:solidFill>
                  <a:srgbClr val="000000"/>
                </a:solidFill>
                <a:prstDash val="solid"/>
                <a:headEnd type="none" w="med" len="med"/>
                <a:tailEnd type="none" w="med" len="med"/>
              </a:ln>
            </p:spPr>
          </p:sp>
          <p:sp>
            <p:nvSpPr>
              <p:cNvPr id="99454" name="Line 984"/>
              <p:cNvSpPr/>
              <p:nvPr/>
            </p:nvSpPr>
            <p:spPr>
              <a:xfrm>
                <a:off x="3144" y="3333"/>
                <a:ext cx="1" cy="1"/>
              </a:xfrm>
              <a:prstGeom prst="line">
                <a:avLst/>
              </a:prstGeom>
              <a:ln w="9525" cap="flat" cmpd="sng">
                <a:solidFill>
                  <a:srgbClr val="000000"/>
                </a:solidFill>
                <a:prstDash val="solid"/>
                <a:headEnd type="none" w="med" len="med"/>
                <a:tailEnd type="none" w="med" len="med"/>
              </a:ln>
            </p:spPr>
          </p:sp>
          <p:sp>
            <p:nvSpPr>
              <p:cNvPr id="99455" name="Line 985"/>
              <p:cNvSpPr/>
              <p:nvPr/>
            </p:nvSpPr>
            <p:spPr>
              <a:xfrm>
                <a:off x="3144" y="3292"/>
                <a:ext cx="1" cy="1"/>
              </a:xfrm>
              <a:prstGeom prst="line">
                <a:avLst/>
              </a:prstGeom>
              <a:ln w="9525" cap="flat" cmpd="sng">
                <a:solidFill>
                  <a:srgbClr val="000000"/>
                </a:solidFill>
                <a:prstDash val="solid"/>
                <a:headEnd type="none" w="med" len="med"/>
                <a:tailEnd type="none" w="med" len="med"/>
              </a:ln>
            </p:spPr>
          </p:sp>
          <p:sp>
            <p:nvSpPr>
              <p:cNvPr id="99456" name="Line 986"/>
              <p:cNvSpPr/>
              <p:nvPr/>
            </p:nvSpPr>
            <p:spPr>
              <a:xfrm>
                <a:off x="3144" y="3251"/>
                <a:ext cx="1" cy="1"/>
              </a:xfrm>
              <a:prstGeom prst="line">
                <a:avLst/>
              </a:prstGeom>
              <a:ln w="9525" cap="flat" cmpd="sng">
                <a:solidFill>
                  <a:srgbClr val="000000"/>
                </a:solidFill>
                <a:prstDash val="solid"/>
                <a:headEnd type="none" w="med" len="med"/>
                <a:tailEnd type="none" w="med" len="med"/>
              </a:ln>
            </p:spPr>
          </p:sp>
          <p:sp>
            <p:nvSpPr>
              <p:cNvPr id="99457" name="Freeform 987"/>
              <p:cNvSpPr/>
              <p:nvPr/>
            </p:nvSpPr>
            <p:spPr>
              <a:xfrm>
                <a:off x="3144" y="3251"/>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9525" cap="flat" cmpd="sng">
                <a:solidFill>
                  <a:srgbClr val="000000">
                    <a:alpha val="100000"/>
                  </a:srgbClr>
                </a:solidFill>
                <a:prstDash val="solid"/>
                <a:round/>
                <a:headEnd type="none" w="med" len="med"/>
                <a:tailEnd type="none" w="med" len="med"/>
              </a:ln>
            </p:spPr>
            <p:txBody>
              <a:bodyPr/>
              <a:p>
                <a:endParaRPr lang="zh-CN" altLang="en-US"/>
              </a:p>
            </p:txBody>
          </p:sp>
          <p:sp>
            <p:nvSpPr>
              <p:cNvPr id="99458" name="Line 988"/>
              <p:cNvSpPr/>
              <p:nvPr/>
            </p:nvSpPr>
            <p:spPr>
              <a:xfrm>
                <a:off x="3268" y="3251"/>
                <a:ext cx="1" cy="1"/>
              </a:xfrm>
              <a:prstGeom prst="line">
                <a:avLst/>
              </a:prstGeom>
              <a:ln w="9525" cap="flat" cmpd="sng">
                <a:solidFill>
                  <a:srgbClr val="000000"/>
                </a:solidFill>
                <a:prstDash val="solid"/>
                <a:headEnd type="none" w="med" len="med"/>
                <a:tailEnd type="none" w="med" len="med"/>
              </a:ln>
            </p:spPr>
          </p:sp>
          <p:sp>
            <p:nvSpPr>
              <p:cNvPr id="99459" name="Line 989"/>
              <p:cNvSpPr/>
              <p:nvPr/>
            </p:nvSpPr>
            <p:spPr>
              <a:xfrm>
                <a:off x="3391" y="3251"/>
                <a:ext cx="1" cy="1"/>
              </a:xfrm>
              <a:prstGeom prst="line">
                <a:avLst/>
              </a:prstGeom>
              <a:ln w="9525" cap="flat" cmpd="sng">
                <a:solidFill>
                  <a:srgbClr val="000000"/>
                </a:solidFill>
                <a:prstDash val="solid"/>
                <a:headEnd type="none" w="med" len="med"/>
                <a:tailEnd type="none" w="med" len="med"/>
              </a:ln>
            </p:spPr>
          </p:sp>
          <p:sp>
            <p:nvSpPr>
              <p:cNvPr id="99460" name="Line 990"/>
              <p:cNvSpPr/>
              <p:nvPr/>
            </p:nvSpPr>
            <p:spPr>
              <a:xfrm>
                <a:off x="3516" y="3251"/>
                <a:ext cx="1" cy="1"/>
              </a:xfrm>
              <a:prstGeom prst="line">
                <a:avLst/>
              </a:prstGeom>
              <a:ln w="9525" cap="flat" cmpd="sng">
                <a:solidFill>
                  <a:srgbClr val="000000"/>
                </a:solidFill>
                <a:prstDash val="solid"/>
                <a:headEnd type="none" w="med" len="med"/>
                <a:tailEnd type="none" w="med" len="med"/>
              </a:ln>
            </p:spPr>
          </p:sp>
          <p:sp>
            <p:nvSpPr>
              <p:cNvPr id="99461" name="Line 991"/>
              <p:cNvSpPr/>
              <p:nvPr/>
            </p:nvSpPr>
            <p:spPr>
              <a:xfrm>
                <a:off x="3640" y="3251"/>
                <a:ext cx="1" cy="1"/>
              </a:xfrm>
              <a:prstGeom prst="line">
                <a:avLst/>
              </a:prstGeom>
              <a:ln w="9525" cap="flat" cmpd="sng">
                <a:solidFill>
                  <a:srgbClr val="000000"/>
                </a:solidFill>
                <a:prstDash val="solid"/>
                <a:headEnd type="none" w="med" len="med"/>
                <a:tailEnd type="none" w="med" len="med"/>
              </a:ln>
            </p:spPr>
          </p:sp>
          <p:sp>
            <p:nvSpPr>
              <p:cNvPr id="99462" name="Line 992"/>
              <p:cNvSpPr/>
              <p:nvPr/>
            </p:nvSpPr>
            <p:spPr>
              <a:xfrm>
                <a:off x="3764" y="3251"/>
                <a:ext cx="1" cy="1"/>
              </a:xfrm>
              <a:prstGeom prst="line">
                <a:avLst/>
              </a:prstGeom>
              <a:ln w="9525" cap="flat" cmpd="sng">
                <a:solidFill>
                  <a:srgbClr val="000000"/>
                </a:solidFill>
                <a:prstDash val="solid"/>
                <a:headEnd type="none" w="med" len="med"/>
                <a:tailEnd type="none" w="med" len="med"/>
              </a:ln>
            </p:spPr>
          </p:sp>
          <p:sp>
            <p:nvSpPr>
              <p:cNvPr id="99463" name="Line 993"/>
              <p:cNvSpPr/>
              <p:nvPr/>
            </p:nvSpPr>
            <p:spPr>
              <a:xfrm>
                <a:off x="3888" y="3251"/>
                <a:ext cx="1" cy="1"/>
              </a:xfrm>
              <a:prstGeom prst="line">
                <a:avLst/>
              </a:prstGeom>
              <a:ln w="9525" cap="flat" cmpd="sng">
                <a:solidFill>
                  <a:srgbClr val="000000"/>
                </a:solidFill>
                <a:prstDash val="solid"/>
                <a:headEnd type="none" w="med" len="med"/>
                <a:tailEnd type="none" w="med" len="med"/>
              </a:ln>
            </p:spPr>
          </p:sp>
          <p:sp>
            <p:nvSpPr>
              <p:cNvPr id="99464" name="Line 994"/>
              <p:cNvSpPr/>
              <p:nvPr/>
            </p:nvSpPr>
            <p:spPr>
              <a:xfrm>
                <a:off x="4012" y="3251"/>
                <a:ext cx="1" cy="1"/>
              </a:xfrm>
              <a:prstGeom prst="line">
                <a:avLst/>
              </a:prstGeom>
              <a:ln w="9525" cap="flat" cmpd="sng">
                <a:solidFill>
                  <a:srgbClr val="000000"/>
                </a:solidFill>
                <a:prstDash val="solid"/>
                <a:headEnd type="none" w="med" len="med"/>
                <a:tailEnd type="none" w="med" len="med"/>
              </a:ln>
            </p:spPr>
          </p:sp>
          <p:sp>
            <p:nvSpPr>
              <p:cNvPr id="99465" name="Line 995"/>
              <p:cNvSpPr/>
              <p:nvPr/>
            </p:nvSpPr>
            <p:spPr>
              <a:xfrm>
                <a:off x="4136" y="3251"/>
                <a:ext cx="1" cy="1"/>
              </a:xfrm>
              <a:prstGeom prst="line">
                <a:avLst/>
              </a:prstGeom>
              <a:ln w="9525" cap="flat" cmpd="sng">
                <a:solidFill>
                  <a:srgbClr val="000000"/>
                </a:solidFill>
                <a:prstDash val="solid"/>
                <a:headEnd type="none" w="med" len="med"/>
                <a:tailEnd type="none" w="med" len="med"/>
              </a:ln>
            </p:spPr>
          </p:sp>
          <p:sp>
            <p:nvSpPr>
              <p:cNvPr id="99466" name="Line 996"/>
              <p:cNvSpPr/>
              <p:nvPr/>
            </p:nvSpPr>
            <p:spPr>
              <a:xfrm>
                <a:off x="4260" y="3251"/>
                <a:ext cx="1" cy="1"/>
              </a:xfrm>
              <a:prstGeom prst="line">
                <a:avLst/>
              </a:prstGeom>
              <a:ln w="9525" cap="flat" cmpd="sng">
                <a:solidFill>
                  <a:srgbClr val="000000"/>
                </a:solidFill>
                <a:prstDash val="solid"/>
                <a:headEnd type="none" w="med" len="med"/>
                <a:tailEnd type="none" w="med" len="med"/>
              </a:ln>
            </p:spPr>
          </p:sp>
          <p:sp>
            <p:nvSpPr>
              <p:cNvPr id="99467" name="Line 997"/>
              <p:cNvSpPr/>
              <p:nvPr/>
            </p:nvSpPr>
            <p:spPr>
              <a:xfrm>
                <a:off x="4384" y="3251"/>
                <a:ext cx="1" cy="1"/>
              </a:xfrm>
              <a:prstGeom prst="line">
                <a:avLst/>
              </a:prstGeom>
              <a:ln w="9525" cap="flat" cmpd="sng">
                <a:solidFill>
                  <a:srgbClr val="000000"/>
                </a:solidFill>
                <a:prstDash val="solid"/>
                <a:headEnd type="none" w="med" len="med"/>
                <a:tailEnd type="none" w="med" len="med"/>
              </a:ln>
            </p:spPr>
          </p:sp>
          <p:sp>
            <p:nvSpPr>
              <p:cNvPr id="99468" name="Line 998"/>
              <p:cNvSpPr/>
              <p:nvPr/>
            </p:nvSpPr>
            <p:spPr>
              <a:xfrm>
                <a:off x="4508" y="3251"/>
                <a:ext cx="1" cy="1"/>
              </a:xfrm>
              <a:prstGeom prst="line">
                <a:avLst/>
              </a:prstGeom>
              <a:ln w="9525" cap="flat" cmpd="sng">
                <a:solidFill>
                  <a:srgbClr val="000000"/>
                </a:solidFill>
                <a:prstDash val="solid"/>
                <a:headEnd type="none" w="med" len="med"/>
                <a:tailEnd type="none" w="med" len="med"/>
              </a:ln>
            </p:spPr>
          </p:sp>
          <p:sp>
            <p:nvSpPr>
              <p:cNvPr id="99469" name="Line 999"/>
              <p:cNvSpPr/>
              <p:nvPr/>
            </p:nvSpPr>
            <p:spPr>
              <a:xfrm>
                <a:off x="4632" y="3251"/>
                <a:ext cx="1" cy="1"/>
              </a:xfrm>
              <a:prstGeom prst="line">
                <a:avLst/>
              </a:prstGeom>
              <a:ln w="9525" cap="flat" cmpd="sng">
                <a:solidFill>
                  <a:srgbClr val="000000"/>
                </a:solidFill>
                <a:prstDash val="solid"/>
                <a:headEnd type="none" w="med" len="med"/>
                <a:tailEnd type="none" w="med" len="med"/>
              </a:ln>
            </p:spPr>
          </p:sp>
          <p:sp>
            <p:nvSpPr>
              <p:cNvPr id="99470" name="Line 1000"/>
              <p:cNvSpPr/>
              <p:nvPr/>
            </p:nvSpPr>
            <p:spPr>
              <a:xfrm>
                <a:off x="4756" y="3251"/>
                <a:ext cx="1" cy="1"/>
              </a:xfrm>
              <a:prstGeom prst="line">
                <a:avLst/>
              </a:prstGeom>
              <a:ln w="9525" cap="flat" cmpd="sng">
                <a:solidFill>
                  <a:srgbClr val="000000"/>
                </a:solidFill>
                <a:prstDash val="solid"/>
                <a:headEnd type="none" w="med" len="med"/>
                <a:tailEnd type="none" w="med" len="med"/>
              </a:ln>
            </p:spPr>
          </p:sp>
          <p:sp>
            <p:nvSpPr>
              <p:cNvPr id="99471" name="Line 1001"/>
              <p:cNvSpPr/>
              <p:nvPr/>
            </p:nvSpPr>
            <p:spPr>
              <a:xfrm>
                <a:off x="4880" y="3251"/>
                <a:ext cx="1" cy="1"/>
              </a:xfrm>
              <a:prstGeom prst="line">
                <a:avLst/>
              </a:prstGeom>
              <a:ln w="9525" cap="flat" cmpd="sng">
                <a:solidFill>
                  <a:srgbClr val="000000"/>
                </a:solidFill>
                <a:prstDash val="solid"/>
                <a:headEnd type="none" w="med" len="med"/>
                <a:tailEnd type="none" w="med" len="med"/>
              </a:ln>
            </p:spPr>
          </p:sp>
          <p:sp>
            <p:nvSpPr>
              <p:cNvPr id="99472" name="Line 1002"/>
              <p:cNvSpPr/>
              <p:nvPr/>
            </p:nvSpPr>
            <p:spPr>
              <a:xfrm>
                <a:off x="5004" y="3251"/>
                <a:ext cx="1" cy="1"/>
              </a:xfrm>
              <a:prstGeom prst="line">
                <a:avLst/>
              </a:prstGeom>
              <a:ln w="9525" cap="flat" cmpd="sng">
                <a:solidFill>
                  <a:srgbClr val="000000"/>
                </a:solidFill>
                <a:prstDash val="solid"/>
                <a:headEnd type="none" w="med" len="med"/>
                <a:tailEnd type="none" w="med" len="med"/>
              </a:ln>
            </p:spPr>
          </p:sp>
          <p:sp>
            <p:nvSpPr>
              <p:cNvPr id="99473" name="Line 1003"/>
              <p:cNvSpPr/>
              <p:nvPr/>
            </p:nvSpPr>
            <p:spPr>
              <a:xfrm>
                <a:off x="5128" y="3251"/>
                <a:ext cx="1" cy="1"/>
              </a:xfrm>
              <a:prstGeom prst="line">
                <a:avLst/>
              </a:prstGeom>
              <a:ln w="9525" cap="flat" cmpd="sng">
                <a:solidFill>
                  <a:srgbClr val="000000"/>
                </a:solidFill>
                <a:prstDash val="solid"/>
                <a:headEnd type="none" w="med" len="med"/>
                <a:tailEnd type="none" w="med" len="med"/>
              </a:ln>
            </p:spPr>
          </p:sp>
          <p:sp>
            <p:nvSpPr>
              <p:cNvPr id="99474" name="Line 1004"/>
              <p:cNvSpPr/>
              <p:nvPr/>
            </p:nvSpPr>
            <p:spPr>
              <a:xfrm>
                <a:off x="5252" y="3251"/>
                <a:ext cx="1" cy="1"/>
              </a:xfrm>
              <a:prstGeom prst="line">
                <a:avLst/>
              </a:prstGeom>
              <a:ln w="9525" cap="flat" cmpd="sng">
                <a:solidFill>
                  <a:srgbClr val="000000"/>
                </a:solidFill>
                <a:prstDash val="solid"/>
                <a:headEnd type="none" w="med" len="med"/>
                <a:tailEnd type="none" w="med" len="med"/>
              </a:ln>
            </p:spPr>
          </p:sp>
          <p:sp>
            <p:nvSpPr>
              <p:cNvPr id="99475" name="Line 1005"/>
              <p:cNvSpPr/>
              <p:nvPr/>
            </p:nvSpPr>
            <p:spPr>
              <a:xfrm>
                <a:off x="5376" y="3251"/>
                <a:ext cx="1" cy="1"/>
              </a:xfrm>
              <a:prstGeom prst="line">
                <a:avLst/>
              </a:prstGeom>
              <a:ln w="9525" cap="flat" cmpd="sng">
                <a:solidFill>
                  <a:srgbClr val="000000"/>
                </a:solidFill>
                <a:prstDash val="solid"/>
                <a:headEnd type="none" w="med" len="med"/>
                <a:tailEnd type="none" w="med" len="med"/>
              </a:ln>
            </p:spPr>
          </p:sp>
          <p:sp>
            <p:nvSpPr>
              <p:cNvPr id="99476" name="Line 1006"/>
              <p:cNvSpPr/>
              <p:nvPr/>
            </p:nvSpPr>
            <p:spPr>
              <a:xfrm>
                <a:off x="3144" y="3251"/>
                <a:ext cx="2232" cy="1"/>
              </a:xfrm>
              <a:prstGeom prst="line">
                <a:avLst/>
              </a:prstGeom>
              <a:ln w="9525" cap="flat" cmpd="sng">
                <a:solidFill>
                  <a:srgbClr val="000000"/>
                </a:solidFill>
                <a:prstDash val="solid"/>
                <a:headEnd type="none" w="med" len="med"/>
                <a:tailEnd type="none" w="med" len="med"/>
              </a:ln>
            </p:spPr>
          </p:sp>
          <p:sp>
            <p:nvSpPr>
              <p:cNvPr id="99477" name="Line 1007"/>
              <p:cNvSpPr/>
              <p:nvPr/>
            </p:nvSpPr>
            <p:spPr>
              <a:xfrm>
                <a:off x="5376" y="3907"/>
                <a:ext cx="1" cy="1"/>
              </a:xfrm>
              <a:prstGeom prst="line">
                <a:avLst/>
              </a:prstGeom>
              <a:ln w="9525" cap="flat" cmpd="sng">
                <a:solidFill>
                  <a:srgbClr val="000000"/>
                </a:solidFill>
                <a:prstDash val="solid"/>
                <a:headEnd type="none" w="med" len="med"/>
                <a:tailEnd type="none" w="med" len="med"/>
              </a:ln>
            </p:spPr>
          </p:sp>
          <p:sp>
            <p:nvSpPr>
              <p:cNvPr id="99478" name="Line 1008"/>
              <p:cNvSpPr/>
              <p:nvPr/>
            </p:nvSpPr>
            <p:spPr>
              <a:xfrm>
                <a:off x="5376" y="3866"/>
                <a:ext cx="1" cy="1"/>
              </a:xfrm>
              <a:prstGeom prst="line">
                <a:avLst/>
              </a:prstGeom>
              <a:ln w="9525" cap="flat" cmpd="sng">
                <a:solidFill>
                  <a:srgbClr val="000000"/>
                </a:solidFill>
                <a:prstDash val="solid"/>
                <a:headEnd type="none" w="med" len="med"/>
                <a:tailEnd type="none" w="med" len="med"/>
              </a:ln>
            </p:spPr>
          </p:sp>
          <p:sp>
            <p:nvSpPr>
              <p:cNvPr id="99479" name="Line 1009"/>
              <p:cNvSpPr/>
              <p:nvPr/>
            </p:nvSpPr>
            <p:spPr>
              <a:xfrm>
                <a:off x="5376" y="3825"/>
                <a:ext cx="1" cy="1"/>
              </a:xfrm>
              <a:prstGeom prst="line">
                <a:avLst/>
              </a:prstGeom>
              <a:ln w="9525" cap="flat" cmpd="sng">
                <a:solidFill>
                  <a:srgbClr val="000000"/>
                </a:solidFill>
                <a:prstDash val="solid"/>
                <a:headEnd type="none" w="med" len="med"/>
                <a:tailEnd type="none" w="med" len="med"/>
              </a:ln>
            </p:spPr>
          </p:sp>
          <p:sp>
            <p:nvSpPr>
              <p:cNvPr id="99480" name="Line 1010"/>
              <p:cNvSpPr/>
              <p:nvPr/>
            </p:nvSpPr>
            <p:spPr>
              <a:xfrm>
                <a:off x="5376" y="3784"/>
                <a:ext cx="1" cy="1"/>
              </a:xfrm>
              <a:prstGeom prst="line">
                <a:avLst/>
              </a:prstGeom>
              <a:ln w="9525" cap="flat" cmpd="sng">
                <a:solidFill>
                  <a:srgbClr val="000000"/>
                </a:solidFill>
                <a:prstDash val="solid"/>
                <a:headEnd type="none" w="med" len="med"/>
                <a:tailEnd type="none" w="med" len="med"/>
              </a:ln>
            </p:spPr>
          </p:sp>
          <p:sp>
            <p:nvSpPr>
              <p:cNvPr id="99481" name="Line 1011"/>
              <p:cNvSpPr/>
              <p:nvPr/>
            </p:nvSpPr>
            <p:spPr>
              <a:xfrm>
                <a:off x="5376" y="3743"/>
                <a:ext cx="1" cy="1"/>
              </a:xfrm>
              <a:prstGeom prst="line">
                <a:avLst/>
              </a:prstGeom>
              <a:ln w="9525" cap="flat" cmpd="sng">
                <a:solidFill>
                  <a:srgbClr val="000000"/>
                </a:solidFill>
                <a:prstDash val="solid"/>
                <a:headEnd type="none" w="med" len="med"/>
                <a:tailEnd type="none" w="med" len="med"/>
              </a:ln>
            </p:spPr>
          </p:sp>
          <p:sp>
            <p:nvSpPr>
              <p:cNvPr id="99482" name="Line 1012"/>
              <p:cNvSpPr/>
              <p:nvPr/>
            </p:nvSpPr>
            <p:spPr>
              <a:xfrm>
                <a:off x="5376" y="3702"/>
                <a:ext cx="1" cy="1"/>
              </a:xfrm>
              <a:prstGeom prst="line">
                <a:avLst/>
              </a:prstGeom>
              <a:ln w="9525" cap="flat" cmpd="sng">
                <a:solidFill>
                  <a:srgbClr val="000000"/>
                </a:solidFill>
                <a:prstDash val="solid"/>
                <a:headEnd type="none" w="med" len="med"/>
                <a:tailEnd type="none" w="med" len="med"/>
              </a:ln>
            </p:spPr>
          </p:sp>
          <p:sp>
            <p:nvSpPr>
              <p:cNvPr id="99483" name="Line 1013"/>
              <p:cNvSpPr/>
              <p:nvPr/>
            </p:nvSpPr>
            <p:spPr>
              <a:xfrm>
                <a:off x="5376" y="3661"/>
                <a:ext cx="1" cy="1"/>
              </a:xfrm>
              <a:prstGeom prst="line">
                <a:avLst/>
              </a:prstGeom>
              <a:ln w="9525" cap="flat" cmpd="sng">
                <a:solidFill>
                  <a:srgbClr val="000000"/>
                </a:solidFill>
                <a:prstDash val="solid"/>
                <a:headEnd type="none" w="med" len="med"/>
                <a:tailEnd type="none" w="med" len="med"/>
              </a:ln>
            </p:spPr>
          </p:sp>
          <p:sp>
            <p:nvSpPr>
              <p:cNvPr id="99484" name="Line 1014"/>
              <p:cNvSpPr/>
              <p:nvPr/>
            </p:nvSpPr>
            <p:spPr>
              <a:xfrm>
                <a:off x="5376" y="3620"/>
                <a:ext cx="1" cy="1"/>
              </a:xfrm>
              <a:prstGeom prst="line">
                <a:avLst/>
              </a:prstGeom>
              <a:ln w="9525" cap="flat" cmpd="sng">
                <a:solidFill>
                  <a:srgbClr val="000000"/>
                </a:solidFill>
                <a:prstDash val="solid"/>
                <a:headEnd type="none" w="med" len="med"/>
                <a:tailEnd type="none" w="med" len="med"/>
              </a:ln>
            </p:spPr>
          </p:sp>
          <p:sp>
            <p:nvSpPr>
              <p:cNvPr id="99485" name="Line 1015"/>
              <p:cNvSpPr/>
              <p:nvPr/>
            </p:nvSpPr>
            <p:spPr>
              <a:xfrm>
                <a:off x="5376" y="3579"/>
                <a:ext cx="1" cy="1"/>
              </a:xfrm>
              <a:prstGeom prst="line">
                <a:avLst/>
              </a:prstGeom>
              <a:ln w="9525" cap="flat" cmpd="sng">
                <a:solidFill>
                  <a:srgbClr val="000000"/>
                </a:solidFill>
                <a:prstDash val="solid"/>
                <a:headEnd type="none" w="med" len="med"/>
                <a:tailEnd type="none" w="med" len="med"/>
              </a:ln>
            </p:spPr>
          </p:sp>
          <p:sp>
            <p:nvSpPr>
              <p:cNvPr id="99486" name="Line 1016"/>
              <p:cNvSpPr/>
              <p:nvPr/>
            </p:nvSpPr>
            <p:spPr>
              <a:xfrm>
                <a:off x="5376" y="3538"/>
                <a:ext cx="1" cy="1"/>
              </a:xfrm>
              <a:prstGeom prst="line">
                <a:avLst/>
              </a:prstGeom>
              <a:ln w="9525" cap="flat" cmpd="sng">
                <a:solidFill>
                  <a:srgbClr val="000000"/>
                </a:solidFill>
                <a:prstDash val="solid"/>
                <a:headEnd type="none" w="med" len="med"/>
                <a:tailEnd type="none" w="med" len="med"/>
              </a:ln>
            </p:spPr>
          </p:sp>
          <p:sp>
            <p:nvSpPr>
              <p:cNvPr id="99487" name="Line 1017"/>
              <p:cNvSpPr/>
              <p:nvPr/>
            </p:nvSpPr>
            <p:spPr>
              <a:xfrm>
                <a:off x="5376" y="3497"/>
                <a:ext cx="1" cy="1"/>
              </a:xfrm>
              <a:prstGeom prst="line">
                <a:avLst/>
              </a:prstGeom>
              <a:ln w="9525" cap="flat" cmpd="sng">
                <a:solidFill>
                  <a:srgbClr val="000000"/>
                </a:solidFill>
                <a:prstDash val="solid"/>
                <a:headEnd type="none" w="med" len="med"/>
                <a:tailEnd type="none" w="med" len="med"/>
              </a:ln>
            </p:spPr>
          </p:sp>
          <p:sp>
            <p:nvSpPr>
              <p:cNvPr id="99488" name="Line 1018"/>
              <p:cNvSpPr/>
              <p:nvPr/>
            </p:nvSpPr>
            <p:spPr>
              <a:xfrm>
                <a:off x="5376" y="3456"/>
                <a:ext cx="1" cy="1"/>
              </a:xfrm>
              <a:prstGeom prst="line">
                <a:avLst/>
              </a:prstGeom>
              <a:ln w="9525" cap="flat" cmpd="sng">
                <a:solidFill>
                  <a:srgbClr val="000000"/>
                </a:solidFill>
                <a:prstDash val="solid"/>
                <a:headEnd type="none" w="med" len="med"/>
                <a:tailEnd type="none" w="med" len="med"/>
              </a:ln>
            </p:spPr>
          </p:sp>
          <p:sp>
            <p:nvSpPr>
              <p:cNvPr id="99489" name="Line 1019"/>
              <p:cNvSpPr/>
              <p:nvPr/>
            </p:nvSpPr>
            <p:spPr>
              <a:xfrm>
                <a:off x="5376" y="3415"/>
                <a:ext cx="1" cy="1"/>
              </a:xfrm>
              <a:prstGeom prst="line">
                <a:avLst/>
              </a:prstGeom>
              <a:ln w="9525" cap="flat" cmpd="sng">
                <a:solidFill>
                  <a:srgbClr val="000000"/>
                </a:solidFill>
                <a:prstDash val="solid"/>
                <a:headEnd type="none" w="med" len="med"/>
                <a:tailEnd type="none" w="med" len="med"/>
              </a:ln>
            </p:spPr>
          </p:sp>
          <p:sp>
            <p:nvSpPr>
              <p:cNvPr id="99490" name="Line 1020"/>
              <p:cNvSpPr/>
              <p:nvPr/>
            </p:nvSpPr>
            <p:spPr>
              <a:xfrm>
                <a:off x="5376" y="3374"/>
                <a:ext cx="1" cy="1"/>
              </a:xfrm>
              <a:prstGeom prst="line">
                <a:avLst/>
              </a:prstGeom>
              <a:ln w="9525" cap="flat" cmpd="sng">
                <a:solidFill>
                  <a:srgbClr val="000000"/>
                </a:solidFill>
                <a:prstDash val="solid"/>
                <a:headEnd type="none" w="med" len="med"/>
                <a:tailEnd type="none" w="med" len="med"/>
              </a:ln>
            </p:spPr>
          </p:sp>
          <p:sp>
            <p:nvSpPr>
              <p:cNvPr id="99491" name="Line 1021"/>
              <p:cNvSpPr/>
              <p:nvPr/>
            </p:nvSpPr>
            <p:spPr>
              <a:xfrm>
                <a:off x="5376" y="3333"/>
                <a:ext cx="1" cy="1"/>
              </a:xfrm>
              <a:prstGeom prst="line">
                <a:avLst/>
              </a:prstGeom>
              <a:ln w="9525" cap="flat" cmpd="sng">
                <a:solidFill>
                  <a:srgbClr val="000000"/>
                </a:solidFill>
                <a:prstDash val="solid"/>
                <a:headEnd type="none" w="med" len="med"/>
                <a:tailEnd type="none" w="med" len="med"/>
              </a:ln>
            </p:spPr>
          </p:sp>
          <p:sp>
            <p:nvSpPr>
              <p:cNvPr id="99492" name="Line 1022"/>
              <p:cNvSpPr/>
              <p:nvPr/>
            </p:nvSpPr>
            <p:spPr>
              <a:xfrm>
                <a:off x="5376" y="3292"/>
                <a:ext cx="1" cy="1"/>
              </a:xfrm>
              <a:prstGeom prst="line">
                <a:avLst/>
              </a:prstGeom>
              <a:ln w="9525" cap="flat" cmpd="sng">
                <a:solidFill>
                  <a:srgbClr val="000000"/>
                </a:solidFill>
                <a:prstDash val="solid"/>
                <a:headEnd type="none" w="med" len="med"/>
                <a:tailEnd type="none" w="med" len="med"/>
              </a:ln>
            </p:spPr>
          </p:sp>
          <p:sp>
            <p:nvSpPr>
              <p:cNvPr id="99493" name="Line 1023"/>
              <p:cNvSpPr/>
              <p:nvPr/>
            </p:nvSpPr>
            <p:spPr>
              <a:xfrm>
                <a:off x="5376" y="3251"/>
                <a:ext cx="1" cy="1"/>
              </a:xfrm>
              <a:prstGeom prst="line">
                <a:avLst/>
              </a:prstGeom>
              <a:ln w="9525" cap="flat" cmpd="sng">
                <a:solidFill>
                  <a:srgbClr val="000000"/>
                </a:solidFill>
                <a:prstDash val="solid"/>
                <a:headEnd type="none" w="med" len="med"/>
                <a:tailEnd type="none" w="med" len="med"/>
              </a:ln>
            </p:spPr>
          </p:sp>
          <p:sp>
            <p:nvSpPr>
              <p:cNvPr id="99494" name="Line 0"/>
              <p:cNvSpPr/>
              <p:nvPr/>
            </p:nvSpPr>
            <p:spPr>
              <a:xfrm flipV="1">
                <a:off x="5376" y="3251"/>
                <a:ext cx="1" cy="656"/>
              </a:xfrm>
              <a:prstGeom prst="line">
                <a:avLst/>
              </a:prstGeom>
              <a:ln w="9525" cap="flat" cmpd="sng">
                <a:solidFill>
                  <a:srgbClr val="000000"/>
                </a:solidFill>
                <a:prstDash val="solid"/>
                <a:headEnd type="none" w="med" len="med"/>
                <a:tailEnd type="none" w="med" len="med"/>
              </a:ln>
            </p:spPr>
          </p:sp>
          <p:sp>
            <p:nvSpPr>
              <p:cNvPr id="99495" name="Freeform 1"/>
              <p:cNvSpPr/>
              <p:nvPr/>
            </p:nvSpPr>
            <p:spPr>
              <a:xfrm>
                <a:off x="3393" y="3319"/>
                <a:ext cx="1734" cy="588"/>
              </a:xfrm>
              <a:custGeom>
                <a:avLst/>
                <a:gdLst/>
                <a:ahLst/>
                <a:cxnLst>
                  <a:cxn ang="0">
                    <a:pos x="25" y="588"/>
                  </a:cxn>
                  <a:cxn ang="0">
                    <a:pos x="52" y="588"/>
                  </a:cxn>
                  <a:cxn ang="0">
                    <a:pos x="79" y="588"/>
                  </a:cxn>
                  <a:cxn ang="0">
                    <a:pos x="106" y="588"/>
                  </a:cxn>
                  <a:cxn ang="0">
                    <a:pos x="134" y="588"/>
                  </a:cxn>
                  <a:cxn ang="0">
                    <a:pos x="161" y="588"/>
                  </a:cxn>
                  <a:cxn ang="0">
                    <a:pos x="189" y="588"/>
                  </a:cxn>
                  <a:cxn ang="0">
                    <a:pos x="215" y="588"/>
                  </a:cxn>
                  <a:cxn ang="0">
                    <a:pos x="243" y="587"/>
                  </a:cxn>
                  <a:cxn ang="0">
                    <a:pos x="270" y="572"/>
                  </a:cxn>
                  <a:cxn ang="0">
                    <a:pos x="298" y="575"/>
                  </a:cxn>
                  <a:cxn ang="0">
                    <a:pos x="325" y="587"/>
                  </a:cxn>
                  <a:cxn ang="0">
                    <a:pos x="352" y="588"/>
                  </a:cxn>
                  <a:cxn ang="0">
                    <a:pos x="379" y="588"/>
                  </a:cxn>
                  <a:cxn ang="0">
                    <a:pos x="407" y="588"/>
                  </a:cxn>
                  <a:cxn ang="0">
                    <a:pos x="434" y="588"/>
                  </a:cxn>
                  <a:cxn ang="0">
                    <a:pos x="461" y="588"/>
                  </a:cxn>
                  <a:cxn ang="0">
                    <a:pos x="488" y="588"/>
                  </a:cxn>
                  <a:cxn ang="0">
                    <a:pos x="516" y="588"/>
                  </a:cxn>
                  <a:cxn ang="0">
                    <a:pos x="543" y="588"/>
                  </a:cxn>
                  <a:cxn ang="0">
                    <a:pos x="570" y="588"/>
                  </a:cxn>
                  <a:cxn ang="0">
                    <a:pos x="598" y="586"/>
                  </a:cxn>
                  <a:cxn ang="0">
                    <a:pos x="625" y="580"/>
                  </a:cxn>
                  <a:cxn ang="0">
                    <a:pos x="652" y="540"/>
                  </a:cxn>
                  <a:cxn ang="0">
                    <a:pos x="679" y="371"/>
                  </a:cxn>
                  <a:cxn ang="0">
                    <a:pos x="707" y="586"/>
                  </a:cxn>
                  <a:cxn ang="0">
                    <a:pos x="734" y="587"/>
                  </a:cxn>
                  <a:cxn ang="0">
                    <a:pos x="762" y="582"/>
                  </a:cxn>
                  <a:cxn ang="0">
                    <a:pos x="788" y="573"/>
                  </a:cxn>
                  <a:cxn ang="0">
                    <a:pos x="816" y="560"/>
                  </a:cxn>
                  <a:cxn ang="0">
                    <a:pos x="843" y="520"/>
                  </a:cxn>
                  <a:cxn ang="0">
                    <a:pos x="871" y="22"/>
                  </a:cxn>
                  <a:cxn ang="0">
                    <a:pos x="898" y="587"/>
                  </a:cxn>
                  <a:cxn ang="0">
                    <a:pos x="925" y="579"/>
                  </a:cxn>
                  <a:cxn ang="0">
                    <a:pos x="953" y="576"/>
                  </a:cxn>
                  <a:cxn ang="0">
                    <a:pos x="980" y="575"/>
                  </a:cxn>
                  <a:cxn ang="0">
                    <a:pos x="1007" y="575"/>
                  </a:cxn>
                  <a:cxn ang="0">
                    <a:pos x="1035" y="577"/>
                  </a:cxn>
                  <a:cxn ang="0">
                    <a:pos x="1062" y="348"/>
                  </a:cxn>
                  <a:cxn ang="0">
                    <a:pos x="1089" y="581"/>
                  </a:cxn>
                  <a:cxn ang="0">
                    <a:pos x="1116" y="584"/>
                  </a:cxn>
                  <a:cxn ang="0">
                    <a:pos x="1144" y="586"/>
                  </a:cxn>
                  <a:cxn ang="0">
                    <a:pos x="1171" y="587"/>
                  </a:cxn>
                  <a:cxn ang="0">
                    <a:pos x="1198" y="588"/>
                  </a:cxn>
                  <a:cxn ang="0">
                    <a:pos x="1225" y="588"/>
                  </a:cxn>
                  <a:cxn ang="0">
                    <a:pos x="1253" y="588"/>
                  </a:cxn>
                  <a:cxn ang="0">
                    <a:pos x="1280" y="588"/>
                  </a:cxn>
                  <a:cxn ang="0">
                    <a:pos x="1307" y="588"/>
                  </a:cxn>
                  <a:cxn ang="0">
                    <a:pos x="1334" y="588"/>
                  </a:cxn>
                  <a:cxn ang="0">
                    <a:pos x="1362" y="588"/>
                  </a:cxn>
                  <a:cxn ang="0">
                    <a:pos x="1389" y="588"/>
                  </a:cxn>
                  <a:cxn ang="0">
                    <a:pos x="1416" y="588"/>
                  </a:cxn>
                  <a:cxn ang="0">
                    <a:pos x="1444" y="565"/>
                  </a:cxn>
                  <a:cxn ang="0">
                    <a:pos x="1471" y="582"/>
                  </a:cxn>
                  <a:cxn ang="0">
                    <a:pos x="1498" y="587"/>
                  </a:cxn>
                  <a:cxn ang="0">
                    <a:pos x="1525" y="588"/>
                  </a:cxn>
                  <a:cxn ang="0">
                    <a:pos x="1553" y="588"/>
                  </a:cxn>
                  <a:cxn ang="0">
                    <a:pos x="1580" y="588"/>
                  </a:cxn>
                  <a:cxn ang="0">
                    <a:pos x="1608" y="588"/>
                  </a:cxn>
                  <a:cxn ang="0">
                    <a:pos x="1634" y="588"/>
                  </a:cxn>
                  <a:cxn ang="0">
                    <a:pos x="1662" y="588"/>
                  </a:cxn>
                  <a:cxn ang="0">
                    <a:pos x="1689" y="588"/>
                  </a:cxn>
                  <a:cxn ang="0">
                    <a:pos x="1717" y="588"/>
                  </a:cxn>
                </a:cxnLst>
                <a:pathLst>
                  <a:path w="5201" h="3525">
                    <a:moveTo>
                      <a:pt x="0" y="3525"/>
                    </a:moveTo>
                    <a:lnTo>
                      <a:pt x="7" y="3524"/>
                    </a:lnTo>
                    <a:lnTo>
                      <a:pt x="14" y="3524"/>
                    </a:lnTo>
                    <a:lnTo>
                      <a:pt x="23" y="3524"/>
                    </a:lnTo>
                    <a:lnTo>
                      <a:pt x="30" y="3524"/>
                    </a:lnTo>
                    <a:lnTo>
                      <a:pt x="37" y="3525"/>
                    </a:lnTo>
                    <a:lnTo>
                      <a:pt x="44" y="3525"/>
                    </a:lnTo>
                    <a:lnTo>
                      <a:pt x="51" y="3525"/>
                    </a:lnTo>
                    <a:lnTo>
                      <a:pt x="59" y="3525"/>
                    </a:lnTo>
                    <a:lnTo>
                      <a:pt x="67" y="3525"/>
                    </a:lnTo>
                    <a:lnTo>
                      <a:pt x="74" y="3525"/>
                    </a:lnTo>
                    <a:lnTo>
                      <a:pt x="82" y="3525"/>
                    </a:lnTo>
                    <a:lnTo>
                      <a:pt x="89" y="3525"/>
                    </a:lnTo>
                    <a:lnTo>
                      <a:pt x="96" y="3525"/>
                    </a:lnTo>
                    <a:lnTo>
                      <a:pt x="103" y="3525"/>
                    </a:lnTo>
                    <a:lnTo>
                      <a:pt x="111" y="3524"/>
                    </a:lnTo>
                    <a:lnTo>
                      <a:pt x="119" y="3524"/>
                    </a:lnTo>
                    <a:lnTo>
                      <a:pt x="126" y="3524"/>
                    </a:lnTo>
                    <a:lnTo>
                      <a:pt x="134" y="3525"/>
                    </a:lnTo>
                    <a:lnTo>
                      <a:pt x="141" y="3525"/>
                    </a:lnTo>
                    <a:lnTo>
                      <a:pt x="148" y="3525"/>
                    </a:lnTo>
                    <a:lnTo>
                      <a:pt x="155" y="3525"/>
                    </a:lnTo>
                    <a:lnTo>
                      <a:pt x="164" y="3525"/>
                    </a:lnTo>
                    <a:lnTo>
                      <a:pt x="171" y="3525"/>
                    </a:lnTo>
                    <a:lnTo>
                      <a:pt x="178" y="3525"/>
                    </a:lnTo>
                    <a:lnTo>
                      <a:pt x="185" y="3525"/>
                    </a:lnTo>
                    <a:lnTo>
                      <a:pt x="193" y="3525"/>
                    </a:lnTo>
                    <a:lnTo>
                      <a:pt x="200" y="3525"/>
                    </a:lnTo>
                    <a:lnTo>
                      <a:pt x="208" y="3524"/>
                    </a:lnTo>
                    <a:lnTo>
                      <a:pt x="216" y="3524"/>
                    </a:lnTo>
                    <a:lnTo>
                      <a:pt x="223" y="3525"/>
                    </a:lnTo>
                    <a:lnTo>
                      <a:pt x="230" y="3525"/>
                    </a:lnTo>
                    <a:lnTo>
                      <a:pt x="237" y="3525"/>
                    </a:lnTo>
                    <a:lnTo>
                      <a:pt x="245" y="3525"/>
                    </a:lnTo>
                    <a:lnTo>
                      <a:pt x="253" y="3525"/>
                    </a:lnTo>
                    <a:lnTo>
                      <a:pt x="260" y="3525"/>
                    </a:lnTo>
                    <a:lnTo>
                      <a:pt x="268" y="3525"/>
                    </a:lnTo>
                    <a:lnTo>
                      <a:pt x="275" y="3525"/>
                    </a:lnTo>
                    <a:lnTo>
                      <a:pt x="282" y="3525"/>
                    </a:lnTo>
                    <a:lnTo>
                      <a:pt x="289" y="3525"/>
                    </a:lnTo>
                    <a:lnTo>
                      <a:pt x="298" y="3525"/>
                    </a:lnTo>
                    <a:lnTo>
                      <a:pt x="305" y="3524"/>
                    </a:lnTo>
                    <a:lnTo>
                      <a:pt x="312" y="3524"/>
                    </a:lnTo>
                    <a:lnTo>
                      <a:pt x="319" y="3524"/>
                    </a:lnTo>
                    <a:lnTo>
                      <a:pt x="327" y="3525"/>
                    </a:lnTo>
                    <a:lnTo>
                      <a:pt x="334" y="3525"/>
                    </a:lnTo>
                    <a:lnTo>
                      <a:pt x="342" y="3525"/>
                    </a:lnTo>
                    <a:lnTo>
                      <a:pt x="350" y="3525"/>
                    </a:lnTo>
                    <a:lnTo>
                      <a:pt x="357" y="3525"/>
                    </a:lnTo>
                    <a:lnTo>
                      <a:pt x="364" y="3525"/>
                    </a:lnTo>
                    <a:lnTo>
                      <a:pt x="371" y="3525"/>
                    </a:lnTo>
                    <a:lnTo>
                      <a:pt x="378" y="3525"/>
                    </a:lnTo>
                    <a:lnTo>
                      <a:pt x="387" y="3525"/>
                    </a:lnTo>
                    <a:lnTo>
                      <a:pt x="394" y="3524"/>
                    </a:lnTo>
                    <a:lnTo>
                      <a:pt x="402" y="3524"/>
                    </a:lnTo>
                    <a:lnTo>
                      <a:pt x="409" y="3524"/>
                    </a:lnTo>
                    <a:lnTo>
                      <a:pt x="416" y="3524"/>
                    </a:lnTo>
                    <a:lnTo>
                      <a:pt x="423" y="3524"/>
                    </a:lnTo>
                    <a:lnTo>
                      <a:pt x="432" y="3525"/>
                    </a:lnTo>
                    <a:lnTo>
                      <a:pt x="439" y="3525"/>
                    </a:lnTo>
                    <a:lnTo>
                      <a:pt x="446" y="3525"/>
                    </a:lnTo>
                    <a:lnTo>
                      <a:pt x="453" y="3525"/>
                    </a:lnTo>
                    <a:lnTo>
                      <a:pt x="461" y="3525"/>
                    </a:lnTo>
                    <a:lnTo>
                      <a:pt x="468" y="3525"/>
                    </a:lnTo>
                    <a:lnTo>
                      <a:pt x="476" y="3525"/>
                    </a:lnTo>
                    <a:lnTo>
                      <a:pt x="484" y="3524"/>
                    </a:lnTo>
                    <a:lnTo>
                      <a:pt x="491" y="3524"/>
                    </a:lnTo>
                    <a:lnTo>
                      <a:pt x="498" y="3524"/>
                    </a:lnTo>
                    <a:lnTo>
                      <a:pt x="505" y="3524"/>
                    </a:lnTo>
                    <a:lnTo>
                      <a:pt x="512" y="3524"/>
                    </a:lnTo>
                    <a:lnTo>
                      <a:pt x="521" y="3524"/>
                    </a:lnTo>
                    <a:lnTo>
                      <a:pt x="528" y="3524"/>
                    </a:lnTo>
                    <a:lnTo>
                      <a:pt x="536" y="3525"/>
                    </a:lnTo>
                    <a:lnTo>
                      <a:pt x="543" y="3525"/>
                    </a:lnTo>
                    <a:lnTo>
                      <a:pt x="550" y="3525"/>
                    </a:lnTo>
                    <a:lnTo>
                      <a:pt x="557" y="3525"/>
                    </a:lnTo>
                    <a:lnTo>
                      <a:pt x="566" y="3525"/>
                    </a:lnTo>
                    <a:lnTo>
                      <a:pt x="573" y="3525"/>
                    </a:lnTo>
                    <a:lnTo>
                      <a:pt x="580" y="3524"/>
                    </a:lnTo>
                    <a:lnTo>
                      <a:pt x="587" y="3524"/>
                    </a:lnTo>
                    <a:lnTo>
                      <a:pt x="595" y="3523"/>
                    </a:lnTo>
                    <a:lnTo>
                      <a:pt x="602" y="3523"/>
                    </a:lnTo>
                    <a:lnTo>
                      <a:pt x="610" y="3523"/>
                    </a:lnTo>
                    <a:lnTo>
                      <a:pt x="618" y="3523"/>
                    </a:lnTo>
                    <a:lnTo>
                      <a:pt x="625" y="3524"/>
                    </a:lnTo>
                    <a:lnTo>
                      <a:pt x="632" y="3524"/>
                    </a:lnTo>
                    <a:lnTo>
                      <a:pt x="639" y="3525"/>
                    </a:lnTo>
                    <a:lnTo>
                      <a:pt x="646" y="3525"/>
                    </a:lnTo>
                    <a:lnTo>
                      <a:pt x="654" y="3525"/>
                    </a:lnTo>
                    <a:lnTo>
                      <a:pt x="662" y="3525"/>
                    </a:lnTo>
                    <a:lnTo>
                      <a:pt x="670" y="3524"/>
                    </a:lnTo>
                    <a:lnTo>
                      <a:pt x="677" y="3523"/>
                    </a:lnTo>
                    <a:lnTo>
                      <a:pt x="684" y="3522"/>
                    </a:lnTo>
                    <a:lnTo>
                      <a:pt x="691" y="3519"/>
                    </a:lnTo>
                    <a:lnTo>
                      <a:pt x="698" y="3519"/>
                    </a:lnTo>
                    <a:lnTo>
                      <a:pt x="707" y="3518"/>
                    </a:lnTo>
                    <a:lnTo>
                      <a:pt x="714" y="3518"/>
                    </a:lnTo>
                    <a:lnTo>
                      <a:pt x="721" y="3519"/>
                    </a:lnTo>
                    <a:lnTo>
                      <a:pt x="729" y="3522"/>
                    </a:lnTo>
                    <a:lnTo>
                      <a:pt x="736" y="3523"/>
                    </a:lnTo>
                    <a:lnTo>
                      <a:pt x="743" y="3525"/>
                    </a:lnTo>
                    <a:lnTo>
                      <a:pt x="752" y="3525"/>
                    </a:lnTo>
                    <a:lnTo>
                      <a:pt x="759" y="3524"/>
                    </a:lnTo>
                    <a:lnTo>
                      <a:pt x="766" y="3519"/>
                    </a:lnTo>
                    <a:lnTo>
                      <a:pt x="773" y="3512"/>
                    </a:lnTo>
                    <a:lnTo>
                      <a:pt x="780" y="3501"/>
                    </a:lnTo>
                    <a:lnTo>
                      <a:pt x="788" y="3487"/>
                    </a:lnTo>
                    <a:lnTo>
                      <a:pt x="796" y="3470"/>
                    </a:lnTo>
                    <a:lnTo>
                      <a:pt x="804" y="3450"/>
                    </a:lnTo>
                    <a:lnTo>
                      <a:pt x="811" y="3430"/>
                    </a:lnTo>
                    <a:lnTo>
                      <a:pt x="818" y="3410"/>
                    </a:lnTo>
                    <a:lnTo>
                      <a:pt x="825" y="3393"/>
                    </a:lnTo>
                    <a:lnTo>
                      <a:pt x="832" y="3379"/>
                    </a:lnTo>
                    <a:lnTo>
                      <a:pt x="841" y="3370"/>
                    </a:lnTo>
                    <a:lnTo>
                      <a:pt x="848" y="3365"/>
                    </a:lnTo>
                    <a:lnTo>
                      <a:pt x="855" y="3367"/>
                    </a:lnTo>
                    <a:lnTo>
                      <a:pt x="863" y="3377"/>
                    </a:lnTo>
                    <a:lnTo>
                      <a:pt x="870" y="3389"/>
                    </a:lnTo>
                    <a:lnTo>
                      <a:pt x="877" y="3407"/>
                    </a:lnTo>
                    <a:lnTo>
                      <a:pt x="886" y="3427"/>
                    </a:lnTo>
                    <a:lnTo>
                      <a:pt x="893" y="3448"/>
                    </a:lnTo>
                    <a:lnTo>
                      <a:pt x="900" y="3468"/>
                    </a:lnTo>
                    <a:lnTo>
                      <a:pt x="907" y="3486"/>
                    </a:lnTo>
                    <a:lnTo>
                      <a:pt x="914" y="3501"/>
                    </a:lnTo>
                    <a:lnTo>
                      <a:pt x="922" y="3512"/>
                    </a:lnTo>
                    <a:lnTo>
                      <a:pt x="930" y="3519"/>
                    </a:lnTo>
                    <a:lnTo>
                      <a:pt x="938" y="3524"/>
                    </a:lnTo>
                    <a:lnTo>
                      <a:pt x="945" y="3525"/>
                    </a:lnTo>
                    <a:lnTo>
                      <a:pt x="952" y="3524"/>
                    </a:lnTo>
                    <a:lnTo>
                      <a:pt x="959" y="3522"/>
                    </a:lnTo>
                    <a:lnTo>
                      <a:pt x="966" y="3519"/>
                    </a:lnTo>
                    <a:lnTo>
                      <a:pt x="975" y="3517"/>
                    </a:lnTo>
                    <a:lnTo>
                      <a:pt x="982" y="3516"/>
                    </a:lnTo>
                    <a:lnTo>
                      <a:pt x="989" y="3516"/>
                    </a:lnTo>
                    <a:lnTo>
                      <a:pt x="997" y="3517"/>
                    </a:lnTo>
                    <a:lnTo>
                      <a:pt x="1004" y="3518"/>
                    </a:lnTo>
                    <a:lnTo>
                      <a:pt x="1011" y="3520"/>
                    </a:lnTo>
                    <a:lnTo>
                      <a:pt x="1020" y="3522"/>
                    </a:lnTo>
                    <a:lnTo>
                      <a:pt x="1027" y="3524"/>
                    </a:lnTo>
                    <a:lnTo>
                      <a:pt x="1034" y="3525"/>
                    </a:lnTo>
                    <a:lnTo>
                      <a:pt x="1041" y="3525"/>
                    </a:lnTo>
                    <a:lnTo>
                      <a:pt x="1048" y="3525"/>
                    </a:lnTo>
                    <a:lnTo>
                      <a:pt x="1056" y="3524"/>
                    </a:lnTo>
                    <a:lnTo>
                      <a:pt x="1064" y="3523"/>
                    </a:lnTo>
                    <a:lnTo>
                      <a:pt x="1071" y="3522"/>
                    </a:lnTo>
                    <a:lnTo>
                      <a:pt x="1079" y="3522"/>
                    </a:lnTo>
                    <a:lnTo>
                      <a:pt x="1086" y="3520"/>
                    </a:lnTo>
                    <a:lnTo>
                      <a:pt x="1093" y="3522"/>
                    </a:lnTo>
                    <a:lnTo>
                      <a:pt x="1100" y="3522"/>
                    </a:lnTo>
                    <a:lnTo>
                      <a:pt x="1109" y="3523"/>
                    </a:lnTo>
                    <a:lnTo>
                      <a:pt x="1116" y="3524"/>
                    </a:lnTo>
                    <a:lnTo>
                      <a:pt x="1123" y="3524"/>
                    </a:lnTo>
                    <a:lnTo>
                      <a:pt x="1131" y="3525"/>
                    </a:lnTo>
                    <a:lnTo>
                      <a:pt x="1138" y="3525"/>
                    </a:lnTo>
                    <a:lnTo>
                      <a:pt x="1145" y="3525"/>
                    </a:lnTo>
                    <a:lnTo>
                      <a:pt x="1154" y="3525"/>
                    </a:lnTo>
                    <a:lnTo>
                      <a:pt x="1161" y="3524"/>
                    </a:lnTo>
                    <a:lnTo>
                      <a:pt x="1168" y="3523"/>
                    </a:lnTo>
                    <a:lnTo>
                      <a:pt x="1175" y="3523"/>
                    </a:lnTo>
                    <a:lnTo>
                      <a:pt x="1182" y="3523"/>
                    </a:lnTo>
                    <a:lnTo>
                      <a:pt x="1190" y="3523"/>
                    </a:lnTo>
                    <a:lnTo>
                      <a:pt x="1198" y="3523"/>
                    </a:lnTo>
                    <a:lnTo>
                      <a:pt x="1205" y="3523"/>
                    </a:lnTo>
                    <a:lnTo>
                      <a:pt x="1213" y="3524"/>
                    </a:lnTo>
                    <a:lnTo>
                      <a:pt x="1220" y="3524"/>
                    </a:lnTo>
                    <a:lnTo>
                      <a:pt x="1227" y="3525"/>
                    </a:lnTo>
                    <a:lnTo>
                      <a:pt x="1234" y="3525"/>
                    </a:lnTo>
                    <a:lnTo>
                      <a:pt x="1242" y="3525"/>
                    </a:lnTo>
                    <a:lnTo>
                      <a:pt x="1250" y="3525"/>
                    </a:lnTo>
                    <a:lnTo>
                      <a:pt x="1257" y="3524"/>
                    </a:lnTo>
                    <a:lnTo>
                      <a:pt x="1265" y="3524"/>
                    </a:lnTo>
                    <a:lnTo>
                      <a:pt x="1272" y="3523"/>
                    </a:lnTo>
                    <a:lnTo>
                      <a:pt x="1279" y="3523"/>
                    </a:lnTo>
                    <a:lnTo>
                      <a:pt x="1286" y="3523"/>
                    </a:lnTo>
                    <a:lnTo>
                      <a:pt x="1295" y="3523"/>
                    </a:lnTo>
                    <a:lnTo>
                      <a:pt x="1302" y="3524"/>
                    </a:lnTo>
                    <a:lnTo>
                      <a:pt x="1309" y="3524"/>
                    </a:lnTo>
                    <a:lnTo>
                      <a:pt x="1316" y="3524"/>
                    </a:lnTo>
                    <a:lnTo>
                      <a:pt x="1324" y="3525"/>
                    </a:lnTo>
                    <a:lnTo>
                      <a:pt x="1331" y="3525"/>
                    </a:lnTo>
                    <a:lnTo>
                      <a:pt x="1339" y="3525"/>
                    </a:lnTo>
                    <a:lnTo>
                      <a:pt x="1347" y="3525"/>
                    </a:lnTo>
                    <a:lnTo>
                      <a:pt x="1354" y="3524"/>
                    </a:lnTo>
                    <a:lnTo>
                      <a:pt x="1361" y="3524"/>
                    </a:lnTo>
                    <a:lnTo>
                      <a:pt x="1368" y="3523"/>
                    </a:lnTo>
                    <a:lnTo>
                      <a:pt x="1375" y="3523"/>
                    </a:lnTo>
                    <a:lnTo>
                      <a:pt x="1384" y="3523"/>
                    </a:lnTo>
                    <a:lnTo>
                      <a:pt x="1391" y="3523"/>
                    </a:lnTo>
                    <a:lnTo>
                      <a:pt x="1399" y="3523"/>
                    </a:lnTo>
                    <a:lnTo>
                      <a:pt x="1406" y="3524"/>
                    </a:lnTo>
                    <a:lnTo>
                      <a:pt x="1413" y="3524"/>
                    </a:lnTo>
                    <a:lnTo>
                      <a:pt x="1420" y="3525"/>
                    </a:lnTo>
                    <a:lnTo>
                      <a:pt x="1429" y="3525"/>
                    </a:lnTo>
                    <a:lnTo>
                      <a:pt x="1436" y="3525"/>
                    </a:lnTo>
                    <a:lnTo>
                      <a:pt x="1443" y="3525"/>
                    </a:lnTo>
                    <a:lnTo>
                      <a:pt x="1450" y="3524"/>
                    </a:lnTo>
                    <a:lnTo>
                      <a:pt x="1458" y="3524"/>
                    </a:lnTo>
                    <a:lnTo>
                      <a:pt x="1465" y="3523"/>
                    </a:lnTo>
                    <a:lnTo>
                      <a:pt x="1473" y="3523"/>
                    </a:lnTo>
                    <a:lnTo>
                      <a:pt x="1481" y="3523"/>
                    </a:lnTo>
                    <a:lnTo>
                      <a:pt x="1488" y="3523"/>
                    </a:lnTo>
                    <a:lnTo>
                      <a:pt x="1495" y="3523"/>
                    </a:lnTo>
                    <a:lnTo>
                      <a:pt x="1502" y="3524"/>
                    </a:lnTo>
                    <a:lnTo>
                      <a:pt x="1509" y="3524"/>
                    </a:lnTo>
                    <a:lnTo>
                      <a:pt x="1518" y="3525"/>
                    </a:lnTo>
                    <a:lnTo>
                      <a:pt x="1525" y="3525"/>
                    </a:lnTo>
                    <a:lnTo>
                      <a:pt x="1533" y="3525"/>
                    </a:lnTo>
                    <a:lnTo>
                      <a:pt x="1540" y="3525"/>
                    </a:lnTo>
                    <a:lnTo>
                      <a:pt x="1547" y="3524"/>
                    </a:lnTo>
                    <a:lnTo>
                      <a:pt x="1554" y="3523"/>
                    </a:lnTo>
                    <a:lnTo>
                      <a:pt x="1563" y="3523"/>
                    </a:lnTo>
                    <a:lnTo>
                      <a:pt x="1570" y="3522"/>
                    </a:lnTo>
                    <a:lnTo>
                      <a:pt x="1577" y="3522"/>
                    </a:lnTo>
                    <a:lnTo>
                      <a:pt x="1584" y="3522"/>
                    </a:lnTo>
                    <a:lnTo>
                      <a:pt x="1592" y="3522"/>
                    </a:lnTo>
                    <a:lnTo>
                      <a:pt x="1599" y="3523"/>
                    </a:lnTo>
                    <a:lnTo>
                      <a:pt x="1607" y="3524"/>
                    </a:lnTo>
                    <a:lnTo>
                      <a:pt x="1615" y="3524"/>
                    </a:lnTo>
                    <a:lnTo>
                      <a:pt x="1622" y="3525"/>
                    </a:lnTo>
                    <a:lnTo>
                      <a:pt x="1629" y="3525"/>
                    </a:lnTo>
                    <a:lnTo>
                      <a:pt x="1636" y="3525"/>
                    </a:lnTo>
                    <a:lnTo>
                      <a:pt x="1643" y="3524"/>
                    </a:lnTo>
                    <a:lnTo>
                      <a:pt x="1652" y="3522"/>
                    </a:lnTo>
                    <a:lnTo>
                      <a:pt x="1659" y="3520"/>
                    </a:lnTo>
                    <a:lnTo>
                      <a:pt x="1667" y="3519"/>
                    </a:lnTo>
                    <a:lnTo>
                      <a:pt x="1674" y="3519"/>
                    </a:lnTo>
                    <a:lnTo>
                      <a:pt x="1681" y="3519"/>
                    </a:lnTo>
                    <a:lnTo>
                      <a:pt x="1688" y="3519"/>
                    </a:lnTo>
                    <a:lnTo>
                      <a:pt x="1697" y="3520"/>
                    </a:lnTo>
                    <a:lnTo>
                      <a:pt x="1704" y="3523"/>
                    </a:lnTo>
                    <a:lnTo>
                      <a:pt x="1711" y="3524"/>
                    </a:lnTo>
                    <a:lnTo>
                      <a:pt x="1718" y="3525"/>
                    </a:lnTo>
                    <a:lnTo>
                      <a:pt x="1726" y="3525"/>
                    </a:lnTo>
                    <a:lnTo>
                      <a:pt x="1733" y="3524"/>
                    </a:lnTo>
                    <a:lnTo>
                      <a:pt x="1741" y="3523"/>
                    </a:lnTo>
                    <a:lnTo>
                      <a:pt x="1749" y="3519"/>
                    </a:lnTo>
                    <a:lnTo>
                      <a:pt x="1756" y="3517"/>
                    </a:lnTo>
                    <a:lnTo>
                      <a:pt x="1763" y="3514"/>
                    </a:lnTo>
                    <a:lnTo>
                      <a:pt x="1770" y="3512"/>
                    </a:lnTo>
                    <a:lnTo>
                      <a:pt x="1777" y="3511"/>
                    </a:lnTo>
                    <a:lnTo>
                      <a:pt x="1785" y="3512"/>
                    </a:lnTo>
                    <a:lnTo>
                      <a:pt x="1793" y="3515"/>
                    </a:lnTo>
                    <a:lnTo>
                      <a:pt x="1801" y="3518"/>
                    </a:lnTo>
                    <a:lnTo>
                      <a:pt x="1808" y="3522"/>
                    </a:lnTo>
                    <a:lnTo>
                      <a:pt x="1815" y="3524"/>
                    </a:lnTo>
                    <a:lnTo>
                      <a:pt x="1822" y="3525"/>
                    </a:lnTo>
                    <a:lnTo>
                      <a:pt x="1829" y="3523"/>
                    </a:lnTo>
                    <a:lnTo>
                      <a:pt x="1838" y="3518"/>
                    </a:lnTo>
                    <a:lnTo>
                      <a:pt x="1845" y="3510"/>
                    </a:lnTo>
                    <a:lnTo>
                      <a:pt x="1852" y="3501"/>
                    </a:lnTo>
                    <a:lnTo>
                      <a:pt x="1860" y="3492"/>
                    </a:lnTo>
                    <a:lnTo>
                      <a:pt x="1867" y="3484"/>
                    </a:lnTo>
                    <a:lnTo>
                      <a:pt x="1874" y="3479"/>
                    </a:lnTo>
                    <a:lnTo>
                      <a:pt x="1883" y="3480"/>
                    </a:lnTo>
                    <a:lnTo>
                      <a:pt x="1890" y="3486"/>
                    </a:lnTo>
                    <a:lnTo>
                      <a:pt x="1897" y="3496"/>
                    </a:lnTo>
                    <a:lnTo>
                      <a:pt x="1904" y="3510"/>
                    </a:lnTo>
                    <a:lnTo>
                      <a:pt x="1911" y="3520"/>
                    </a:lnTo>
                    <a:lnTo>
                      <a:pt x="1919" y="3525"/>
                    </a:lnTo>
                    <a:lnTo>
                      <a:pt x="1927" y="3516"/>
                    </a:lnTo>
                    <a:lnTo>
                      <a:pt x="1935" y="3486"/>
                    </a:lnTo>
                    <a:lnTo>
                      <a:pt x="1942" y="3432"/>
                    </a:lnTo>
                    <a:lnTo>
                      <a:pt x="1949" y="3348"/>
                    </a:lnTo>
                    <a:lnTo>
                      <a:pt x="1956" y="3235"/>
                    </a:lnTo>
                    <a:lnTo>
                      <a:pt x="1963" y="3092"/>
                    </a:lnTo>
                    <a:lnTo>
                      <a:pt x="1972" y="2928"/>
                    </a:lnTo>
                    <a:lnTo>
                      <a:pt x="1979" y="2750"/>
                    </a:lnTo>
                    <a:lnTo>
                      <a:pt x="1986" y="2570"/>
                    </a:lnTo>
                    <a:lnTo>
                      <a:pt x="1994" y="2400"/>
                    </a:lnTo>
                    <a:lnTo>
                      <a:pt x="2001" y="2256"/>
                    </a:lnTo>
                    <a:lnTo>
                      <a:pt x="2008" y="2148"/>
                    </a:lnTo>
                    <a:lnTo>
                      <a:pt x="2017" y="2088"/>
                    </a:lnTo>
                    <a:lnTo>
                      <a:pt x="2024" y="2081"/>
                    </a:lnTo>
                    <a:lnTo>
                      <a:pt x="2031" y="2129"/>
                    </a:lnTo>
                    <a:lnTo>
                      <a:pt x="2038" y="2227"/>
                    </a:lnTo>
                    <a:lnTo>
                      <a:pt x="2045" y="2368"/>
                    </a:lnTo>
                    <a:lnTo>
                      <a:pt x="2053" y="2542"/>
                    </a:lnTo>
                    <a:lnTo>
                      <a:pt x="2061" y="2732"/>
                    </a:lnTo>
                    <a:lnTo>
                      <a:pt x="2068" y="2923"/>
                    </a:lnTo>
                    <a:lnTo>
                      <a:pt x="2076" y="3101"/>
                    </a:lnTo>
                    <a:lnTo>
                      <a:pt x="2083" y="3257"/>
                    </a:lnTo>
                    <a:lnTo>
                      <a:pt x="2090" y="3378"/>
                    </a:lnTo>
                    <a:lnTo>
                      <a:pt x="2097" y="3462"/>
                    </a:lnTo>
                    <a:lnTo>
                      <a:pt x="2106" y="3510"/>
                    </a:lnTo>
                    <a:lnTo>
                      <a:pt x="2113" y="3525"/>
                    </a:lnTo>
                    <a:lnTo>
                      <a:pt x="2120" y="3515"/>
                    </a:lnTo>
                    <a:lnTo>
                      <a:pt x="2128" y="3489"/>
                    </a:lnTo>
                    <a:lnTo>
                      <a:pt x="2135" y="3458"/>
                    </a:lnTo>
                    <a:lnTo>
                      <a:pt x="2142" y="3430"/>
                    </a:lnTo>
                    <a:lnTo>
                      <a:pt x="2151" y="3409"/>
                    </a:lnTo>
                    <a:lnTo>
                      <a:pt x="2158" y="3402"/>
                    </a:lnTo>
                    <a:lnTo>
                      <a:pt x="2165" y="3408"/>
                    </a:lnTo>
                    <a:lnTo>
                      <a:pt x="2172" y="3426"/>
                    </a:lnTo>
                    <a:lnTo>
                      <a:pt x="2179" y="3450"/>
                    </a:lnTo>
                    <a:lnTo>
                      <a:pt x="2187" y="3478"/>
                    </a:lnTo>
                    <a:lnTo>
                      <a:pt x="2195" y="3502"/>
                    </a:lnTo>
                    <a:lnTo>
                      <a:pt x="2202" y="3518"/>
                    </a:lnTo>
                    <a:lnTo>
                      <a:pt x="2210" y="3525"/>
                    </a:lnTo>
                    <a:lnTo>
                      <a:pt x="2217" y="3522"/>
                    </a:lnTo>
                    <a:lnTo>
                      <a:pt x="2224" y="3509"/>
                    </a:lnTo>
                    <a:lnTo>
                      <a:pt x="2231" y="3492"/>
                    </a:lnTo>
                    <a:lnTo>
                      <a:pt x="2240" y="3473"/>
                    </a:lnTo>
                    <a:lnTo>
                      <a:pt x="2247" y="3457"/>
                    </a:lnTo>
                    <a:lnTo>
                      <a:pt x="2254" y="3448"/>
                    </a:lnTo>
                    <a:lnTo>
                      <a:pt x="2262" y="3447"/>
                    </a:lnTo>
                    <a:lnTo>
                      <a:pt x="2269" y="3454"/>
                    </a:lnTo>
                    <a:lnTo>
                      <a:pt x="2276" y="3469"/>
                    </a:lnTo>
                    <a:lnTo>
                      <a:pt x="2285" y="3487"/>
                    </a:lnTo>
                    <a:lnTo>
                      <a:pt x="2292" y="3504"/>
                    </a:lnTo>
                    <a:lnTo>
                      <a:pt x="2299" y="3518"/>
                    </a:lnTo>
                    <a:lnTo>
                      <a:pt x="2306" y="3525"/>
                    </a:lnTo>
                    <a:lnTo>
                      <a:pt x="2313" y="3523"/>
                    </a:lnTo>
                    <a:lnTo>
                      <a:pt x="2321" y="3511"/>
                    </a:lnTo>
                    <a:lnTo>
                      <a:pt x="2328" y="3494"/>
                    </a:lnTo>
                    <a:lnTo>
                      <a:pt x="2336" y="3472"/>
                    </a:lnTo>
                    <a:lnTo>
                      <a:pt x="2344" y="3453"/>
                    </a:lnTo>
                    <a:lnTo>
                      <a:pt x="2351" y="3439"/>
                    </a:lnTo>
                    <a:lnTo>
                      <a:pt x="2358" y="3433"/>
                    </a:lnTo>
                    <a:lnTo>
                      <a:pt x="2365" y="3438"/>
                    </a:lnTo>
                    <a:lnTo>
                      <a:pt x="2372" y="3453"/>
                    </a:lnTo>
                    <a:lnTo>
                      <a:pt x="2381" y="3473"/>
                    </a:lnTo>
                    <a:lnTo>
                      <a:pt x="2388" y="3495"/>
                    </a:lnTo>
                    <a:lnTo>
                      <a:pt x="2396" y="3515"/>
                    </a:lnTo>
                    <a:lnTo>
                      <a:pt x="2403" y="3524"/>
                    </a:lnTo>
                    <a:lnTo>
                      <a:pt x="2410" y="3522"/>
                    </a:lnTo>
                    <a:lnTo>
                      <a:pt x="2417" y="3504"/>
                    </a:lnTo>
                    <a:lnTo>
                      <a:pt x="2426" y="3474"/>
                    </a:lnTo>
                    <a:lnTo>
                      <a:pt x="2433" y="3435"/>
                    </a:lnTo>
                    <a:lnTo>
                      <a:pt x="2440" y="3394"/>
                    </a:lnTo>
                    <a:lnTo>
                      <a:pt x="2447" y="3358"/>
                    </a:lnTo>
                    <a:lnTo>
                      <a:pt x="2455" y="3336"/>
                    </a:lnTo>
                    <a:lnTo>
                      <a:pt x="2462" y="3333"/>
                    </a:lnTo>
                    <a:lnTo>
                      <a:pt x="2470" y="3352"/>
                    </a:lnTo>
                    <a:lnTo>
                      <a:pt x="2478" y="3390"/>
                    </a:lnTo>
                    <a:lnTo>
                      <a:pt x="2485" y="3441"/>
                    </a:lnTo>
                    <a:lnTo>
                      <a:pt x="2492" y="3491"/>
                    </a:lnTo>
                    <a:lnTo>
                      <a:pt x="2499" y="3522"/>
                    </a:lnTo>
                    <a:lnTo>
                      <a:pt x="2506" y="3517"/>
                    </a:lnTo>
                    <a:lnTo>
                      <a:pt x="2515" y="3457"/>
                    </a:lnTo>
                    <a:lnTo>
                      <a:pt x="2522" y="3327"/>
                    </a:lnTo>
                    <a:lnTo>
                      <a:pt x="2530" y="3119"/>
                    </a:lnTo>
                    <a:lnTo>
                      <a:pt x="2537" y="2829"/>
                    </a:lnTo>
                    <a:lnTo>
                      <a:pt x="2544" y="2465"/>
                    </a:lnTo>
                    <a:lnTo>
                      <a:pt x="2551" y="2045"/>
                    </a:lnTo>
                    <a:lnTo>
                      <a:pt x="2560" y="1595"/>
                    </a:lnTo>
                    <a:lnTo>
                      <a:pt x="2567" y="1144"/>
                    </a:lnTo>
                    <a:lnTo>
                      <a:pt x="2574" y="729"/>
                    </a:lnTo>
                    <a:lnTo>
                      <a:pt x="2581" y="381"/>
                    </a:lnTo>
                    <a:lnTo>
                      <a:pt x="2589" y="131"/>
                    </a:lnTo>
                    <a:lnTo>
                      <a:pt x="2596" y="0"/>
                    </a:lnTo>
                    <a:lnTo>
                      <a:pt x="2604" y="0"/>
                    </a:lnTo>
                    <a:lnTo>
                      <a:pt x="2612" y="131"/>
                    </a:lnTo>
                    <a:lnTo>
                      <a:pt x="2619" y="381"/>
                    </a:lnTo>
                    <a:lnTo>
                      <a:pt x="2626" y="729"/>
                    </a:lnTo>
                    <a:lnTo>
                      <a:pt x="2633" y="1144"/>
                    </a:lnTo>
                    <a:lnTo>
                      <a:pt x="2640" y="1595"/>
                    </a:lnTo>
                    <a:lnTo>
                      <a:pt x="2649" y="2045"/>
                    </a:lnTo>
                    <a:lnTo>
                      <a:pt x="2656" y="2465"/>
                    </a:lnTo>
                    <a:lnTo>
                      <a:pt x="2664" y="2829"/>
                    </a:lnTo>
                    <a:lnTo>
                      <a:pt x="2671" y="3119"/>
                    </a:lnTo>
                    <a:lnTo>
                      <a:pt x="2678" y="3327"/>
                    </a:lnTo>
                    <a:lnTo>
                      <a:pt x="2685" y="3457"/>
                    </a:lnTo>
                    <a:lnTo>
                      <a:pt x="2694" y="3517"/>
                    </a:lnTo>
                    <a:lnTo>
                      <a:pt x="2701" y="3522"/>
                    </a:lnTo>
                    <a:lnTo>
                      <a:pt x="2708" y="3491"/>
                    </a:lnTo>
                    <a:lnTo>
                      <a:pt x="2715" y="3441"/>
                    </a:lnTo>
                    <a:lnTo>
                      <a:pt x="2723" y="3390"/>
                    </a:lnTo>
                    <a:lnTo>
                      <a:pt x="2730" y="3352"/>
                    </a:lnTo>
                    <a:lnTo>
                      <a:pt x="2738" y="3333"/>
                    </a:lnTo>
                    <a:lnTo>
                      <a:pt x="2746" y="3336"/>
                    </a:lnTo>
                    <a:lnTo>
                      <a:pt x="2753" y="3358"/>
                    </a:lnTo>
                    <a:lnTo>
                      <a:pt x="2760" y="3394"/>
                    </a:lnTo>
                    <a:lnTo>
                      <a:pt x="2767" y="3435"/>
                    </a:lnTo>
                    <a:lnTo>
                      <a:pt x="2774" y="3474"/>
                    </a:lnTo>
                    <a:lnTo>
                      <a:pt x="2783" y="3504"/>
                    </a:lnTo>
                    <a:lnTo>
                      <a:pt x="2790" y="3522"/>
                    </a:lnTo>
                    <a:lnTo>
                      <a:pt x="2798" y="3524"/>
                    </a:lnTo>
                    <a:lnTo>
                      <a:pt x="2805" y="3515"/>
                    </a:lnTo>
                    <a:lnTo>
                      <a:pt x="2812" y="3495"/>
                    </a:lnTo>
                    <a:lnTo>
                      <a:pt x="2819" y="3473"/>
                    </a:lnTo>
                    <a:lnTo>
                      <a:pt x="2828" y="3453"/>
                    </a:lnTo>
                    <a:lnTo>
                      <a:pt x="2835" y="3438"/>
                    </a:lnTo>
                    <a:lnTo>
                      <a:pt x="2842" y="3433"/>
                    </a:lnTo>
                    <a:lnTo>
                      <a:pt x="2849" y="3439"/>
                    </a:lnTo>
                    <a:lnTo>
                      <a:pt x="2857" y="3453"/>
                    </a:lnTo>
                    <a:lnTo>
                      <a:pt x="2864" y="3472"/>
                    </a:lnTo>
                    <a:lnTo>
                      <a:pt x="2872" y="3494"/>
                    </a:lnTo>
                    <a:lnTo>
                      <a:pt x="2880" y="3511"/>
                    </a:lnTo>
                    <a:lnTo>
                      <a:pt x="2887" y="3523"/>
                    </a:lnTo>
                    <a:lnTo>
                      <a:pt x="2894" y="3525"/>
                    </a:lnTo>
                    <a:lnTo>
                      <a:pt x="2901" y="3518"/>
                    </a:lnTo>
                    <a:lnTo>
                      <a:pt x="2908" y="3504"/>
                    </a:lnTo>
                    <a:lnTo>
                      <a:pt x="2916" y="3487"/>
                    </a:lnTo>
                    <a:lnTo>
                      <a:pt x="2924" y="3469"/>
                    </a:lnTo>
                    <a:lnTo>
                      <a:pt x="2932" y="3454"/>
                    </a:lnTo>
                    <a:lnTo>
                      <a:pt x="2939" y="3447"/>
                    </a:lnTo>
                    <a:lnTo>
                      <a:pt x="2946" y="3448"/>
                    </a:lnTo>
                    <a:lnTo>
                      <a:pt x="2953" y="3457"/>
                    </a:lnTo>
                    <a:lnTo>
                      <a:pt x="2960" y="3473"/>
                    </a:lnTo>
                    <a:lnTo>
                      <a:pt x="2969" y="3492"/>
                    </a:lnTo>
                    <a:lnTo>
                      <a:pt x="2976" y="3509"/>
                    </a:lnTo>
                    <a:lnTo>
                      <a:pt x="2983" y="3522"/>
                    </a:lnTo>
                    <a:lnTo>
                      <a:pt x="2991" y="3525"/>
                    </a:lnTo>
                    <a:lnTo>
                      <a:pt x="2998" y="3518"/>
                    </a:lnTo>
                    <a:lnTo>
                      <a:pt x="3005" y="3502"/>
                    </a:lnTo>
                    <a:lnTo>
                      <a:pt x="3014" y="3478"/>
                    </a:lnTo>
                    <a:lnTo>
                      <a:pt x="3021" y="3450"/>
                    </a:lnTo>
                    <a:lnTo>
                      <a:pt x="3028" y="3426"/>
                    </a:lnTo>
                    <a:lnTo>
                      <a:pt x="3035" y="3408"/>
                    </a:lnTo>
                    <a:lnTo>
                      <a:pt x="3042" y="3402"/>
                    </a:lnTo>
                    <a:lnTo>
                      <a:pt x="3050" y="3409"/>
                    </a:lnTo>
                    <a:lnTo>
                      <a:pt x="3058" y="3430"/>
                    </a:lnTo>
                    <a:lnTo>
                      <a:pt x="3066" y="3458"/>
                    </a:lnTo>
                    <a:lnTo>
                      <a:pt x="3073" y="3489"/>
                    </a:lnTo>
                    <a:lnTo>
                      <a:pt x="3080" y="3515"/>
                    </a:lnTo>
                    <a:lnTo>
                      <a:pt x="3087" y="3525"/>
                    </a:lnTo>
                    <a:lnTo>
                      <a:pt x="3094" y="3510"/>
                    </a:lnTo>
                    <a:lnTo>
                      <a:pt x="3103" y="3462"/>
                    </a:lnTo>
                    <a:lnTo>
                      <a:pt x="3110" y="3378"/>
                    </a:lnTo>
                    <a:lnTo>
                      <a:pt x="3117" y="3257"/>
                    </a:lnTo>
                    <a:lnTo>
                      <a:pt x="3125" y="3101"/>
                    </a:lnTo>
                    <a:lnTo>
                      <a:pt x="3132" y="2923"/>
                    </a:lnTo>
                    <a:lnTo>
                      <a:pt x="3139" y="2732"/>
                    </a:lnTo>
                    <a:lnTo>
                      <a:pt x="3148" y="2542"/>
                    </a:lnTo>
                    <a:lnTo>
                      <a:pt x="3155" y="2368"/>
                    </a:lnTo>
                    <a:lnTo>
                      <a:pt x="3162" y="2227"/>
                    </a:lnTo>
                    <a:lnTo>
                      <a:pt x="3169" y="2129"/>
                    </a:lnTo>
                    <a:lnTo>
                      <a:pt x="3176" y="2081"/>
                    </a:lnTo>
                    <a:lnTo>
                      <a:pt x="3184" y="2088"/>
                    </a:lnTo>
                    <a:lnTo>
                      <a:pt x="3192" y="2148"/>
                    </a:lnTo>
                    <a:lnTo>
                      <a:pt x="3199" y="2256"/>
                    </a:lnTo>
                    <a:lnTo>
                      <a:pt x="3207" y="2400"/>
                    </a:lnTo>
                    <a:lnTo>
                      <a:pt x="3214" y="2570"/>
                    </a:lnTo>
                    <a:lnTo>
                      <a:pt x="3221" y="2750"/>
                    </a:lnTo>
                    <a:lnTo>
                      <a:pt x="3228" y="2928"/>
                    </a:lnTo>
                    <a:lnTo>
                      <a:pt x="3237" y="3092"/>
                    </a:lnTo>
                    <a:lnTo>
                      <a:pt x="3244" y="3235"/>
                    </a:lnTo>
                    <a:lnTo>
                      <a:pt x="3251" y="3348"/>
                    </a:lnTo>
                    <a:lnTo>
                      <a:pt x="3259" y="3432"/>
                    </a:lnTo>
                    <a:lnTo>
                      <a:pt x="3266" y="3486"/>
                    </a:lnTo>
                    <a:lnTo>
                      <a:pt x="3273" y="3516"/>
                    </a:lnTo>
                    <a:lnTo>
                      <a:pt x="3282" y="3525"/>
                    </a:lnTo>
                    <a:lnTo>
                      <a:pt x="3289" y="3520"/>
                    </a:lnTo>
                    <a:lnTo>
                      <a:pt x="3296" y="3510"/>
                    </a:lnTo>
                    <a:lnTo>
                      <a:pt x="3303" y="3496"/>
                    </a:lnTo>
                    <a:lnTo>
                      <a:pt x="3310" y="3486"/>
                    </a:lnTo>
                    <a:lnTo>
                      <a:pt x="3318" y="3480"/>
                    </a:lnTo>
                    <a:lnTo>
                      <a:pt x="3326" y="3479"/>
                    </a:lnTo>
                    <a:lnTo>
                      <a:pt x="3333" y="3484"/>
                    </a:lnTo>
                    <a:lnTo>
                      <a:pt x="3341" y="3492"/>
                    </a:lnTo>
                    <a:lnTo>
                      <a:pt x="3348" y="3501"/>
                    </a:lnTo>
                    <a:lnTo>
                      <a:pt x="3355" y="3510"/>
                    </a:lnTo>
                    <a:lnTo>
                      <a:pt x="3362" y="3518"/>
                    </a:lnTo>
                    <a:lnTo>
                      <a:pt x="3371" y="3523"/>
                    </a:lnTo>
                    <a:lnTo>
                      <a:pt x="3378" y="3525"/>
                    </a:lnTo>
                    <a:lnTo>
                      <a:pt x="3385" y="3524"/>
                    </a:lnTo>
                    <a:lnTo>
                      <a:pt x="3393" y="3522"/>
                    </a:lnTo>
                    <a:lnTo>
                      <a:pt x="3400" y="3518"/>
                    </a:lnTo>
                    <a:lnTo>
                      <a:pt x="3407" y="3515"/>
                    </a:lnTo>
                    <a:lnTo>
                      <a:pt x="3416" y="3512"/>
                    </a:lnTo>
                    <a:lnTo>
                      <a:pt x="3423" y="3511"/>
                    </a:lnTo>
                    <a:lnTo>
                      <a:pt x="3430" y="3512"/>
                    </a:lnTo>
                    <a:lnTo>
                      <a:pt x="3437" y="3514"/>
                    </a:lnTo>
                    <a:lnTo>
                      <a:pt x="3444" y="3517"/>
                    </a:lnTo>
                    <a:lnTo>
                      <a:pt x="3452" y="3519"/>
                    </a:lnTo>
                    <a:lnTo>
                      <a:pt x="3459" y="3523"/>
                    </a:lnTo>
                    <a:lnTo>
                      <a:pt x="3467" y="3524"/>
                    </a:lnTo>
                    <a:lnTo>
                      <a:pt x="3475" y="3525"/>
                    </a:lnTo>
                    <a:lnTo>
                      <a:pt x="3482" y="3525"/>
                    </a:lnTo>
                    <a:lnTo>
                      <a:pt x="3489" y="3524"/>
                    </a:lnTo>
                    <a:lnTo>
                      <a:pt x="3496" y="3523"/>
                    </a:lnTo>
                    <a:lnTo>
                      <a:pt x="3503" y="3520"/>
                    </a:lnTo>
                    <a:lnTo>
                      <a:pt x="3512" y="3519"/>
                    </a:lnTo>
                    <a:lnTo>
                      <a:pt x="3519" y="3519"/>
                    </a:lnTo>
                    <a:lnTo>
                      <a:pt x="3527" y="3519"/>
                    </a:lnTo>
                    <a:lnTo>
                      <a:pt x="3534" y="3519"/>
                    </a:lnTo>
                    <a:lnTo>
                      <a:pt x="3541" y="3520"/>
                    </a:lnTo>
                    <a:lnTo>
                      <a:pt x="3548" y="3522"/>
                    </a:lnTo>
                    <a:lnTo>
                      <a:pt x="3557" y="3524"/>
                    </a:lnTo>
                    <a:lnTo>
                      <a:pt x="3564" y="3525"/>
                    </a:lnTo>
                    <a:lnTo>
                      <a:pt x="3571" y="3525"/>
                    </a:lnTo>
                    <a:lnTo>
                      <a:pt x="3578" y="3525"/>
                    </a:lnTo>
                    <a:lnTo>
                      <a:pt x="3586" y="3524"/>
                    </a:lnTo>
                    <a:lnTo>
                      <a:pt x="3593" y="3524"/>
                    </a:lnTo>
                    <a:lnTo>
                      <a:pt x="3601" y="3523"/>
                    </a:lnTo>
                    <a:lnTo>
                      <a:pt x="3609" y="3522"/>
                    </a:lnTo>
                    <a:lnTo>
                      <a:pt x="3616" y="3522"/>
                    </a:lnTo>
                    <a:lnTo>
                      <a:pt x="3623" y="3522"/>
                    </a:lnTo>
                    <a:lnTo>
                      <a:pt x="3630" y="3522"/>
                    </a:lnTo>
                    <a:lnTo>
                      <a:pt x="3637" y="3523"/>
                    </a:lnTo>
                    <a:lnTo>
                      <a:pt x="3646" y="3523"/>
                    </a:lnTo>
                    <a:lnTo>
                      <a:pt x="3653" y="3524"/>
                    </a:lnTo>
                    <a:lnTo>
                      <a:pt x="3661" y="3525"/>
                    </a:lnTo>
                    <a:lnTo>
                      <a:pt x="3668" y="3525"/>
                    </a:lnTo>
                    <a:lnTo>
                      <a:pt x="3675" y="3525"/>
                    </a:lnTo>
                    <a:lnTo>
                      <a:pt x="3682" y="3525"/>
                    </a:lnTo>
                    <a:lnTo>
                      <a:pt x="3691" y="3524"/>
                    </a:lnTo>
                    <a:lnTo>
                      <a:pt x="3698" y="3524"/>
                    </a:lnTo>
                    <a:lnTo>
                      <a:pt x="3705" y="3523"/>
                    </a:lnTo>
                    <a:lnTo>
                      <a:pt x="3712" y="3523"/>
                    </a:lnTo>
                    <a:lnTo>
                      <a:pt x="3720" y="3523"/>
                    </a:lnTo>
                    <a:lnTo>
                      <a:pt x="3727" y="3523"/>
                    </a:lnTo>
                    <a:lnTo>
                      <a:pt x="3735" y="3523"/>
                    </a:lnTo>
                    <a:lnTo>
                      <a:pt x="3743" y="3524"/>
                    </a:lnTo>
                    <a:lnTo>
                      <a:pt x="3750" y="3524"/>
                    </a:lnTo>
                    <a:lnTo>
                      <a:pt x="3757" y="3525"/>
                    </a:lnTo>
                    <a:lnTo>
                      <a:pt x="3764" y="3525"/>
                    </a:lnTo>
                    <a:lnTo>
                      <a:pt x="3771" y="3525"/>
                    </a:lnTo>
                    <a:lnTo>
                      <a:pt x="3780" y="3525"/>
                    </a:lnTo>
                    <a:lnTo>
                      <a:pt x="3787" y="3524"/>
                    </a:lnTo>
                    <a:lnTo>
                      <a:pt x="3795" y="3524"/>
                    </a:lnTo>
                    <a:lnTo>
                      <a:pt x="3802" y="3523"/>
                    </a:lnTo>
                    <a:lnTo>
                      <a:pt x="3809" y="3523"/>
                    </a:lnTo>
                    <a:lnTo>
                      <a:pt x="3816" y="3523"/>
                    </a:lnTo>
                    <a:lnTo>
                      <a:pt x="3825" y="3523"/>
                    </a:lnTo>
                    <a:lnTo>
                      <a:pt x="3832" y="3523"/>
                    </a:lnTo>
                    <a:lnTo>
                      <a:pt x="3839" y="3524"/>
                    </a:lnTo>
                    <a:lnTo>
                      <a:pt x="3846" y="3524"/>
                    </a:lnTo>
                    <a:lnTo>
                      <a:pt x="3854" y="3525"/>
                    </a:lnTo>
                    <a:lnTo>
                      <a:pt x="3861" y="3525"/>
                    </a:lnTo>
                    <a:lnTo>
                      <a:pt x="3869" y="3525"/>
                    </a:lnTo>
                    <a:lnTo>
                      <a:pt x="3877" y="3525"/>
                    </a:lnTo>
                    <a:lnTo>
                      <a:pt x="3884" y="3524"/>
                    </a:lnTo>
                    <a:lnTo>
                      <a:pt x="3891" y="3524"/>
                    </a:lnTo>
                    <a:lnTo>
                      <a:pt x="3898" y="3524"/>
                    </a:lnTo>
                    <a:lnTo>
                      <a:pt x="3905" y="3523"/>
                    </a:lnTo>
                    <a:lnTo>
                      <a:pt x="3914" y="3523"/>
                    </a:lnTo>
                    <a:lnTo>
                      <a:pt x="3921" y="3523"/>
                    </a:lnTo>
                    <a:lnTo>
                      <a:pt x="3929" y="3523"/>
                    </a:lnTo>
                    <a:lnTo>
                      <a:pt x="3936" y="3524"/>
                    </a:lnTo>
                    <a:lnTo>
                      <a:pt x="3943" y="3524"/>
                    </a:lnTo>
                    <a:lnTo>
                      <a:pt x="3950" y="3525"/>
                    </a:lnTo>
                    <a:lnTo>
                      <a:pt x="3959" y="3525"/>
                    </a:lnTo>
                    <a:lnTo>
                      <a:pt x="3966" y="3525"/>
                    </a:lnTo>
                    <a:lnTo>
                      <a:pt x="3973" y="3525"/>
                    </a:lnTo>
                    <a:lnTo>
                      <a:pt x="3980" y="3524"/>
                    </a:lnTo>
                    <a:lnTo>
                      <a:pt x="3988" y="3524"/>
                    </a:lnTo>
                    <a:lnTo>
                      <a:pt x="3995" y="3523"/>
                    </a:lnTo>
                    <a:lnTo>
                      <a:pt x="4002" y="3523"/>
                    </a:lnTo>
                    <a:lnTo>
                      <a:pt x="4011" y="3523"/>
                    </a:lnTo>
                    <a:lnTo>
                      <a:pt x="4018" y="3523"/>
                    </a:lnTo>
                    <a:lnTo>
                      <a:pt x="4025" y="3523"/>
                    </a:lnTo>
                    <a:lnTo>
                      <a:pt x="4032" y="3523"/>
                    </a:lnTo>
                    <a:lnTo>
                      <a:pt x="4039" y="3524"/>
                    </a:lnTo>
                    <a:lnTo>
                      <a:pt x="4047" y="3525"/>
                    </a:lnTo>
                    <a:lnTo>
                      <a:pt x="4055" y="3525"/>
                    </a:lnTo>
                    <a:lnTo>
                      <a:pt x="4063" y="3525"/>
                    </a:lnTo>
                    <a:lnTo>
                      <a:pt x="4070" y="3525"/>
                    </a:lnTo>
                    <a:lnTo>
                      <a:pt x="4077" y="3524"/>
                    </a:lnTo>
                    <a:lnTo>
                      <a:pt x="4084" y="3524"/>
                    </a:lnTo>
                    <a:lnTo>
                      <a:pt x="4091" y="3523"/>
                    </a:lnTo>
                    <a:lnTo>
                      <a:pt x="4100" y="3522"/>
                    </a:lnTo>
                    <a:lnTo>
                      <a:pt x="4107" y="3522"/>
                    </a:lnTo>
                    <a:lnTo>
                      <a:pt x="4114" y="3520"/>
                    </a:lnTo>
                    <a:lnTo>
                      <a:pt x="4122" y="3522"/>
                    </a:lnTo>
                    <a:lnTo>
                      <a:pt x="4129" y="3522"/>
                    </a:lnTo>
                    <a:lnTo>
                      <a:pt x="4136" y="3523"/>
                    </a:lnTo>
                    <a:lnTo>
                      <a:pt x="4145" y="3524"/>
                    </a:lnTo>
                    <a:lnTo>
                      <a:pt x="4152" y="3525"/>
                    </a:lnTo>
                    <a:lnTo>
                      <a:pt x="4159" y="3525"/>
                    </a:lnTo>
                    <a:lnTo>
                      <a:pt x="4166" y="3525"/>
                    </a:lnTo>
                    <a:lnTo>
                      <a:pt x="4173" y="3524"/>
                    </a:lnTo>
                    <a:lnTo>
                      <a:pt x="4181" y="3522"/>
                    </a:lnTo>
                    <a:lnTo>
                      <a:pt x="4189" y="3520"/>
                    </a:lnTo>
                    <a:lnTo>
                      <a:pt x="4196" y="3518"/>
                    </a:lnTo>
                    <a:lnTo>
                      <a:pt x="4204" y="3517"/>
                    </a:lnTo>
                    <a:lnTo>
                      <a:pt x="4211" y="3516"/>
                    </a:lnTo>
                    <a:lnTo>
                      <a:pt x="4218" y="3516"/>
                    </a:lnTo>
                    <a:lnTo>
                      <a:pt x="4225" y="3517"/>
                    </a:lnTo>
                    <a:lnTo>
                      <a:pt x="4234" y="3519"/>
                    </a:lnTo>
                    <a:lnTo>
                      <a:pt x="4241" y="3522"/>
                    </a:lnTo>
                    <a:lnTo>
                      <a:pt x="4248" y="3524"/>
                    </a:lnTo>
                    <a:lnTo>
                      <a:pt x="4256" y="3525"/>
                    </a:lnTo>
                    <a:lnTo>
                      <a:pt x="4263" y="3524"/>
                    </a:lnTo>
                    <a:lnTo>
                      <a:pt x="4270" y="3519"/>
                    </a:lnTo>
                    <a:lnTo>
                      <a:pt x="4279" y="3512"/>
                    </a:lnTo>
                    <a:lnTo>
                      <a:pt x="4286" y="3501"/>
                    </a:lnTo>
                    <a:lnTo>
                      <a:pt x="4293" y="3486"/>
                    </a:lnTo>
                    <a:lnTo>
                      <a:pt x="4300" y="3468"/>
                    </a:lnTo>
                    <a:lnTo>
                      <a:pt x="4307" y="3448"/>
                    </a:lnTo>
                    <a:lnTo>
                      <a:pt x="4315" y="3427"/>
                    </a:lnTo>
                    <a:lnTo>
                      <a:pt x="4323" y="3407"/>
                    </a:lnTo>
                    <a:lnTo>
                      <a:pt x="4330" y="3389"/>
                    </a:lnTo>
                    <a:lnTo>
                      <a:pt x="4338" y="3377"/>
                    </a:lnTo>
                    <a:lnTo>
                      <a:pt x="4345" y="3367"/>
                    </a:lnTo>
                    <a:lnTo>
                      <a:pt x="4352" y="3365"/>
                    </a:lnTo>
                    <a:lnTo>
                      <a:pt x="4359" y="3370"/>
                    </a:lnTo>
                    <a:lnTo>
                      <a:pt x="4368" y="3379"/>
                    </a:lnTo>
                    <a:lnTo>
                      <a:pt x="4375" y="3393"/>
                    </a:lnTo>
                    <a:lnTo>
                      <a:pt x="4382" y="3410"/>
                    </a:lnTo>
                    <a:lnTo>
                      <a:pt x="4390" y="3430"/>
                    </a:lnTo>
                    <a:lnTo>
                      <a:pt x="4397" y="3450"/>
                    </a:lnTo>
                    <a:lnTo>
                      <a:pt x="4404" y="3470"/>
                    </a:lnTo>
                    <a:lnTo>
                      <a:pt x="4413" y="3487"/>
                    </a:lnTo>
                    <a:lnTo>
                      <a:pt x="4420" y="3501"/>
                    </a:lnTo>
                    <a:lnTo>
                      <a:pt x="4427" y="3512"/>
                    </a:lnTo>
                    <a:lnTo>
                      <a:pt x="4434" y="3519"/>
                    </a:lnTo>
                    <a:lnTo>
                      <a:pt x="4441" y="3524"/>
                    </a:lnTo>
                    <a:lnTo>
                      <a:pt x="4449" y="3525"/>
                    </a:lnTo>
                    <a:lnTo>
                      <a:pt x="4457" y="3525"/>
                    </a:lnTo>
                    <a:lnTo>
                      <a:pt x="4464" y="3523"/>
                    </a:lnTo>
                    <a:lnTo>
                      <a:pt x="4472" y="3522"/>
                    </a:lnTo>
                    <a:lnTo>
                      <a:pt x="4479" y="3519"/>
                    </a:lnTo>
                    <a:lnTo>
                      <a:pt x="4486" y="3518"/>
                    </a:lnTo>
                    <a:lnTo>
                      <a:pt x="4493" y="3518"/>
                    </a:lnTo>
                    <a:lnTo>
                      <a:pt x="4502" y="3519"/>
                    </a:lnTo>
                    <a:lnTo>
                      <a:pt x="4509" y="3519"/>
                    </a:lnTo>
                    <a:lnTo>
                      <a:pt x="4516" y="3522"/>
                    </a:lnTo>
                    <a:lnTo>
                      <a:pt x="4524" y="3523"/>
                    </a:lnTo>
                    <a:lnTo>
                      <a:pt x="4531" y="3524"/>
                    </a:lnTo>
                    <a:lnTo>
                      <a:pt x="4538" y="3525"/>
                    </a:lnTo>
                    <a:lnTo>
                      <a:pt x="4547" y="3525"/>
                    </a:lnTo>
                    <a:lnTo>
                      <a:pt x="4554" y="3525"/>
                    </a:lnTo>
                    <a:lnTo>
                      <a:pt x="4561" y="3525"/>
                    </a:lnTo>
                    <a:lnTo>
                      <a:pt x="4568" y="3524"/>
                    </a:lnTo>
                    <a:lnTo>
                      <a:pt x="4575" y="3524"/>
                    </a:lnTo>
                    <a:lnTo>
                      <a:pt x="4583" y="3523"/>
                    </a:lnTo>
                    <a:lnTo>
                      <a:pt x="4590" y="3523"/>
                    </a:lnTo>
                    <a:lnTo>
                      <a:pt x="4598" y="3523"/>
                    </a:lnTo>
                    <a:lnTo>
                      <a:pt x="4606" y="3523"/>
                    </a:lnTo>
                    <a:lnTo>
                      <a:pt x="4613" y="3524"/>
                    </a:lnTo>
                    <a:lnTo>
                      <a:pt x="4620" y="3524"/>
                    </a:lnTo>
                    <a:lnTo>
                      <a:pt x="4627" y="3525"/>
                    </a:lnTo>
                    <a:lnTo>
                      <a:pt x="4634" y="3525"/>
                    </a:lnTo>
                    <a:lnTo>
                      <a:pt x="4643" y="3525"/>
                    </a:lnTo>
                    <a:lnTo>
                      <a:pt x="4650" y="3525"/>
                    </a:lnTo>
                    <a:lnTo>
                      <a:pt x="4658" y="3525"/>
                    </a:lnTo>
                    <a:lnTo>
                      <a:pt x="4665" y="3525"/>
                    </a:lnTo>
                    <a:lnTo>
                      <a:pt x="4672" y="3524"/>
                    </a:lnTo>
                    <a:lnTo>
                      <a:pt x="4679" y="3524"/>
                    </a:lnTo>
                    <a:lnTo>
                      <a:pt x="4688" y="3524"/>
                    </a:lnTo>
                    <a:lnTo>
                      <a:pt x="4695" y="3524"/>
                    </a:lnTo>
                    <a:lnTo>
                      <a:pt x="4702" y="3524"/>
                    </a:lnTo>
                    <a:lnTo>
                      <a:pt x="4709" y="3524"/>
                    </a:lnTo>
                    <a:lnTo>
                      <a:pt x="4717" y="3524"/>
                    </a:lnTo>
                    <a:lnTo>
                      <a:pt x="4724" y="3525"/>
                    </a:lnTo>
                    <a:lnTo>
                      <a:pt x="4732" y="3525"/>
                    </a:lnTo>
                    <a:lnTo>
                      <a:pt x="4740" y="3525"/>
                    </a:lnTo>
                    <a:lnTo>
                      <a:pt x="4747" y="3525"/>
                    </a:lnTo>
                    <a:lnTo>
                      <a:pt x="4754" y="3525"/>
                    </a:lnTo>
                    <a:lnTo>
                      <a:pt x="4761" y="3525"/>
                    </a:lnTo>
                    <a:lnTo>
                      <a:pt x="4768" y="3525"/>
                    </a:lnTo>
                    <a:lnTo>
                      <a:pt x="4777" y="3524"/>
                    </a:lnTo>
                    <a:lnTo>
                      <a:pt x="4784" y="3524"/>
                    </a:lnTo>
                    <a:lnTo>
                      <a:pt x="4792" y="3524"/>
                    </a:lnTo>
                    <a:lnTo>
                      <a:pt x="4799" y="3524"/>
                    </a:lnTo>
                    <a:lnTo>
                      <a:pt x="4806" y="3524"/>
                    </a:lnTo>
                    <a:lnTo>
                      <a:pt x="4813" y="3525"/>
                    </a:lnTo>
                    <a:lnTo>
                      <a:pt x="4822" y="3525"/>
                    </a:lnTo>
                    <a:lnTo>
                      <a:pt x="4829" y="3525"/>
                    </a:lnTo>
                    <a:lnTo>
                      <a:pt x="4836" y="3525"/>
                    </a:lnTo>
                    <a:lnTo>
                      <a:pt x="4843" y="3525"/>
                    </a:lnTo>
                    <a:lnTo>
                      <a:pt x="4851" y="3525"/>
                    </a:lnTo>
                    <a:lnTo>
                      <a:pt x="4858" y="3525"/>
                    </a:lnTo>
                    <a:lnTo>
                      <a:pt x="4866" y="3525"/>
                    </a:lnTo>
                    <a:lnTo>
                      <a:pt x="4874" y="3525"/>
                    </a:lnTo>
                    <a:lnTo>
                      <a:pt x="4881" y="3524"/>
                    </a:lnTo>
                    <a:lnTo>
                      <a:pt x="4888" y="3524"/>
                    </a:lnTo>
                    <a:lnTo>
                      <a:pt x="4895" y="3524"/>
                    </a:lnTo>
                    <a:lnTo>
                      <a:pt x="4902" y="3525"/>
                    </a:lnTo>
                    <a:lnTo>
                      <a:pt x="4911" y="3525"/>
                    </a:lnTo>
                    <a:lnTo>
                      <a:pt x="4918" y="3525"/>
                    </a:lnTo>
                    <a:lnTo>
                      <a:pt x="4926" y="3525"/>
                    </a:lnTo>
                    <a:lnTo>
                      <a:pt x="4933" y="3525"/>
                    </a:lnTo>
                    <a:lnTo>
                      <a:pt x="4940" y="3525"/>
                    </a:lnTo>
                    <a:lnTo>
                      <a:pt x="4947" y="3525"/>
                    </a:lnTo>
                    <a:lnTo>
                      <a:pt x="4956" y="3525"/>
                    </a:lnTo>
                    <a:lnTo>
                      <a:pt x="4963" y="3525"/>
                    </a:lnTo>
                    <a:lnTo>
                      <a:pt x="4970" y="3525"/>
                    </a:lnTo>
                    <a:lnTo>
                      <a:pt x="4977" y="3525"/>
                    </a:lnTo>
                    <a:lnTo>
                      <a:pt x="4985" y="3524"/>
                    </a:lnTo>
                    <a:lnTo>
                      <a:pt x="4992" y="3524"/>
                    </a:lnTo>
                    <a:lnTo>
                      <a:pt x="5000" y="3525"/>
                    </a:lnTo>
                    <a:lnTo>
                      <a:pt x="5008" y="3525"/>
                    </a:lnTo>
                    <a:lnTo>
                      <a:pt x="5015" y="3525"/>
                    </a:lnTo>
                    <a:lnTo>
                      <a:pt x="5022" y="3525"/>
                    </a:lnTo>
                    <a:lnTo>
                      <a:pt x="5029" y="3525"/>
                    </a:lnTo>
                    <a:lnTo>
                      <a:pt x="5036" y="3525"/>
                    </a:lnTo>
                    <a:lnTo>
                      <a:pt x="5045" y="3525"/>
                    </a:lnTo>
                    <a:lnTo>
                      <a:pt x="5052" y="3525"/>
                    </a:lnTo>
                    <a:lnTo>
                      <a:pt x="5060" y="3525"/>
                    </a:lnTo>
                    <a:lnTo>
                      <a:pt x="5067" y="3525"/>
                    </a:lnTo>
                    <a:lnTo>
                      <a:pt x="5074" y="3524"/>
                    </a:lnTo>
                    <a:lnTo>
                      <a:pt x="5081" y="3524"/>
                    </a:lnTo>
                    <a:lnTo>
                      <a:pt x="5090" y="3524"/>
                    </a:lnTo>
                    <a:lnTo>
                      <a:pt x="5097" y="3525"/>
                    </a:lnTo>
                    <a:lnTo>
                      <a:pt x="5104" y="3525"/>
                    </a:lnTo>
                    <a:lnTo>
                      <a:pt x="5111" y="3525"/>
                    </a:lnTo>
                    <a:lnTo>
                      <a:pt x="5119" y="3525"/>
                    </a:lnTo>
                    <a:lnTo>
                      <a:pt x="5126" y="3525"/>
                    </a:lnTo>
                    <a:lnTo>
                      <a:pt x="5133" y="3525"/>
                    </a:lnTo>
                    <a:lnTo>
                      <a:pt x="5142" y="3525"/>
                    </a:lnTo>
                    <a:lnTo>
                      <a:pt x="5149" y="3525"/>
                    </a:lnTo>
                    <a:lnTo>
                      <a:pt x="5156" y="3525"/>
                    </a:lnTo>
                    <a:lnTo>
                      <a:pt x="5163" y="3525"/>
                    </a:lnTo>
                    <a:lnTo>
                      <a:pt x="5170" y="3524"/>
                    </a:lnTo>
                    <a:lnTo>
                      <a:pt x="5178" y="3524"/>
                    </a:lnTo>
                    <a:lnTo>
                      <a:pt x="5186" y="3524"/>
                    </a:lnTo>
                    <a:lnTo>
                      <a:pt x="5193" y="3524"/>
                    </a:lnTo>
                    <a:lnTo>
                      <a:pt x="5201" y="3525"/>
                    </a:lnTo>
                  </a:path>
                </a:pathLst>
              </a:custGeom>
              <a:noFill/>
              <a:ln w="14288" cap="flat" cmpd="sng">
                <a:solidFill>
                  <a:srgbClr val="0000FF">
                    <a:alpha val="100000"/>
                  </a:srgbClr>
                </a:solidFill>
                <a:prstDash val="solid"/>
                <a:round/>
                <a:headEnd type="none" w="med" len="med"/>
                <a:tailEnd type="none" w="med" len="med"/>
              </a:ln>
            </p:spPr>
            <p:txBody>
              <a:bodyPr/>
              <a:p>
                <a:endParaRPr lang="zh-CN" altLang="en-US"/>
              </a:p>
            </p:txBody>
          </p:sp>
          <p:sp>
            <p:nvSpPr>
              <p:cNvPr id="99496" name="Rectangle 2"/>
              <p:cNvSpPr/>
              <p:nvPr/>
            </p:nvSpPr>
            <p:spPr>
              <a:xfrm rot="-5400000">
                <a:off x="5500" y="3579"/>
                <a:ext cx="11" cy="33"/>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497" name="Rectangle 3"/>
              <p:cNvSpPr/>
              <p:nvPr/>
            </p:nvSpPr>
            <p:spPr>
              <a:xfrm>
                <a:off x="4249" y="3187"/>
                <a:ext cx="8" cy="46"/>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419" name="Line 5"/>
            <p:cNvSpPr/>
            <p:nvPr/>
          </p:nvSpPr>
          <p:spPr>
            <a:xfrm flipV="1">
              <a:off x="2736" y="3324"/>
              <a:ext cx="292" cy="84"/>
            </a:xfrm>
            <a:prstGeom prst="line">
              <a:avLst/>
            </a:prstGeom>
            <a:ln w="9525" cap="flat" cmpd="sng">
              <a:solidFill>
                <a:schemeClr val="tx1"/>
              </a:solidFill>
              <a:prstDash val="solid"/>
              <a:headEnd type="none" w="med" len="med"/>
              <a:tailEnd type="triangle" w="med" len="med"/>
            </a:ln>
          </p:spPr>
        </p:sp>
      </p:grpSp>
      <p:grpSp>
        <p:nvGrpSpPr>
          <p:cNvPr id="94286" name="Group 78"/>
          <p:cNvGrpSpPr/>
          <p:nvPr/>
        </p:nvGrpSpPr>
        <p:grpSpPr>
          <a:xfrm>
            <a:off x="5894388" y="5676900"/>
            <a:ext cx="4849965" cy="984250"/>
            <a:chOff x="2736" y="3533"/>
            <a:chExt cx="3055" cy="620"/>
          </a:xfrm>
        </p:grpSpPr>
        <p:grpSp>
          <p:nvGrpSpPr>
            <p:cNvPr id="99348" name="Group 76"/>
            <p:cNvGrpSpPr/>
            <p:nvPr/>
          </p:nvGrpSpPr>
          <p:grpSpPr>
            <a:xfrm>
              <a:off x="3002" y="3533"/>
              <a:ext cx="2789" cy="620"/>
              <a:chOff x="2963" y="3533"/>
              <a:chExt cx="2544" cy="721"/>
            </a:xfrm>
          </p:grpSpPr>
          <p:sp>
            <p:nvSpPr>
              <p:cNvPr id="99350" name="Line 8"/>
              <p:cNvSpPr/>
              <p:nvPr/>
            </p:nvSpPr>
            <p:spPr>
              <a:xfrm>
                <a:off x="2963" y="4253"/>
                <a:ext cx="1" cy="1"/>
              </a:xfrm>
              <a:prstGeom prst="line">
                <a:avLst/>
              </a:prstGeom>
              <a:ln w="11113" cap="flat" cmpd="sng">
                <a:solidFill>
                  <a:srgbClr val="000000"/>
                </a:solidFill>
                <a:prstDash val="solid"/>
                <a:headEnd type="none" w="med" len="med"/>
                <a:tailEnd type="none" w="med" len="med"/>
              </a:ln>
            </p:spPr>
          </p:sp>
          <p:sp>
            <p:nvSpPr>
              <p:cNvPr id="99351" name="Line 9"/>
              <p:cNvSpPr/>
              <p:nvPr/>
            </p:nvSpPr>
            <p:spPr>
              <a:xfrm>
                <a:off x="3095" y="4253"/>
                <a:ext cx="1" cy="1"/>
              </a:xfrm>
              <a:prstGeom prst="line">
                <a:avLst/>
              </a:prstGeom>
              <a:ln w="11113" cap="flat" cmpd="sng">
                <a:solidFill>
                  <a:srgbClr val="000000"/>
                </a:solidFill>
                <a:prstDash val="solid"/>
                <a:headEnd type="none" w="med" len="med"/>
                <a:tailEnd type="none" w="med" len="med"/>
              </a:ln>
            </p:spPr>
          </p:sp>
          <p:sp>
            <p:nvSpPr>
              <p:cNvPr id="99352" name="Line 10"/>
              <p:cNvSpPr/>
              <p:nvPr/>
            </p:nvSpPr>
            <p:spPr>
              <a:xfrm>
                <a:off x="3228" y="4253"/>
                <a:ext cx="1" cy="1"/>
              </a:xfrm>
              <a:prstGeom prst="line">
                <a:avLst/>
              </a:prstGeom>
              <a:ln w="11113" cap="flat" cmpd="sng">
                <a:solidFill>
                  <a:srgbClr val="000000"/>
                </a:solidFill>
                <a:prstDash val="solid"/>
                <a:headEnd type="none" w="med" len="med"/>
                <a:tailEnd type="none" w="med" len="med"/>
              </a:ln>
            </p:spPr>
          </p:sp>
          <p:sp>
            <p:nvSpPr>
              <p:cNvPr id="99353" name="Line 11"/>
              <p:cNvSpPr/>
              <p:nvPr/>
            </p:nvSpPr>
            <p:spPr>
              <a:xfrm>
                <a:off x="3361" y="4253"/>
                <a:ext cx="1" cy="1"/>
              </a:xfrm>
              <a:prstGeom prst="line">
                <a:avLst/>
              </a:prstGeom>
              <a:ln w="11113" cap="flat" cmpd="sng">
                <a:solidFill>
                  <a:srgbClr val="000000"/>
                </a:solidFill>
                <a:prstDash val="solid"/>
                <a:headEnd type="none" w="med" len="med"/>
                <a:tailEnd type="none" w="med" len="med"/>
              </a:ln>
            </p:spPr>
          </p:sp>
          <p:sp>
            <p:nvSpPr>
              <p:cNvPr id="99354" name="Line 12"/>
              <p:cNvSpPr/>
              <p:nvPr/>
            </p:nvSpPr>
            <p:spPr>
              <a:xfrm>
                <a:off x="3493" y="4253"/>
                <a:ext cx="1" cy="1"/>
              </a:xfrm>
              <a:prstGeom prst="line">
                <a:avLst/>
              </a:prstGeom>
              <a:ln w="11113" cap="flat" cmpd="sng">
                <a:solidFill>
                  <a:srgbClr val="000000"/>
                </a:solidFill>
                <a:prstDash val="solid"/>
                <a:headEnd type="none" w="med" len="med"/>
                <a:tailEnd type="none" w="med" len="med"/>
              </a:ln>
            </p:spPr>
          </p:sp>
          <p:sp>
            <p:nvSpPr>
              <p:cNvPr id="99355" name="Line 13"/>
              <p:cNvSpPr/>
              <p:nvPr/>
            </p:nvSpPr>
            <p:spPr>
              <a:xfrm>
                <a:off x="3625" y="4253"/>
                <a:ext cx="1" cy="1"/>
              </a:xfrm>
              <a:prstGeom prst="line">
                <a:avLst/>
              </a:prstGeom>
              <a:ln w="11113" cap="flat" cmpd="sng">
                <a:solidFill>
                  <a:srgbClr val="000000"/>
                </a:solidFill>
                <a:prstDash val="solid"/>
                <a:headEnd type="none" w="med" len="med"/>
                <a:tailEnd type="none" w="med" len="med"/>
              </a:ln>
            </p:spPr>
          </p:sp>
          <p:sp>
            <p:nvSpPr>
              <p:cNvPr id="99356" name="Line 14"/>
              <p:cNvSpPr/>
              <p:nvPr/>
            </p:nvSpPr>
            <p:spPr>
              <a:xfrm>
                <a:off x="3758" y="4253"/>
                <a:ext cx="1" cy="1"/>
              </a:xfrm>
              <a:prstGeom prst="line">
                <a:avLst/>
              </a:prstGeom>
              <a:ln w="11113" cap="flat" cmpd="sng">
                <a:solidFill>
                  <a:srgbClr val="000000"/>
                </a:solidFill>
                <a:prstDash val="solid"/>
                <a:headEnd type="none" w="med" len="med"/>
                <a:tailEnd type="none" w="med" len="med"/>
              </a:ln>
            </p:spPr>
          </p:sp>
          <p:sp>
            <p:nvSpPr>
              <p:cNvPr id="99357" name="Line 15"/>
              <p:cNvSpPr/>
              <p:nvPr/>
            </p:nvSpPr>
            <p:spPr>
              <a:xfrm>
                <a:off x="3890" y="4253"/>
                <a:ext cx="1" cy="1"/>
              </a:xfrm>
              <a:prstGeom prst="line">
                <a:avLst/>
              </a:prstGeom>
              <a:ln w="11113" cap="flat" cmpd="sng">
                <a:solidFill>
                  <a:srgbClr val="000000"/>
                </a:solidFill>
                <a:prstDash val="solid"/>
                <a:headEnd type="none" w="med" len="med"/>
                <a:tailEnd type="none" w="med" len="med"/>
              </a:ln>
            </p:spPr>
          </p:sp>
          <p:sp>
            <p:nvSpPr>
              <p:cNvPr id="99358" name="Line 16"/>
              <p:cNvSpPr/>
              <p:nvPr/>
            </p:nvSpPr>
            <p:spPr>
              <a:xfrm>
                <a:off x="4023" y="4253"/>
                <a:ext cx="1" cy="1"/>
              </a:xfrm>
              <a:prstGeom prst="line">
                <a:avLst/>
              </a:prstGeom>
              <a:ln w="11113" cap="flat" cmpd="sng">
                <a:solidFill>
                  <a:srgbClr val="000000"/>
                </a:solidFill>
                <a:prstDash val="solid"/>
                <a:headEnd type="none" w="med" len="med"/>
                <a:tailEnd type="none" w="med" len="med"/>
              </a:ln>
            </p:spPr>
          </p:sp>
          <p:sp>
            <p:nvSpPr>
              <p:cNvPr id="99359" name="Line 17"/>
              <p:cNvSpPr/>
              <p:nvPr/>
            </p:nvSpPr>
            <p:spPr>
              <a:xfrm>
                <a:off x="4155" y="4253"/>
                <a:ext cx="1" cy="1"/>
              </a:xfrm>
              <a:prstGeom prst="line">
                <a:avLst/>
              </a:prstGeom>
              <a:ln w="11113" cap="flat" cmpd="sng">
                <a:solidFill>
                  <a:srgbClr val="000000"/>
                </a:solidFill>
                <a:prstDash val="solid"/>
                <a:headEnd type="none" w="med" len="med"/>
                <a:tailEnd type="none" w="med" len="med"/>
              </a:ln>
            </p:spPr>
          </p:sp>
          <p:sp>
            <p:nvSpPr>
              <p:cNvPr id="99360" name="Line 18"/>
              <p:cNvSpPr/>
              <p:nvPr/>
            </p:nvSpPr>
            <p:spPr>
              <a:xfrm>
                <a:off x="4287" y="4253"/>
                <a:ext cx="1" cy="1"/>
              </a:xfrm>
              <a:prstGeom prst="line">
                <a:avLst/>
              </a:prstGeom>
              <a:ln w="11113" cap="flat" cmpd="sng">
                <a:solidFill>
                  <a:srgbClr val="000000"/>
                </a:solidFill>
                <a:prstDash val="solid"/>
                <a:headEnd type="none" w="med" len="med"/>
                <a:tailEnd type="none" w="med" len="med"/>
              </a:ln>
            </p:spPr>
          </p:sp>
          <p:sp>
            <p:nvSpPr>
              <p:cNvPr id="99361" name="Line 19"/>
              <p:cNvSpPr/>
              <p:nvPr/>
            </p:nvSpPr>
            <p:spPr>
              <a:xfrm>
                <a:off x="4420" y="4253"/>
                <a:ext cx="1" cy="1"/>
              </a:xfrm>
              <a:prstGeom prst="line">
                <a:avLst/>
              </a:prstGeom>
              <a:ln w="11113" cap="flat" cmpd="sng">
                <a:solidFill>
                  <a:srgbClr val="000000"/>
                </a:solidFill>
                <a:prstDash val="solid"/>
                <a:headEnd type="none" w="med" len="med"/>
                <a:tailEnd type="none" w="med" len="med"/>
              </a:ln>
            </p:spPr>
          </p:sp>
          <p:sp>
            <p:nvSpPr>
              <p:cNvPr id="99362" name="Line 20"/>
              <p:cNvSpPr/>
              <p:nvPr/>
            </p:nvSpPr>
            <p:spPr>
              <a:xfrm>
                <a:off x="4553" y="4253"/>
                <a:ext cx="1" cy="1"/>
              </a:xfrm>
              <a:prstGeom prst="line">
                <a:avLst/>
              </a:prstGeom>
              <a:ln w="11113" cap="flat" cmpd="sng">
                <a:solidFill>
                  <a:srgbClr val="000000"/>
                </a:solidFill>
                <a:prstDash val="solid"/>
                <a:headEnd type="none" w="med" len="med"/>
                <a:tailEnd type="none" w="med" len="med"/>
              </a:ln>
            </p:spPr>
          </p:sp>
          <p:sp>
            <p:nvSpPr>
              <p:cNvPr id="99363" name="Line 21"/>
              <p:cNvSpPr/>
              <p:nvPr/>
            </p:nvSpPr>
            <p:spPr>
              <a:xfrm>
                <a:off x="4685" y="4253"/>
                <a:ext cx="1" cy="1"/>
              </a:xfrm>
              <a:prstGeom prst="line">
                <a:avLst/>
              </a:prstGeom>
              <a:ln w="11113" cap="flat" cmpd="sng">
                <a:solidFill>
                  <a:srgbClr val="000000"/>
                </a:solidFill>
                <a:prstDash val="solid"/>
                <a:headEnd type="none" w="med" len="med"/>
                <a:tailEnd type="none" w="med" len="med"/>
              </a:ln>
            </p:spPr>
          </p:sp>
          <p:sp>
            <p:nvSpPr>
              <p:cNvPr id="99364" name="Line 22"/>
              <p:cNvSpPr/>
              <p:nvPr/>
            </p:nvSpPr>
            <p:spPr>
              <a:xfrm>
                <a:off x="4817" y="4253"/>
                <a:ext cx="1" cy="1"/>
              </a:xfrm>
              <a:prstGeom prst="line">
                <a:avLst/>
              </a:prstGeom>
              <a:ln w="11113" cap="flat" cmpd="sng">
                <a:solidFill>
                  <a:srgbClr val="000000"/>
                </a:solidFill>
                <a:prstDash val="solid"/>
                <a:headEnd type="none" w="med" len="med"/>
                <a:tailEnd type="none" w="med" len="med"/>
              </a:ln>
            </p:spPr>
          </p:sp>
          <p:sp>
            <p:nvSpPr>
              <p:cNvPr id="99365" name="Line 23"/>
              <p:cNvSpPr/>
              <p:nvPr/>
            </p:nvSpPr>
            <p:spPr>
              <a:xfrm>
                <a:off x="4950" y="4253"/>
                <a:ext cx="1" cy="1"/>
              </a:xfrm>
              <a:prstGeom prst="line">
                <a:avLst/>
              </a:prstGeom>
              <a:ln w="11113" cap="flat" cmpd="sng">
                <a:solidFill>
                  <a:srgbClr val="000000"/>
                </a:solidFill>
                <a:prstDash val="solid"/>
                <a:headEnd type="none" w="med" len="med"/>
                <a:tailEnd type="none" w="med" len="med"/>
              </a:ln>
            </p:spPr>
          </p:sp>
          <p:sp>
            <p:nvSpPr>
              <p:cNvPr id="99366" name="Line 24"/>
              <p:cNvSpPr/>
              <p:nvPr/>
            </p:nvSpPr>
            <p:spPr>
              <a:xfrm>
                <a:off x="5082" y="4253"/>
                <a:ext cx="1" cy="1"/>
              </a:xfrm>
              <a:prstGeom prst="line">
                <a:avLst/>
              </a:prstGeom>
              <a:ln w="11113" cap="flat" cmpd="sng">
                <a:solidFill>
                  <a:srgbClr val="000000"/>
                </a:solidFill>
                <a:prstDash val="solid"/>
                <a:headEnd type="none" w="med" len="med"/>
                <a:tailEnd type="none" w="med" len="med"/>
              </a:ln>
            </p:spPr>
          </p:sp>
          <p:sp>
            <p:nvSpPr>
              <p:cNvPr id="99367" name="Line 25"/>
              <p:cNvSpPr/>
              <p:nvPr/>
            </p:nvSpPr>
            <p:spPr>
              <a:xfrm>
                <a:off x="5215" y="4253"/>
                <a:ext cx="1" cy="1"/>
              </a:xfrm>
              <a:prstGeom prst="line">
                <a:avLst/>
              </a:prstGeom>
              <a:ln w="11113" cap="flat" cmpd="sng">
                <a:solidFill>
                  <a:srgbClr val="000000"/>
                </a:solidFill>
                <a:prstDash val="solid"/>
                <a:headEnd type="none" w="med" len="med"/>
                <a:tailEnd type="none" w="med" len="med"/>
              </a:ln>
            </p:spPr>
          </p:sp>
          <p:sp>
            <p:nvSpPr>
              <p:cNvPr id="99368" name="Line 26"/>
              <p:cNvSpPr/>
              <p:nvPr/>
            </p:nvSpPr>
            <p:spPr>
              <a:xfrm>
                <a:off x="5347" y="4253"/>
                <a:ext cx="1" cy="1"/>
              </a:xfrm>
              <a:prstGeom prst="line">
                <a:avLst/>
              </a:prstGeom>
              <a:ln w="11113" cap="flat" cmpd="sng">
                <a:solidFill>
                  <a:srgbClr val="000000"/>
                </a:solidFill>
                <a:prstDash val="solid"/>
                <a:headEnd type="none" w="med" len="med"/>
                <a:tailEnd type="none" w="med" len="med"/>
              </a:ln>
            </p:spPr>
          </p:sp>
          <p:sp>
            <p:nvSpPr>
              <p:cNvPr id="99369" name="Line 27"/>
              <p:cNvSpPr/>
              <p:nvPr/>
            </p:nvSpPr>
            <p:spPr>
              <a:xfrm>
                <a:off x="2963" y="4253"/>
                <a:ext cx="2384" cy="1"/>
              </a:xfrm>
              <a:prstGeom prst="line">
                <a:avLst/>
              </a:prstGeom>
              <a:ln w="11113" cap="flat" cmpd="sng">
                <a:solidFill>
                  <a:srgbClr val="000000"/>
                </a:solidFill>
                <a:prstDash val="solid"/>
                <a:headEnd type="none" w="med" len="med"/>
                <a:tailEnd type="none" w="med" len="med"/>
              </a:ln>
            </p:spPr>
          </p:sp>
          <p:sp>
            <p:nvSpPr>
              <p:cNvPr id="99370" name="Line 28"/>
              <p:cNvSpPr/>
              <p:nvPr/>
            </p:nvSpPr>
            <p:spPr>
              <a:xfrm>
                <a:off x="2963" y="4253"/>
                <a:ext cx="1" cy="1"/>
              </a:xfrm>
              <a:prstGeom prst="line">
                <a:avLst/>
              </a:prstGeom>
              <a:ln w="11113" cap="flat" cmpd="sng">
                <a:solidFill>
                  <a:srgbClr val="000000"/>
                </a:solidFill>
                <a:prstDash val="solid"/>
                <a:headEnd type="none" w="med" len="med"/>
                <a:tailEnd type="none" w="med" len="med"/>
              </a:ln>
            </p:spPr>
          </p:sp>
          <p:sp>
            <p:nvSpPr>
              <p:cNvPr id="99371" name="Line 29"/>
              <p:cNvSpPr/>
              <p:nvPr/>
            </p:nvSpPr>
            <p:spPr>
              <a:xfrm>
                <a:off x="2963" y="4193"/>
                <a:ext cx="1" cy="1"/>
              </a:xfrm>
              <a:prstGeom prst="line">
                <a:avLst/>
              </a:prstGeom>
              <a:ln w="11113" cap="flat" cmpd="sng">
                <a:solidFill>
                  <a:srgbClr val="000000"/>
                </a:solidFill>
                <a:prstDash val="solid"/>
                <a:headEnd type="none" w="med" len="med"/>
                <a:tailEnd type="none" w="med" len="med"/>
              </a:ln>
            </p:spPr>
          </p:sp>
          <p:sp>
            <p:nvSpPr>
              <p:cNvPr id="99372" name="Line 30"/>
              <p:cNvSpPr/>
              <p:nvPr/>
            </p:nvSpPr>
            <p:spPr>
              <a:xfrm>
                <a:off x="2963" y="4134"/>
                <a:ext cx="1" cy="1"/>
              </a:xfrm>
              <a:prstGeom prst="line">
                <a:avLst/>
              </a:prstGeom>
              <a:ln w="11113" cap="flat" cmpd="sng">
                <a:solidFill>
                  <a:srgbClr val="000000"/>
                </a:solidFill>
                <a:prstDash val="solid"/>
                <a:headEnd type="none" w="med" len="med"/>
                <a:tailEnd type="none" w="med" len="med"/>
              </a:ln>
            </p:spPr>
          </p:sp>
          <p:sp>
            <p:nvSpPr>
              <p:cNvPr id="99373" name="Line 31"/>
              <p:cNvSpPr/>
              <p:nvPr/>
            </p:nvSpPr>
            <p:spPr>
              <a:xfrm>
                <a:off x="2963" y="4074"/>
                <a:ext cx="1" cy="1"/>
              </a:xfrm>
              <a:prstGeom prst="line">
                <a:avLst/>
              </a:prstGeom>
              <a:ln w="11113" cap="flat" cmpd="sng">
                <a:solidFill>
                  <a:srgbClr val="000000"/>
                </a:solidFill>
                <a:prstDash val="solid"/>
                <a:headEnd type="none" w="med" len="med"/>
                <a:tailEnd type="none" w="med" len="med"/>
              </a:ln>
            </p:spPr>
          </p:sp>
          <p:sp>
            <p:nvSpPr>
              <p:cNvPr id="99374" name="Line 32"/>
              <p:cNvSpPr/>
              <p:nvPr/>
            </p:nvSpPr>
            <p:spPr>
              <a:xfrm>
                <a:off x="2963" y="4014"/>
                <a:ext cx="1" cy="1"/>
              </a:xfrm>
              <a:prstGeom prst="line">
                <a:avLst/>
              </a:prstGeom>
              <a:ln w="11113" cap="flat" cmpd="sng">
                <a:solidFill>
                  <a:srgbClr val="000000"/>
                </a:solidFill>
                <a:prstDash val="solid"/>
                <a:headEnd type="none" w="med" len="med"/>
                <a:tailEnd type="none" w="med" len="med"/>
              </a:ln>
            </p:spPr>
          </p:sp>
          <p:sp>
            <p:nvSpPr>
              <p:cNvPr id="99375" name="Line 33"/>
              <p:cNvSpPr/>
              <p:nvPr/>
            </p:nvSpPr>
            <p:spPr>
              <a:xfrm>
                <a:off x="2963" y="3955"/>
                <a:ext cx="1" cy="1"/>
              </a:xfrm>
              <a:prstGeom prst="line">
                <a:avLst/>
              </a:prstGeom>
              <a:ln w="11113" cap="flat" cmpd="sng">
                <a:solidFill>
                  <a:srgbClr val="000000"/>
                </a:solidFill>
                <a:prstDash val="solid"/>
                <a:headEnd type="none" w="med" len="med"/>
                <a:tailEnd type="none" w="med" len="med"/>
              </a:ln>
            </p:spPr>
          </p:sp>
          <p:sp>
            <p:nvSpPr>
              <p:cNvPr id="99376" name="Line 34"/>
              <p:cNvSpPr/>
              <p:nvPr/>
            </p:nvSpPr>
            <p:spPr>
              <a:xfrm>
                <a:off x="2963" y="3895"/>
                <a:ext cx="1" cy="1"/>
              </a:xfrm>
              <a:prstGeom prst="line">
                <a:avLst/>
              </a:prstGeom>
              <a:ln w="11113" cap="flat" cmpd="sng">
                <a:solidFill>
                  <a:srgbClr val="000000"/>
                </a:solidFill>
                <a:prstDash val="solid"/>
                <a:headEnd type="none" w="med" len="med"/>
                <a:tailEnd type="none" w="med" len="med"/>
              </a:ln>
            </p:spPr>
          </p:sp>
          <p:sp>
            <p:nvSpPr>
              <p:cNvPr id="99377" name="Line 35"/>
              <p:cNvSpPr/>
              <p:nvPr/>
            </p:nvSpPr>
            <p:spPr>
              <a:xfrm>
                <a:off x="2963" y="3836"/>
                <a:ext cx="1" cy="1"/>
              </a:xfrm>
              <a:prstGeom prst="line">
                <a:avLst/>
              </a:prstGeom>
              <a:ln w="11113" cap="flat" cmpd="sng">
                <a:solidFill>
                  <a:srgbClr val="000000"/>
                </a:solidFill>
                <a:prstDash val="solid"/>
                <a:headEnd type="none" w="med" len="med"/>
                <a:tailEnd type="none" w="med" len="med"/>
              </a:ln>
            </p:spPr>
          </p:sp>
          <p:sp>
            <p:nvSpPr>
              <p:cNvPr id="99378" name="Line 36"/>
              <p:cNvSpPr/>
              <p:nvPr/>
            </p:nvSpPr>
            <p:spPr>
              <a:xfrm>
                <a:off x="2963" y="3776"/>
                <a:ext cx="1" cy="1"/>
              </a:xfrm>
              <a:prstGeom prst="line">
                <a:avLst/>
              </a:prstGeom>
              <a:ln w="11113" cap="flat" cmpd="sng">
                <a:solidFill>
                  <a:srgbClr val="000000"/>
                </a:solidFill>
                <a:prstDash val="solid"/>
                <a:headEnd type="none" w="med" len="med"/>
                <a:tailEnd type="none" w="med" len="med"/>
              </a:ln>
            </p:spPr>
          </p:sp>
          <p:sp>
            <p:nvSpPr>
              <p:cNvPr id="99379" name="Line 37"/>
              <p:cNvSpPr/>
              <p:nvPr/>
            </p:nvSpPr>
            <p:spPr>
              <a:xfrm>
                <a:off x="2963" y="3716"/>
                <a:ext cx="1" cy="1"/>
              </a:xfrm>
              <a:prstGeom prst="line">
                <a:avLst/>
              </a:prstGeom>
              <a:ln w="11113" cap="flat" cmpd="sng">
                <a:solidFill>
                  <a:srgbClr val="000000"/>
                </a:solidFill>
                <a:prstDash val="solid"/>
                <a:headEnd type="none" w="med" len="med"/>
                <a:tailEnd type="none" w="med" len="med"/>
              </a:ln>
            </p:spPr>
          </p:sp>
          <p:sp>
            <p:nvSpPr>
              <p:cNvPr id="99380" name="Line 38"/>
              <p:cNvSpPr/>
              <p:nvPr/>
            </p:nvSpPr>
            <p:spPr>
              <a:xfrm>
                <a:off x="2963" y="3657"/>
                <a:ext cx="1" cy="1"/>
              </a:xfrm>
              <a:prstGeom prst="line">
                <a:avLst/>
              </a:prstGeom>
              <a:ln w="11113" cap="flat" cmpd="sng">
                <a:solidFill>
                  <a:srgbClr val="000000"/>
                </a:solidFill>
                <a:prstDash val="solid"/>
                <a:headEnd type="none" w="med" len="med"/>
                <a:tailEnd type="none" w="med" len="med"/>
              </a:ln>
            </p:spPr>
          </p:sp>
          <p:sp>
            <p:nvSpPr>
              <p:cNvPr id="99381" name="Line 39"/>
              <p:cNvSpPr/>
              <p:nvPr/>
            </p:nvSpPr>
            <p:spPr>
              <a:xfrm>
                <a:off x="2963" y="3597"/>
                <a:ext cx="1" cy="1"/>
              </a:xfrm>
              <a:prstGeom prst="line">
                <a:avLst/>
              </a:prstGeom>
              <a:ln w="11113" cap="flat" cmpd="sng">
                <a:solidFill>
                  <a:srgbClr val="000000"/>
                </a:solidFill>
                <a:prstDash val="solid"/>
                <a:headEnd type="none" w="med" len="med"/>
                <a:tailEnd type="none" w="med" len="med"/>
              </a:ln>
            </p:spPr>
          </p:sp>
          <p:sp>
            <p:nvSpPr>
              <p:cNvPr id="99382" name="Freeform 40"/>
              <p:cNvSpPr/>
              <p:nvPr/>
            </p:nvSpPr>
            <p:spPr>
              <a:xfrm>
                <a:off x="2963" y="3597"/>
                <a:ext cx="1" cy="656"/>
              </a:xfrm>
              <a:custGeom>
                <a:avLst/>
                <a:gdLst/>
                <a:ahLst/>
                <a:cxnLst>
                  <a:cxn ang="0">
                    <a:pos x="0" y="656"/>
                  </a:cxn>
                  <a:cxn ang="0">
                    <a:pos x="0" y="0"/>
                  </a:cxn>
                  <a:cxn ang="0">
                    <a:pos x="0" y="0"/>
                  </a:cxn>
                </a:cxnLst>
                <a:pathLst>
                  <a:path w="1" h="3418">
                    <a:moveTo>
                      <a:pt x="0" y="3418"/>
                    </a:moveTo>
                    <a:lnTo>
                      <a:pt x="0" y="0"/>
                    </a:lnTo>
                    <a:lnTo>
                      <a:pt x="0" y="0"/>
                    </a:lnTo>
                  </a:path>
                </a:pathLst>
              </a:custGeom>
              <a:noFill/>
              <a:ln w="11113" cap="flat" cmpd="sng">
                <a:solidFill>
                  <a:srgbClr val="000000">
                    <a:alpha val="100000"/>
                  </a:srgbClr>
                </a:solidFill>
                <a:prstDash val="solid"/>
                <a:round/>
                <a:headEnd type="none" w="med" len="med"/>
                <a:tailEnd type="none" w="med" len="med"/>
              </a:ln>
            </p:spPr>
            <p:txBody>
              <a:bodyPr/>
              <a:p>
                <a:endParaRPr lang="zh-CN" altLang="en-US"/>
              </a:p>
            </p:txBody>
          </p:sp>
          <p:sp>
            <p:nvSpPr>
              <p:cNvPr id="99383" name="Line 41"/>
              <p:cNvSpPr/>
              <p:nvPr/>
            </p:nvSpPr>
            <p:spPr>
              <a:xfrm>
                <a:off x="3095" y="3597"/>
                <a:ext cx="1" cy="1"/>
              </a:xfrm>
              <a:prstGeom prst="line">
                <a:avLst/>
              </a:prstGeom>
              <a:ln w="11113" cap="flat" cmpd="sng">
                <a:solidFill>
                  <a:srgbClr val="000000"/>
                </a:solidFill>
                <a:prstDash val="solid"/>
                <a:headEnd type="none" w="med" len="med"/>
                <a:tailEnd type="none" w="med" len="med"/>
              </a:ln>
            </p:spPr>
          </p:sp>
          <p:sp>
            <p:nvSpPr>
              <p:cNvPr id="99384" name="Line 42"/>
              <p:cNvSpPr/>
              <p:nvPr/>
            </p:nvSpPr>
            <p:spPr>
              <a:xfrm>
                <a:off x="3228" y="3597"/>
                <a:ext cx="1" cy="1"/>
              </a:xfrm>
              <a:prstGeom prst="line">
                <a:avLst/>
              </a:prstGeom>
              <a:ln w="11113" cap="flat" cmpd="sng">
                <a:solidFill>
                  <a:srgbClr val="000000"/>
                </a:solidFill>
                <a:prstDash val="solid"/>
                <a:headEnd type="none" w="med" len="med"/>
                <a:tailEnd type="none" w="med" len="med"/>
              </a:ln>
            </p:spPr>
          </p:sp>
          <p:sp>
            <p:nvSpPr>
              <p:cNvPr id="99385" name="Line 43"/>
              <p:cNvSpPr/>
              <p:nvPr/>
            </p:nvSpPr>
            <p:spPr>
              <a:xfrm>
                <a:off x="3361" y="3597"/>
                <a:ext cx="1" cy="1"/>
              </a:xfrm>
              <a:prstGeom prst="line">
                <a:avLst/>
              </a:prstGeom>
              <a:ln w="11113" cap="flat" cmpd="sng">
                <a:solidFill>
                  <a:srgbClr val="000000"/>
                </a:solidFill>
                <a:prstDash val="solid"/>
                <a:headEnd type="none" w="med" len="med"/>
                <a:tailEnd type="none" w="med" len="med"/>
              </a:ln>
            </p:spPr>
          </p:sp>
          <p:sp>
            <p:nvSpPr>
              <p:cNvPr id="99386" name="Line 44"/>
              <p:cNvSpPr/>
              <p:nvPr/>
            </p:nvSpPr>
            <p:spPr>
              <a:xfrm>
                <a:off x="3493" y="3597"/>
                <a:ext cx="1" cy="1"/>
              </a:xfrm>
              <a:prstGeom prst="line">
                <a:avLst/>
              </a:prstGeom>
              <a:ln w="11113" cap="flat" cmpd="sng">
                <a:solidFill>
                  <a:srgbClr val="000000"/>
                </a:solidFill>
                <a:prstDash val="solid"/>
                <a:headEnd type="none" w="med" len="med"/>
                <a:tailEnd type="none" w="med" len="med"/>
              </a:ln>
            </p:spPr>
          </p:sp>
          <p:sp>
            <p:nvSpPr>
              <p:cNvPr id="99387" name="Line 45"/>
              <p:cNvSpPr/>
              <p:nvPr/>
            </p:nvSpPr>
            <p:spPr>
              <a:xfrm>
                <a:off x="3625" y="3597"/>
                <a:ext cx="1" cy="1"/>
              </a:xfrm>
              <a:prstGeom prst="line">
                <a:avLst/>
              </a:prstGeom>
              <a:ln w="11113" cap="flat" cmpd="sng">
                <a:solidFill>
                  <a:srgbClr val="000000"/>
                </a:solidFill>
                <a:prstDash val="solid"/>
                <a:headEnd type="none" w="med" len="med"/>
                <a:tailEnd type="none" w="med" len="med"/>
              </a:ln>
            </p:spPr>
          </p:sp>
          <p:sp>
            <p:nvSpPr>
              <p:cNvPr id="99388" name="Line 46"/>
              <p:cNvSpPr/>
              <p:nvPr/>
            </p:nvSpPr>
            <p:spPr>
              <a:xfrm>
                <a:off x="3758" y="3597"/>
                <a:ext cx="1" cy="1"/>
              </a:xfrm>
              <a:prstGeom prst="line">
                <a:avLst/>
              </a:prstGeom>
              <a:ln w="11113" cap="flat" cmpd="sng">
                <a:solidFill>
                  <a:srgbClr val="000000"/>
                </a:solidFill>
                <a:prstDash val="solid"/>
                <a:headEnd type="none" w="med" len="med"/>
                <a:tailEnd type="none" w="med" len="med"/>
              </a:ln>
            </p:spPr>
          </p:sp>
          <p:sp>
            <p:nvSpPr>
              <p:cNvPr id="99389" name="Line 47"/>
              <p:cNvSpPr/>
              <p:nvPr/>
            </p:nvSpPr>
            <p:spPr>
              <a:xfrm>
                <a:off x="3890" y="3597"/>
                <a:ext cx="1" cy="1"/>
              </a:xfrm>
              <a:prstGeom prst="line">
                <a:avLst/>
              </a:prstGeom>
              <a:ln w="11113" cap="flat" cmpd="sng">
                <a:solidFill>
                  <a:srgbClr val="000000"/>
                </a:solidFill>
                <a:prstDash val="solid"/>
                <a:headEnd type="none" w="med" len="med"/>
                <a:tailEnd type="none" w="med" len="med"/>
              </a:ln>
            </p:spPr>
          </p:sp>
          <p:sp>
            <p:nvSpPr>
              <p:cNvPr id="99390" name="Line 48"/>
              <p:cNvSpPr/>
              <p:nvPr/>
            </p:nvSpPr>
            <p:spPr>
              <a:xfrm>
                <a:off x="4023" y="3597"/>
                <a:ext cx="1" cy="1"/>
              </a:xfrm>
              <a:prstGeom prst="line">
                <a:avLst/>
              </a:prstGeom>
              <a:ln w="11113" cap="flat" cmpd="sng">
                <a:solidFill>
                  <a:srgbClr val="000000"/>
                </a:solidFill>
                <a:prstDash val="solid"/>
                <a:headEnd type="none" w="med" len="med"/>
                <a:tailEnd type="none" w="med" len="med"/>
              </a:ln>
            </p:spPr>
          </p:sp>
          <p:sp>
            <p:nvSpPr>
              <p:cNvPr id="99391" name="Line 49"/>
              <p:cNvSpPr/>
              <p:nvPr/>
            </p:nvSpPr>
            <p:spPr>
              <a:xfrm>
                <a:off x="4155" y="3597"/>
                <a:ext cx="1" cy="1"/>
              </a:xfrm>
              <a:prstGeom prst="line">
                <a:avLst/>
              </a:prstGeom>
              <a:ln w="11113" cap="flat" cmpd="sng">
                <a:solidFill>
                  <a:srgbClr val="000000"/>
                </a:solidFill>
                <a:prstDash val="solid"/>
                <a:headEnd type="none" w="med" len="med"/>
                <a:tailEnd type="none" w="med" len="med"/>
              </a:ln>
            </p:spPr>
          </p:sp>
          <p:sp>
            <p:nvSpPr>
              <p:cNvPr id="99392" name="Line 50"/>
              <p:cNvSpPr/>
              <p:nvPr/>
            </p:nvSpPr>
            <p:spPr>
              <a:xfrm>
                <a:off x="4287" y="3597"/>
                <a:ext cx="1" cy="1"/>
              </a:xfrm>
              <a:prstGeom prst="line">
                <a:avLst/>
              </a:prstGeom>
              <a:ln w="11113" cap="flat" cmpd="sng">
                <a:solidFill>
                  <a:srgbClr val="000000"/>
                </a:solidFill>
                <a:prstDash val="solid"/>
                <a:headEnd type="none" w="med" len="med"/>
                <a:tailEnd type="none" w="med" len="med"/>
              </a:ln>
            </p:spPr>
          </p:sp>
          <p:sp>
            <p:nvSpPr>
              <p:cNvPr id="99393" name="Line 51"/>
              <p:cNvSpPr/>
              <p:nvPr/>
            </p:nvSpPr>
            <p:spPr>
              <a:xfrm>
                <a:off x="4420" y="3597"/>
                <a:ext cx="1" cy="1"/>
              </a:xfrm>
              <a:prstGeom prst="line">
                <a:avLst/>
              </a:prstGeom>
              <a:ln w="11113" cap="flat" cmpd="sng">
                <a:solidFill>
                  <a:srgbClr val="000000"/>
                </a:solidFill>
                <a:prstDash val="solid"/>
                <a:headEnd type="none" w="med" len="med"/>
                <a:tailEnd type="none" w="med" len="med"/>
              </a:ln>
            </p:spPr>
          </p:sp>
          <p:sp>
            <p:nvSpPr>
              <p:cNvPr id="99394" name="Line 52"/>
              <p:cNvSpPr/>
              <p:nvPr/>
            </p:nvSpPr>
            <p:spPr>
              <a:xfrm>
                <a:off x="4553" y="3597"/>
                <a:ext cx="1" cy="1"/>
              </a:xfrm>
              <a:prstGeom prst="line">
                <a:avLst/>
              </a:prstGeom>
              <a:ln w="11113" cap="flat" cmpd="sng">
                <a:solidFill>
                  <a:srgbClr val="000000"/>
                </a:solidFill>
                <a:prstDash val="solid"/>
                <a:headEnd type="none" w="med" len="med"/>
                <a:tailEnd type="none" w="med" len="med"/>
              </a:ln>
            </p:spPr>
          </p:sp>
          <p:sp>
            <p:nvSpPr>
              <p:cNvPr id="99395" name="Line 53"/>
              <p:cNvSpPr/>
              <p:nvPr/>
            </p:nvSpPr>
            <p:spPr>
              <a:xfrm>
                <a:off x="4685" y="3597"/>
                <a:ext cx="1" cy="1"/>
              </a:xfrm>
              <a:prstGeom prst="line">
                <a:avLst/>
              </a:prstGeom>
              <a:ln w="11113" cap="flat" cmpd="sng">
                <a:solidFill>
                  <a:srgbClr val="000000"/>
                </a:solidFill>
                <a:prstDash val="solid"/>
                <a:headEnd type="none" w="med" len="med"/>
                <a:tailEnd type="none" w="med" len="med"/>
              </a:ln>
            </p:spPr>
          </p:sp>
          <p:sp>
            <p:nvSpPr>
              <p:cNvPr id="99396" name="Line 54"/>
              <p:cNvSpPr/>
              <p:nvPr/>
            </p:nvSpPr>
            <p:spPr>
              <a:xfrm>
                <a:off x="4817" y="3597"/>
                <a:ext cx="1" cy="1"/>
              </a:xfrm>
              <a:prstGeom prst="line">
                <a:avLst/>
              </a:prstGeom>
              <a:ln w="11113" cap="flat" cmpd="sng">
                <a:solidFill>
                  <a:srgbClr val="000000"/>
                </a:solidFill>
                <a:prstDash val="solid"/>
                <a:headEnd type="none" w="med" len="med"/>
                <a:tailEnd type="none" w="med" len="med"/>
              </a:ln>
            </p:spPr>
          </p:sp>
          <p:sp>
            <p:nvSpPr>
              <p:cNvPr id="99397" name="Line 55"/>
              <p:cNvSpPr/>
              <p:nvPr/>
            </p:nvSpPr>
            <p:spPr>
              <a:xfrm>
                <a:off x="4950" y="3597"/>
                <a:ext cx="1" cy="1"/>
              </a:xfrm>
              <a:prstGeom prst="line">
                <a:avLst/>
              </a:prstGeom>
              <a:ln w="11113" cap="flat" cmpd="sng">
                <a:solidFill>
                  <a:srgbClr val="000000"/>
                </a:solidFill>
                <a:prstDash val="solid"/>
                <a:headEnd type="none" w="med" len="med"/>
                <a:tailEnd type="none" w="med" len="med"/>
              </a:ln>
            </p:spPr>
          </p:sp>
          <p:sp>
            <p:nvSpPr>
              <p:cNvPr id="99398" name="Line 56"/>
              <p:cNvSpPr/>
              <p:nvPr/>
            </p:nvSpPr>
            <p:spPr>
              <a:xfrm>
                <a:off x="5082" y="3597"/>
                <a:ext cx="1" cy="1"/>
              </a:xfrm>
              <a:prstGeom prst="line">
                <a:avLst/>
              </a:prstGeom>
              <a:ln w="11113" cap="flat" cmpd="sng">
                <a:solidFill>
                  <a:srgbClr val="000000"/>
                </a:solidFill>
                <a:prstDash val="solid"/>
                <a:headEnd type="none" w="med" len="med"/>
                <a:tailEnd type="none" w="med" len="med"/>
              </a:ln>
            </p:spPr>
          </p:sp>
          <p:sp>
            <p:nvSpPr>
              <p:cNvPr id="99399" name="Line 57"/>
              <p:cNvSpPr/>
              <p:nvPr/>
            </p:nvSpPr>
            <p:spPr>
              <a:xfrm>
                <a:off x="5215" y="3597"/>
                <a:ext cx="1" cy="1"/>
              </a:xfrm>
              <a:prstGeom prst="line">
                <a:avLst/>
              </a:prstGeom>
              <a:ln w="11113" cap="flat" cmpd="sng">
                <a:solidFill>
                  <a:srgbClr val="000000"/>
                </a:solidFill>
                <a:prstDash val="solid"/>
                <a:headEnd type="none" w="med" len="med"/>
                <a:tailEnd type="none" w="med" len="med"/>
              </a:ln>
            </p:spPr>
          </p:sp>
          <p:sp>
            <p:nvSpPr>
              <p:cNvPr id="99400" name="Line 58"/>
              <p:cNvSpPr/>
              <p:nvPr/>
            </p:nvSpPr>
            <p:spPr>
              <a:xfrm>
                <a:off x="5347" y="3597"/>
                <a:ext cx="1" cy="1"/>
              </a:xfrm>
              <a:prstGeom prst="line">
                <a:avLst/>
              </a:prstGeom>
              <a:ln w="11113" cap="flat" cmpd="sng">
                <a:solidFill>
                  <a:srgbClr val="000000"/>
                </a:solidFill>
                <a:prstDash val="solid"/>
                <a:headEnd type="none" w="med" len="med"/>
                <a:tailEnd type="none" w="med" len="med"/>
              </a:ln>
            </p:spPr>
          </p:sp>
          <p:sp>
            <p:nvSpPr>
              <p:cNvPr id="99401" name="Line 59"/>
              <p:cNvSpPr/>
              <p:nvPr/>
            </p:nvSpPr>
            <p:spPr>
              <a:xfrm>
                <a:off x="2963" y="3597"/>
                <a:ext cx="2384" cy="1"/>
              </a:xfrm>
              <a:prstGeom prst="line">
                <a:avLst/>
              </a:prstGeom>
              <a:ln w="11113" cap="flat" cmpd="sng">
                <a:solidFill>
                  <a:srgbClr val="000000"/>
                </a:solidFill>
                <a:prstDash val="solid"/>
                <a:headEnd type="none" w="med" len="med"/>
                <a:tailEnd type="none" w="med" len="med"/>
              </a:ln>
            </p:spPr>
          </p:sp>
          <p:sp>
            <p:nvSpPr>
              <p:cNvPr id="99402" name="Line 60"/>
              <p:cNvSpPr/>
              <p:nvPr/>
            </p:nvSpPr>
            <p:spPr>
              <a:xfrm>
                <a:off x="5347" y="4253"/>
                <a:ext cx="1" cy="1"/>
              </a:xfrm>
              <a:prstGeom prst="line">
                <a:avLst/>
              </a:prstGeom>
              <a:ln w="11113" cap="flat" cmpd="sng">
                <a:solidFill>
                  <a:srgbClr val="000000"/>
                </a:solidFill>
                <a:prstDash val="solid"/>
                <a:headEnd type="none" w="med" len="med"/>
                <a:tailEnd type="none" w="med" len="med"/>
              </a:ln>
            </p:spPr>
          </p:sp>
          <p:sp>
            <p:nvSpPr>
              <p:cNvPr id="99403" name="Line 61"/>
              <p:cNvSpPr/>
              <p:nvPr/>
            </p:nvSpPr>
            <p:spPr>
              <a:xfrm>
                <a:off x="5347" y="4193"/>
                <a:ext cx="1" cy="1"/>
              </a:xfrm>
              <a:prstGeom prst="line">
                <a:avLst/>
              </a:prstGeom>
              <a:ln w="11113" cap="flat" cmpd="sng">
                <a:solidFill>
                  <a:srgbClr val="000000"/>
                </a:solidFill>
                <a:prstDash val="solid"/>
                <a:headEnd type="none" w="med" len="med"/>
                <a:tailEnd type="none" w="med" len="med"/>
              </a:ln>
            </p:spPr>
          </p:sp>
          <p:sp>
            <p:nvSpPr>
              <p:cNvPr id="99404" name="Line 62"/>
              <p:cNvSpPr/>
              <p:nvPr/>
            </p:nvSpPr>
            <p:spPr>
              <a:xfrm>
                <a:off x="5347" y="4134"/>
                <a:ext cx="1" cy="1"/>
              </a:xfrm>
              <a:prstGeom prst="line">
                <a:avLst/>
              </a:prstGeom>
              <a:ln w="11113" cap="flat" cmpd="sng">
                <a:solidFill>
                  <a:srgbClr val="000000"/>
                </a:solidFill>
                <a:prstDash val="solid"/>
                <a:headEnd type="none" w="med" len="med"/>
                <a:tailEnd type="none" w="med" len="med"/>
              </a:ln>
            </p:spPr>
          </p:sp>
          <p:sp>
            <p:nvSpPr>
              <p:cNvPr id="99405" name="Line 63"/>
              <p:cNvSpPr/>
              <p:nvPr/>
            </p:nvSpPr>
            <p:spPr>
              <a:xfrm>
                <a:off x="5347" y="4074"/>
                <a:ext cx="1" cy="1"/>
              </a:xfrm>
              <a:prstGeom prst="line">
                <a:avLst/>
              </a:prstGeom>
              <a:ln w="11113" cap="flat" cmpd="sng">
                <a:solidFill>
                  <a:srgbClr val="000000"/>
                </a:solidFill>
                <a:prstDash val="solid"/>
                <a:headEnd type="none" w="med" len="med"/>
                <a:tailEnd type="none" w="med" len="med"/>
              </a:ln>
            </p:spPr>
          </p:sp>
          <p:sp>
            <p:nvSpPr>
              <p:cNvPr id="99406" name="Line 64"/>
              <p:cNvSpPr/>
              <p:nvPr/>
            </p:nvSpPr>
            <p:spPr>
              <a:xfrm>
                <a:off x="5347" y="4014"/>
                <a:ext cx="1" cy="1"/>
              </a:xfrm>
              <a:prstGeom prst="line">
                <a:avLst/>
              </a:prstGeom>
              <a:ln w="11113" cap="flat" cmpd="sng">
                <a:solidFill>
                  <a:srgbClr val="000000"/>
                </a:solidFill>
                <a:prstDash val="solid"/>
                <a:headEnd type="none" w="med" len="med"/>
                <a:tailEnd type="none" w="med" len="med"/>
              </a:ln>
            </p:spPr>
          </p:sp>
          <p:sp>
            <p:nvSpPr>
              <p:cNvPr id="99407" name="Line 65"/>
              <p:cNvSpPr/>
              <p:nvPr/>
            </p:nvSpPr>
            <p:spPr>
              <a:xfrm>
                <a:off x="5347" y="3955"/>
                <a:ext cx="1" cy="1"/>
              </a:xfrm>
              <a:prstGeom prst="line">
                <a:avLst/>
              </a:prstGeom>
              <a:ln w="11113" cap="flat" cmpd="sng">
                <a:solidFill>
                  <a:srgbClr val="000000"/>
                </a:solidFill>
                <a:prstDash val="solid"/>
                <a:headEnd type="none" w="med" len="med"/>
                <a:tailEnd type="none" w="med" len="med"/>
              </a:ln>
            </p:spPr>
          </p:sp>
          <p:sp>
            <p:nvSpPr>
              <p:cNvPr id="99408" name="Line 66"/>
              <p:cNvSpPr/>
              <p:nvPr/>
            </p:nvSpPr>
            <p:spPr>
              <a:xfrm>
                <a:off x="5347" y="3895"/>
                <a:ext cx="1" cy="1"/>
              </a:xfrm>
              <a:prstGeom prst="line">
                <a:avLst/>
              </a:prstGeom>
              <a:ln w="11113" cap="flat" cmpd="sng">
                <a:solidFill>
                  <a:srgbClr val="000000"/>
                </a:solidFill>
                <a:prstDash val="solid"/>
                <a:headEnd type="none" w="med" len="med"/>
                <a:tailEnd type="none" w="med" len="med"/>
              </a:ln>
            </p:spPr>
          </p:sp>
          <p:sp>
            <p:nvSpPr>
              <p:cNvPr id="99409" name="Line 67"/>
              <p:cNvSpPr/>
              <p:nvPr/>
            </p:nvSpPr>
            <p:spPr>
              <a:xfrm>
                <a:off x="5347" y="3836"/>
                <a:ext cx="1" cy="1"/>
              </a:xfrm>
              <a:prstGeom prst="line">
                <a:avLst/>
              </a:prstGeom>
              <a:ln w="11113" cap="flat" cmpd="sng">
                <a:solidFill>
                  <a:srgbClr val="000000"/>
                </a:solidFill>
                <a:prstDash val="solid"/>
                <a:headEnd type="none" w="med" len="med"/>
                <a:tailEnd type="none" w="med" len="med"/>
              </a:ln>
            </p:spPr>
          </p:sp>
          <p:sp>
            <p:nvSpPr>
              <p:cNvPr id="99410" name="Line 68"/>
              <p:cNvSpPr/>
              <p:nvPr/>
            </p:nvSpPr>
            <p:spPr>
              <a:xfrm>
                <a:off x="5347" y="3776"/>
                <a:ext cx="1" cy="1"/>
              </a:xfrm>
              <a:prstGeom prst="line">
                <a:avLst/>
              </a:prstGeom>
              <a:ln w="11113" cap="flat" cmpd="sng">
                <a:solidFill>
                  <a:srgbClr val="000000"/>
                </a:solidFill>
                <a:prstDash val="solid"/>
                <a:headEnd type="none" w="med" len="med"/>
                <a:tailEnd type="none" w="med" len="med"/>
              </a:ln>
            </p:spPr>
          </p:sp>
          <p:sp>
            <p:nvSpPr>
              <p:cNvPr id="99411" name="Line 69"/>
              <p:cNvSpPr/>
              <p:nvPr/>
            </p:nvSpPr>
            <p:spPr>
              <a:xfrm>
                <a:off x="5347" y="3716"/>
                <a:ext cx="1" cy="1"/>
              </a:xfrm>
              <a:prstGeom prst="line">
                <a:avLst/>
              </a:prstGeom>
              <a:ln w="11113" cap="flat" cmpd="sng">
                <a:solidFill>
                  <a:srgbClr val="000000"/>
                </a:solidFill>
                <a:prstDash val="solid"/>
                <a:headEnd type="none" w="med" len="med"/>
                <a:tailEnd type="none" w="med" len="med"/>
              </a:ln>
            </p:spPr>
          </p:sp>
          <p:sp>
            <p:nvSpPr>
              <p:cNvPr id="99412" name="Line 70"/>
              <p:cNvSpPr/>
              <p:nvPr/>
            </p:nvSpPr>
            <p:spPr>
              <a:xfrm>
                <a:off x="5347" y="3657"/>
                <a:ext cx="1" cy="1"/>
              </a:xfrm>
              <a:prstGeom prst="line">
                <a:avLst/>
              </a:prstGeom>
              <a:ln w="11113" cap="flat" cmpd="sng">
                <a:solidFill>
                  <a:srgbClr val="000000"/>
                </a:solidFill>
                <a:prstDash val="solid"/>
                <a:headEnd type="none" w="med" len="med"/>
                <a:tailEnd type="none" w="med" len="med"/>
              </a:ln>
            </p:spPr>
          </p:sp>
          <p:sp>
            <p:nvSpPr>
              <p:cNvPr id="99413" name="Line 71"/>
              <p:cNvSpPr/>
              <p:nvPr/>
            </p:nvSpPr>
            <p:spPr>
              <a:xfrm>
                <a:off x="5347" y="3597"/>
                <a:ext cx="1" cy="1"/>
              </a:xfrm>
              <a:prstGeom prst="line">
                <a:avLst/>
              </a:prstGeom>
              <a:ln w="11113" cap="flat" cmpd="sng">
                <a:solidFill>
                  <a:srgbClr val="000000"/>
                </a:solidFill>
                <a:prstDash val="solid"/>
                <a:headEnd type="none" w="med" len="med"/>
                <a:tailEnd type="none" w="med" len="med"/>
              </a:ln>
            </p:spPr>
          </p:sp>
          <p:sp>
            <p:nvSpPr>
              <p:cNvPr id="99414" name="Line 72"/>
              <p:cNvSpPr/>
              <p:nvPr/>
            </p:nvSpPr>
            <p:spPr>
              <a:xfrm flipV="1">
                <a:off x="5347" y="3597"/>
                <a:ext cx="1" cy="656"/>
              </a:xfrm>
              <a:prstGeom prst="line">
                <a:avLst/>
              </a:prstGeom>
              <a:ln w="11113" cap="flat" cmpd="sng">
                <a:solidFill>
                  <a:srgbClr val="000000"/>
                </a:solidFill>
                <a:prstDash val="solid"/>
                <a:headEnd type="none" w="med" len="med"/>
                <a:tailEnd type="none" w="med" len="med"/>
              </a:ln>
            </p:spPr>
          </p:sp>
          <p:sp>
            <p:nvSpPr>
              <p:cNvPr id="99415" name="Freeform 73"/>
              <p:cNvSpPr/>
              <p:nvPr/>
            </p:nvSpPr>
            <p:spPr>
              <a:xfrm>
                <a:off x="3229" y="3672"/>
                <a:ext cx="1852" cy="581"/>
              </a:xfrm>
              <a:custGeom>
                <a:avLst/>
                <a:gdLst/>
                <a:ahLst/>
                <a:cxnLst>
                  <a:cxn ang="0">
                    <a:pos x="27" y="581"/>
                  </a:cxn>
                  <a:cxn ang="0">
                    <a:pos x="56" y="581"/>
                  </a:cxn>
                  <a:cxn ang="0">
                    <a:pos x="85" y="581"/>
                  </a:cxn>
                  <a:cxn ang="0">
                    <a:pos x="114" y="581"/>
                  </a:cxn>
                  <a:cxn ang="0">
                    <a:pos x="144" y="581"/>
                  </a:cxn>
                  <a:cxn ang="0">
                    <a:pos x="173" y="581"/>
                  </a:cxn>
                  <a:cxn ang="0">
                    <a:pos x="202" y="581"/>
                  </a:cxn>
                  <a:cxn ang="0">
                    <a:pos x="231" y="581"/>
                  </a:cxn>
                  <a:cxn ang="0">
                    <a:pos x="260" y="580"/>
                  </a:cxn>
                  <a:cxn ang="0">
                    <a:pos x="289" y="568"/>
                  </a:cxn>
                  <a:cxn ang="0">
                    <a:pos x="318" y="572"/>
                  </a:cxn>
                  <a:cxn ang="0">
                    <a:pos x="348" y="580"/>
                  </a:cxn>
                  <a:cxn ang="0">
                    <a:pos x="376" y="580"/>
                  </a:cxn>
                  <a:cxn ang="0">
                    <a:pos x="406" y="581"/>
                  </a:cxn>
                  <a:cxn ang="0">
                    <a:pos x="435" y="581"/>
                  </a:cxn>
                  <a:cxn ang="0">
                    <a:pos x="464" y="581"/>
                  </a:cxn>
                  <a:cxn ang="0">
                    <a:pos x="493" y="581"/>
                  </a:cxn>
                  <a:cxn ang="0">
                    <a:pos x="522" y="581"/>
                  </a:cxn>
                  <a:cxn ang="0">
                    <a:pos x="551" y="581"/>
                  </a:cxn>
                  <a:cxn ang="0">
                    <a:pos x="581" y="580"/>
                  </a:cxn>
                  <a:cxn ang="0">
                    <a:pos x="610" y="580"/>
                  </a:cxn>
                  <a:cxn ang="0">
                    <a:pos x="639" y="579"/>
                  </a:cxn>
                  <a:cxn ang="0">
                    <a:pos x="668" y="577"/>
                  </a:cxn>
                  <a:cxn ang="0">
                    <a:pos x="697" y="556"/>
                  </a:cxn>
                  <a:cxn ang="0">
                    <a:pos x="726" y="380"/>
                  </a:cxn>
                  <a:cxn ang="0">
                    <a:pos x="756" y="569"/>
                  </a:cxn>
                  <a:cxn ang="0">
                    <a:pos x="785" y="576"/>
                  </a:cxn>
                  <a:cxn ang="0">
                    <a:pos x="814" y="577"/>
                  </a:cxn>
                  <a:cxn ang="0">
                    <a:pos x="843" y="577"/>
                  </a:cxn>
                  <a:cxn ang="0">
                    <a:pos x="872" y="575"/>
                  </a:cxn>
                  <a:cxn ang="0">
                    <a:pos x="901" y="563"/>
                  </a:cxn>
                  <a:cxn ang="0">
                    <a:pos x="930" y="29"/>
                  </a:cxn>
                  <a:cxn ang="0">
                    <a:pos x="960" y="575"/>
                  </a:cxn>
                  <a:cxn ang="0">
                    <a:pos x="988" y="579"/>
                  </a:cxn>
                  <a:cxn ang="0">
                    <a:pos x="1018" y="580"/>
                  </a:cxn>
                  <a:cxn ang="0">
                    <a:pos x="1047" y="581"/>
                  </a:cxn>
                  <a:cxn ang="0">
                    <a:pos x="1076" y="581"/>
                  </a:cxn>
                  <a:cxn ang="0">
                    <a:pos x="1105" y="581"/>
                  </a:cxn>
                  <a:cxn ang="0">
                    <a:pos x="1134" y="344"/>
                  </a:cxn>
                  <a:cxn ang="0">
                    <a:pos x="1163" y="581"/>
                  </a:cxn>
                  <a:cxn ang="0">
                    <a:pos x="1193" y="581"/>
                  </a:cxn>
                  <a:cxn ang="0">
                    <a:pos x="1222" y="581"/>
                  </a:cxn>
                  <a:cxn ang="0">
                    <a:pos x="1251" y="581"/>
                  </a:cxn>
                  <a:cxn ang="0">
                    <a:pos x="1280" y="581"/>
                  </a:cxn>
                  <a:cxn ang="0">
                    <a:pos x="1309" y="581"/>
                  </a:cxn>
                  <a:cxn ang="0">
                    <a:pos x="1338" y="581"/>
                  </a:cxn>
                  <a:cxn ang="0">
                    <a:pos x="1367" y="581"/>
                  </a:cxn>
                  <a:cxn ang="0">
                    <a:pos x="1397" y="581"/>
                  </a:cxn>
                  <a:cxn ang="0">
                    <a:pos x="1425" y="581"/>
                  </a:cxn>
                  <a:cxn ang="0">
                    <a:pos x="1455" y="581"/>
                  </a:cxn>
                  <a:cxn ang="0">
                    <a:pos x="1484" y="581"/>
                  </a:cxn>
                  <a:cxn ang="0">
                    <a:pos x="1513" y="580"/>
                  </a:cxn>
                  <a:cxn ang="0">
                    <a:pos x="1542" y="560"/>
                  </a:cxn>
                  <a:cxn ang="0">
                    <a:pos x="1572" y="578"/>
                  </a:cxn>
                  <a:cxn ang="0">
                    <a:pos x="1600" y="580"/>
                  </a:cxn>
                  <a:cxn ang="0">
                    <a:pos x="1630" y="581"/>
                  </a:cxn>
                  <a:cxn ang="0">
                    <a:pos x="1659" y="581"/>
                  </a:cxn>
                  <a:cxn ang="0">
                    <a:pos x="1688" y="581"/>
                  </a:cxn>
                  <a:cxn ang="0">
                    <a:pos x="1717" y="581"/>
                  </a:cxn>
                  <a:cxn ang="0">
                    <a:pos x="1746" y="581"/>
                  </a:cxn>
                  <a:cxn ang="0">
                    <a:pos x="1775" y="581"/>
                  </a:cxn>
                  <a:cxn ang="0">
                    <a:pos x="1804" y="581"/>
                  </a:cxn>
                  <a:cxn ang="0">
                    <a:pos x="1834" y="581"/>
                  </a:cxn>
                </a:cxnLst>
                <a:pathLst>
                  <a:path w="3704" h="3483">
                    <a:moveTo>
                      <a:pt x="0" y="3483"/>
                    </a:moveTo>
                    <a:lnTo>
                      <a:pt x="6" y="3483"/>
                    </a:lnTo>
                    <a:lnTo>
                      <a:pt x="11" y="3483"/>
                    </a:lnTo>
                    <a:lnTo>
                      <a:pt x="17" y="3483"/>
                    </a:lnTo>
                    <a:lnTo>
                      <a:pt x="22" y="3483"/>
                    </a:lnTo>
                    <a:lnTo>
                      <a:pt x="27" y="3483"/>
                    </a:lnTo>
                    <a:lnTo>
                      <a:pt x="32" y="3483"/>
                    </a:lnTo>
                    <a:lnTo>
                      <a:pt x="37" y="3483"/>
                    </a:lnTo>
                    <a:lnTo>
                      <a:pt x="43" y="3483"/>
                    </a:lnTo>
                    <a:lnTo>
                      <a:pt x="49" y="3483"/>
                    </a:lnTo>
                    <a:lnTo>
                      <a:pt x="54" y="3483"/>
                    </a:lnTo>
                    <a:lnTo>
                      <a:pt x="59" y="3483"/>
                    </a:lnTo>
                    <a:lnTo>
                      <a:pt x="64" y="3483"/>
                    </a:lnTo>
                    <a:lnTo>
                      <a:pt x="69" y="3483"/>
                    </a:lnTo>
                    <a:lnTo>
                      <a:pt x="74" y="3483"/>
                    </a:lnTo>
                    <a:lnTo>
                      <a:pt x="79" y="3483"/>
                    </a:lnTo>
                    <a:lnTo>
                      <a:pt x="86" y="3483"/>
                    </a:lnTo>
                    <a:lnTo>
                      <a:pt x="91" y="3483"/>
                    </a:lnTo>
                    <a:lnTo>
                      <a:pt x="96" y="3483"/>
                    </a:lnTo>
                    <a:lnTo>
                      <a:pt x="101" y="3483"/>
                    </a:lnTo>
                    <a:lnTo>
                      <a:pt x="106" y="3483"/>
                    </a:lnTo>
                    <a:lnTo>
                      <a:pt x="111" y="3483"/>
                    </a:lnTo>
                    <a:lnTo>
                      <a:pt x="117" y="3483"/>
                    </a:lnTo>
                    <a:lnTo>
                      <a:pt x="123" y="3483"/>
                    </a:lnTo>
                    <a:lnTo>
                      <a:pt x="128" y="3483"/>
                    </a:lnTo>
                    <a:lnTo>
                      <a:pt x="133" y="3483"/>
                    </a:lnTo>
                    <a:lnTo>
                      <a:pt x="138" y="3483"/>
                    </a:lnTo>
                    <a:lnTo>
                      <a:pt x="143" y="3483"/>
                    </a:lnTo>
                    <a:lnTo>
                      <a:pt x="149" y="3483"/>
                    </a:lnTo>
                    <a:lnTo>
                      <a:pt x="154" y="3483"/>
                    </a:lnTo>
                    <a:lnTo>
                      <a:pt x="159" y="3483"/>
                    </a:lnTo>
                    <a:lnTo>
                      <a:pt x="165" y="3483"/>
                    </a:lnTo>
                    <a:lnTo>
                      <a:pt x="170" y="3483"/>
                    </a:lnTo>
                    <a:lnTo>
                      <a:pt x="175" y="3483"/>
                    </a:lnTo>
                    <a:lnTo>
                      <a:pt x="181" y="3483"/>
                    </a:lnTo>
                    <a:lnTo>
                      <a:pt x="186" y="3483"/>
                    </a:lnTo>
                    <a:lnTo>
                      <a:pt x="191" y="3483"/>
                    </a:lnTo>
                    <a:lnTo>
                      <a:pt x="196" y="3483"/>
                    </a:lnTo>
                    <a:lnTo>
                      <a:pt x="202" y="3483"/>
                    </a:lnTo>
                    <a:lnTo>
                      <a:pt x="207" y="3483"/>
                    </a:lnTo>
                    <a:lnTo>
                      <a:pt x="213" y="3483"/>
                    </a:lnTo>
                    <a:lnTo>
                      <a:pt x="218" y="3483"/>
                    </a:lnTo>
                    <a:lnTo>
                      <a:pt x="223" y="3483"/>
                    </a:lnTo>
                    <a:lnTo>
                      <a:pt x="228" y="3483"/>
                    </a:lnTo>
                    <a:lnTo>
                      <a:pt x="233" y="3483"/>
                    </a:lnTo>
                    <a:lnTo>
                      <a:pt x="238" y="3483"/>
                    </a:lnTo>
                    <a:lnTo>
                      <a:pt x="245" y="3483"/>
                    </a:lnTo>
                    <a:lnTo>
                      <a:pt x="250" y="3483"/>
                    </a:lnTo>
                    <a:lnTo>
                      <a:pt x="255" y="3483"/>
                    </a:lnTo>
                    <a:lnTo>
                      <a:pt x="260" y="3483"/>
                    </a:lnTo>
                    <a:lnTo>
                      <a:pt x="265" y="3483"/>
                    </a:lnTo>
                    <a:lnTo>
                      <a:pt x="270" y="3483"/>
                    </a:lnTo>
                    <a:lnTo>
                      <a:pt x="276" y="3483"/>
                    </a:lnTo>
                    <a:lnTo>
                      <a:pt x="282" y="3483"/>
                    </a:lnTo>
                    <a:lnTo>
                      <a:pt x="287" y="3483"/>
                    </a:lnTo>
                    <a:lnTo>
                      <a:pt x="292" y="3483"/>
                    </a:lnTo>
                    <a:lnTo>
                      <a:pt x="297" y="3483"/>
                    </a:lnTo>
                    <a:lnTo>
                      <a:pt x="302" y="3483"/>
                    </a:lnTo>
                    <a:lnTo>
                      <a:pt x="308" y="3483"/>
                    </a:lnTo>
                    <a:lnTo>
                      <a:pt x="313" y="3483"/>
                    </a:lnTo>
                    <a:lnTo>
                      <a:pt x="318" y="3483"/>
                    </a:lnTo>
                    <a:lnTo>
                      <a:pt x="324" y="3483"/>
                    </a:lnTo>
                    <a:lnTo>
                      <a:pt x="329" y="3482"/>
                    </a:lnTo>
                    <a:lnTo>
                      <a:pt x="334" y="3482"/>
                    </a:lnTo>
                    <a:lnTo>
                      <a:pt x="340" y="3482"/>
                    </a:lnTo>
                    <a:lnTo>
                      <a:pt x="345" y="3482"/>
                    </a:lnTo>
                    <a:lnTo>
                      <a:pt x="350" y="3483"/>
                    </a:lnTo>
                    <a:lnTo>
                      <a:pt x="355" y="3483"/>
                    </a:lnTo>
                    <a:lnTo>
                      <a:pt x="361" y="3483"/>
                    </a:lnTo>
                    <a:lnTo>
                      <a:pt x="366" y="3483"/>
                    </a:lnTo>
                    <a:lnTo>
                      <a:pt x="372" y="3483"/>
                    </a:lnTo>
                    <a:lnTo>
                      <a:pt x="377" y="3483"/>
                    </a:lnTo>
                    <a:lnTo>
                      <a:pt x="382" y="3482"/>
                    </a:lnTo>
                    <a:lnTo>
                      <a:pt x="387" y="3482"/>
                    </a:lnTo>
                    <a:lnTo>
                      <a:pt x="392" y="3482"/>
                    </a:lnTo>
                    <a:lnTo>
                      <a:pt x="397" y="3482"/>
                    </a:lnTo>
                    <a:lnTo>
                      <a:pt x="404" y="3482"/>
                    </a:lnTo>
                    <a:lnTo>
                      <a:pt x="409" y="3482"/>
                    </a:lnTo>
                    <a:lnTo>
                      <a:pt x="414" y="3483"/>
                    </a:lnTo>
                    <a:lnTo>
                      <a:pt x="419" y="3483"/>
                    </a:lnTo>
                    <a:lnTo>
                      <a:pt x="424" y="3483"/>
                    </a:lnTo>
                    <a:lnTo>
                      <a:pt x="429" y="3483"/>
                    </a:lnTo>
                    <a:lnTo>
                      <a:pt x="435" y="3483"/>
                    </a:lnTo>
                    <a:lnTo>
                      <a:pt x="441" y="3482"/>
                    </a:lnTo>
                    <a:lnTo>
                      <a:pt x="446" y="3482"/>
                    </a:lnTo>
                    <a:lnTo>
                      <a:pt x="451" y="3481"/>
                    </a:lnTo>
                    <a:lnTo>
                      <a:pt x="456" y="3481"/>
                    </a:lnTo>
                    <a:lnTo>
                      <a:pt x="461" y="3481"/>
                    </a:lnTo>
                    <a:lnTo>
                      <a:pt x="466" y="3481"/>
                    </a:lnTo>
                    <a:lnTo>
                      <a:pt x="472" y="3482"/>
                    </a:lnTo>
                    <a:lnTo>
                      <a:pt x="477" y="3483"/>
                    </a:lnTo>
                    <a:lnTo>
                      <a:pt x="483" y="3483"/>
                    </a:lnTo>
                    <a:lnTo>
                      <a:pt x="488" y="3483"/>
                    </a:lnTo>
                    <a:lnTo>
                      <a:pt x="493" y="3482"/>
                    </a:lnTo>
                    <a:lnTo>
                      <a:pt x="498" y="3481"/>
                    </a:lnTo>
                    <a:lnTo>
                      <a:pt x="504" y="3480"/>
                    </a:lnTo>
                    <a:lnTo>
                      <a:pt x="509" y="3477"/>
                    </a:lnTo>
                    <a:lnTo>
                      <a:pt x="514" y="3476"/>
                    </a:lnTo>
                    <a:lnTo>
                      <a:pt x="520" y="3476"/>
                    </a:lnTo>
                    <a:lnTo>
                      <a:pt x="525" y="3477"/>
                    </a:lnTo>
                    <a:lnTo>
                      <a:pt x="530" y="3478"/>
                    </a:lnTo>
                    <a:lnTo>
                      <a:pt x="536" y="3481"/>
                    </a:lnTo>
                    <a:lnTo>
                      <a:pt x="541" y="3483"/>
                    </a:lnTo>
                    <a:lnTo>
                      <a:pt x="546" y="3483"/>
                    </a:lnTo>
                    <a:lnTo>
                      <a:pt x="551" y="3481"/>
                    </a:lnTo>
                    <a:lnTo>
                      <a:pt x="556" y="3474"/>
                    </a:lnTo>
                    <a:lnTo>
                      <a:pt x="562" y="3464"/>
                    </a:lnTo>
                    <a:lnTo>
                      <a:pt x="568" y="3447"/>
                    </a:lnTo>
                    <a:lnTo>
                      <a:pt x="573" y="3428"/>
                    </a:lnTo>
                    <a:lnTo>
                      <a:pt x="578" y="3405"/>
                    </a:lnTo>
                    <a:lnTo>
                      <a:pt x="583" y="3382"/>
                    </a:lnTo>
                    <a:lnTo>
                      <a:pt x="588" y="3360"/>
                    </a:lnTo>
                    <a:lnTo>
                      <a:pt x="593" y="3341"/>
                    </a:lnTo>
                    <a:lnTo>
                      <a:pt x="600" y="3330"/>
                    </a:lnTo>
                    <a:lnTo>
                      <a:pt x="605" y="3325"/>
                    </a:lnTo>
                    <a:lnTo>
                      <a:pt x="610" y="3329"/>
                    </a:lnTo>
                    <a:lnTo>
                      <a:pt x="615" y="3340"/>
                    </a:lnTo>
                    <a:lnTo>
                      <a:pt x="620" y="3358"/>
                    </a:lnTo>
                    <a:lnTo>
                      <a:pt x="625" y="3381"/>
                    </a:lnTo>
                    <a:lnTo>
                      <a:pt x="631" y="3404"/>
                    </a:lnTo>
                    <a:lnTo>
                      <a:pt x="636" y="3428"/>
                    </a:lnTo>
                    <a:lnTo>
                      <a:pt x="642" y="3447"/>
                    </a:lnTo>
                    <a:lnTo>
                      <a:pt x="647" y="3464"/>
                    </a:lnTo>
                    <a:lnTo>
                      <a:pt x="652" y="3475"/>
                    </a:lnTo>
                    <a:lnTo>
                      <a:pt x="657" y="3481"/>
                    </a:lnTo>
                    <a:lnTo>
                      <a:pt x="663" y="3483"/>
                    </a:lnTo>
                    <a:lnTo>
                      <a:pt x="668" y="3482"/>
                    </a:lnTo>
                    <a:lnTo>
                      <a:pt x="673" y="3480"/>
                    </a:lnTo>
                    <a:lnTo>
                      <a:pt x="679" y="3477"/>
                    </a:lnTo>
                    <a:lnTo>
                      <a:pt x="684" y="3475"/>
                    </a:lnTo>
                    <a:lnTo>
                      <a:pt x="689" y="3474"/>
                    </a:lnTo>
                    <a:lnTo>
                      <a:pt x="695" y="3475"/>
                    </a:lnTo>
                    <a:lnTo>
                      <a:pt x="700" y="3476"/>
                    </a:lnTo>
                    <a:lnTo>
                      <a:pt x="705" y="3478"/>
                    </a:lnTo>
                    <a:lnTo>
                      <a:pt x="710" y="3481"/>
                    </a:lnTo>
                    <a:lnTo>
                      <a:pt x="715" y="3482"/>
                    </a:lnTo>
                    <a:lnTo>
                      <a:pt x="721" y="3483"/>
                    </a:lnTo>
                    <a:lnTo>
                      <a:pt x="727" y="3483"/>
                    </a:lnTo>
                    <a:lnTo>
                      <a:pt x="732" y="3482"/>
                    </a:lnTo>
                    <a:lnTo>
                      <a:pt x="737" y="3481"/>
                    </a:lnTo>
                    <a:lnTo>
                      <a:pt x="742" y="3480"/>
                    </a:lnTo>
                    <a:lnTo>
                      <a:pt x="747" y="3480"/>
                    </a:lnTo>
                    <a:lnTo>
                      <a:pt x="752" y="3480"/>
                    </a:lnTo>
                    <a:lnTo>
                      <a:pt x="759" y="3480"/>
                    </a:lnTo>
                    <a:lnTo>
                      <a:pt x="764" y="3481"/>
                    </a:lnTo>
                    <a:lnTo>
                      <a:pt x="769" y="3482"/>
                    </a:lnTo>
                    <a:lnTo>
                      <a:pt x="774" y="3483"/>
                    </a:lnTo>
                    <a:lnTo>
                      <a:pt x="779" y="3483"/>
                    </a:lnTo>
                    <a:lnTo>
                      <a:pt x="784" y="3483"/>
                    </a:lnTo>
                    <a:lnTo>
                      <a:pt x="790" y="3483"/>
                    </a:lnTo>
                    <a:lnTo>
                      <a:pt x="795" y="3482"/>
                    </a:lnTo>
                    <a:lnTo>
                      <a:pt x="801" y="3482"/>
                    </a:lnTo>
                    <a:lnTo>
                      <a:pt x="806" y="3481"/>
                    </a:lnTo>
                    <a:lnTo>
                      <a:pt x="811" y="3481"/>
                    </a:lnTo>
                    <a:lnTo>
                      <a:pt x="816" y="3481"/>
                    </a:lnTo>
                    <a:lnTo>
                      <a:pt x="822" y="3482"/>
                    </a:lnTo>
                    <a:lnTo>
                      <a:pt x="827" y="3482"/>
                    </a:lnTo>
                    <a:lnTo>
                      <a:pt x="832" y="3483"/>
                    </a:lnTo>
                    <a:lnTo>
                      <a:pt x="838" y="3483"/>
                    </a:lnTo>
                    <a:lnTo>
                      <a:pt x="843" y="3483"/>
                    </a:lnTo>
                    <a:lnTo>
                      <a:pt x="848" y="3483"/>
                    </a:lnTo>
                    <a:lnTo>
                      <a:pt x="854" y="3482"/>
                    </a:lnTo>
                    <a:lnTo>
                      <a:pt x="859" y="3482"/>
                    </a:lnTo>
                    <a:lnTo>
                      <a:pt x="864" y="3482"/>
                    </a:lnTo>
                    <a:lnTo>
                      <a:pt x="869" y="3481"/>
                    </a:lnTo>
                    <a:lnTo>
                      <a:pt x="874" y="3481"/>
                    </a:lnTo>
                    <a:lnTo>
                      <a:pt x="880" y="3482"/>
                    </a:lnTo>
                    <a:lnTo>
                      <a:pt x="885" y="3482"/>
                    </a:lnTo>
                    <a:lnTo>
                      <a:pt x="891" y="3483"/>
                    </a:lnTo>
                    <a:lnTo>
                      <a:pt x="896" y="3483"/>
                    </a:lnTo>
                    <a:lnTo>
                      <a:pt x="901" y="3483"/>
                    </a:lnTo>
                    <a:lnTo>
                      <a:pt x="906" y="3483"/>
                    </a:lnTo>
                    <a:lnTo>
                      <a:pt x="911" y="3483"/>
                    </a:lnTo>
                    <a:lnTo>
                      <a:pt x="917" y="3482"/>
                    </a:lnTo>
                    <a:lnTo>
                      <a:pt x="923" y="3482"/>
                    </a:lnTo>
                    <a:lnTo>
                      <a:pt x="928" y="3482"/>
                    </a:lnTo>
                    <a:lnTo>
                      <a:pt x="933" y="3482"/>
                    </a:lnTo>
                    <a:lnTo>
                      <a:pt x="938" y="3482"/>
                    </a:lnTo>
                    <a:lnTo>
                      <a:pt x="943" y="3482"/>
                    </a:lnTo>
                    <a:lnTo>
                      <a:pt x="948" y="3483"/>
                    </a:lnTo>
                    <a:lnTo>
                      <a:pt x="955" y="3483"/>
                    </a:lnTo>
                    <a:lnTo>
                      <a:pt x="960" y="3483"/>
                    </a:lnTo>
                    <a:lnTo>
                      <a:pt x="965" y="3483"/>
                    </a:lnTo>
                    <a:lnTo>
                      <a:pt x="970" y="3483"/>
                    </a:lnTo>
                    <a:lnTo>
                      <a:pt x="975" y="3482"/>
                    </a:lnTo>
                    <a:lnTo>
                      <a:pt x="980" y="3482"/>
                    </a:lnTo>
                    <a:lnTo>
                      <a:pt x="986" y="3482"/>
                    </a:lnTo>
                    <a:lnTo>
                      <a:pt x="991" y="3482"/>
                    </a:lnTo>
                    <a:lnTo>
                      <a:pt x="997" y="3482"/>
                    </a:lnTo>
                    <a:lnTo>
                      <a:pt x="1002" y="3482"/>
                    </a:lnTo>
                    <a:lnTo>
                      <a:pt x="1007" y="3482"/>
                    </a:lnTo>
                    <a:lnTo>
                      <a:pt x="1012" y="3483"/>
                    </a:lnTo>
                    <a:lnTo>
                      <a:pt x="1018" y="3483"/>
                    </a:lnTo>
                    <a:lnTo>
                      <a:pt x="1023" y="3483"/>
                    </a:lnTo>
                    <a:lnTo>
                      <a:pt x="1028" y="3483"/>
                    </a:lnTo>
                    <a:lnTo>
                      <a:pt x="1033" y="3482"/>
                    </a:lnTo>
                    <a:lnTo>
                      <a:pt x="1039" y="3482"/>
                    </a:lnTo>
                    <a:lnTo>
                      <a:pt x="1044" y="3481"/>
                    </a:lnTo>
                    <a:lnTo>
                      <a:pt x="1050" y="3481"/>
                    </a:lnTo>
                    <a:lnTo>
                      <a:pt x="1055" y="3481"/>
                    </a:lnTo>
                    <a:lnTo>
                      <a:pt x="1060" y="3482"/>
                    </a:lnTo>
                    <a:lnTo>
                      <a:pt x="1065" y="3482"/>
                    </a:lnTo>
                    <a:lnTo>
                      <a:pt x="1070" y="3483"/>
                    </a:lnTo>
                    <a:lnTo>
                      <a:pt x="1076" y="3483"/>
                    </a:lnTo>
                    <a:lnTo>
                      <a:pt x="1082" y="3483"/>
                    </a:lnTo>
                    <a:lnTo>
                      <a:pt x="1087" y="3483"/>
                    </a:lnTo>
                    <a:lnTo>
                      <a:pt x="1092" y="3482"/>
                    </a:lnTo>
                    <a:lnTo>
                      <a:pt x="1097" y="3482"/>
                    </a:lnTo>
                    <a:lnTo>
                      <a:pt x="1102" y="3481"/>
                    </a:lnTo>
                    <a:lnTo>
                      <a:pt x="1107" y="3481"/>
                    </a:lnTo>
                    <a:lnTo>
                      <a:pt x="1114" y="3481"/>
                    </a:lnTo>
                    <a:lnTo>
                      <a:pt x="1119" y="3481"/>
                    </a:lnTo>
                    <a:lnTo>
                      <a:pt x="1124" y="3482"/>
                    </a:lnTo>
                    <a:lnTo>
                      <a:pt x="1129" y="3482"/>
                    </a:lnTo>
                    <a:lnTo>
                      <a:pt x="1134" y="3483"/>
                    </a:lnTo>
                    <a:lnTo>
                      <a:pt x="1139" y="3483"/>
                    </a:lnTo>
                    <a:lnTo>
                      <a:pt x="1145" y="3483"/>
                    </a:lnTo>
                    <a:lnTo>
                      <a:pt x="1150" y="3482"/>
                    </a:lnTo>
                    <a:lnTo>
                      <a:pt x="1156" y="3481"/>
                    </a:lnTo>
                    <a:lnTo>
                      <a:pt x="1161" y="3480"/>
                    </a:lnTo>
                    <a:lnTo>
                      <a:pt x="1166" y="3480"/>
                    </a:lnTo>
                    <a:lnTo>
                      <a:pt x="1171" y="3480"/>
                    </a:lnTo>
                    <a:lnTo>
                      <a:pt x="1177" y="3480"/>
                    </a:lnTo>
                    <a:lnTo>
                      <a:pt x="1182" y="3481"/>
                    </a:lnTo>
                    <a:lnTo>
                      <a:pt x="1187" y="3482"/>
                    </a:lnTo>
                    <a:lnTo>
                      <a:pt x="1193" y="3483"/>
                    </a:lnTo>
                    <a:lnTo>
                      <a:pt x="1198" y="3483"/>
                    </a:lnTo>
                    <a:lnTo>
                      <a:pt x="1203" y="3483"/>
                    </a:lnTo>
                    <a:lnTo>
                      <a:pt x="1209" y="3482"/>
                    </a:lnTo>
                    <a:lnTo>
                      <a:pt x="1214" y="3480"/>
                    </a:lnTo>
                    <a:lnTo>
                      <a:pt x="1219" y="3478"/>
                    </a:lnTo>
                    <a:lnTo>
                      <a:pt x="1224" y="3477"/>
                    </a:lnTo>
                    <a:lnTo>
                      <a:pt x="1229" y="3476"/>
                    </a:lnTo>
                    <a:lnTo>
                      <a:pt x="1235" y="3477"/>
                    </a:lnTo>
                    <a:lnTo>
                      <a:pt x="1241" y="3478"/>
                    </a:lnTo>
                    <a:lnTo>
                      <a:pt x="1246" y="3481"/>
                    </a:lnTo>
                    <a:lnTo>
                      <a:pt x="1251" y="3482"/>
                    </a:lnTo>
                    <a:lnTo>
                      <a:pt x="1256" y="3483"/>
                    </a:lnTo>
                    <a:lnTo>
                      <a:pt x="1261" y="3483"/>
                    </a:lnTo>
                    <a:lnTo>
                      <a:pt x="1266" y="3481"/>
                    </a:lnTo>
                    <a:lnTo>
                      <a:pt x="1271" y="3477"/>
                    </a:lnTo>
                    <a:lnTo>
                      <a:pt x="1278" y="3474"/>
                    </a:lnTo>
                    <a:lnTo>
                      <a:pt x="1283" y="3470"/>
                    </a:lnTo>
                    <a:lnTo>
                      <a:pt x="1288" y="3469"/>
                    </a:lnTo>
                    <a:lnTo>
                      <a:pt x="1293" y="3469"/>
                    </a:lnTo>
                    <a:lnTo>
                      <a:pt x="1298" y="3472"/>
                    </a:lnTo>
                    <a:lnTo>
                      <a:pt x="1303" y="3475"/>
                    </a:lnTo>
                    <a:lnTo>
                      <a:pt x="1309" y="3480"/>
                    </a:lnTo>
                    <a:lnTo>
                      <a:pt x="1315" y="3483"/>
                    </a:lnTo>
                    <a:lnTo>
                      <a:pt x="1320" y="3483"/>
                    </a:lnTo>
                    <a:lnTo>
                      <a:pt x="1325" y="3478"/>
                    </a:lnTo>
                    <a:lnTo>
                      <a:pt x="1330" y="3470"/>
                    </a:lnTo>
                    <a:lnTo>
                      <a:pt x="1335" y="3460"/>
                    </a:lnTo>
                    <a:lnTo>
                      <a:pt x="1341" y="3449"/>
                    </a:lnTo>
                    <a:lnTo>
                      <a:pt x="1346" y="3439"/>
                    </a:lnTo>
                    <a:lnTo>
                      <a:pt x="1352" y="3435"/>
                    </a:lnTo>
                    <a:lnTo>
                      <a:pt x="1357" y="3439"/>
                    </a:lnTo>
                    <a:lnTo>
                      <a:pt x="1362" y="3450"/>
                    </a:lnTo>
                    <a:lnTo>
                      <a:pt x="1367" y="3466"/>
                    </a:lnTo>
                    <a:lnTo>
                      <a:pt x="1373" y="3478"/>
                    </a:lnTo>
                    <a:lnTo>
                      <a:pt x="1378" y="3482"/>
                    </a:lnTo>
                    <a:lnTo>
                      <a:pt x="1383" y="3466"/>
                    </a:lnTo>
                    <a:lnTo>
                      <a:pt x="1388" y="3419"/>
                    </a:lnTo>
                    <a:lnTo>
                      <a:pt x="1394" y="3335"/>
                    </a:lnTo>
                    <a:lnTo>
                      <a:pt x="1399" y="3209"/>
                    </a:lnTo>
                    <a:lnTo>
                      <a:pt x="1405" y="3044"/>
                    </a:lnTo>
                    <a:lnTo>
                      <a:pt x="1410" y="2851"/>
                    </a:lnTo>
                    <a:lnTo>
                      <a:pt x="1415" y="2642"/>
                    </a:lnTo>
                    <a:lnTo>
                      <a:pt x="1420" y="2438"/>
                    </a:lnTo>
                    <a:lnTo>
                      <a:pt x="1425" y="2261"/>
                    </a:lnTo>
                    <a:lnTo>
                      <a:pt x="1431" y="2129"/>
                    </a:lnTo>
                    <a:lnTo>
                      <a:pt x="1437" y="2061"/>
                    </a:lnTo>
                    <a:lnTo>
                      <a:pt x="1442" y="2065"/>
                    </a:lnTo>
                    <a:lnTo>
                      <a:pt x="1447" y="2141"/>
                    </a:lnTo>
                    <a:lnTo>
                      <a:pt x="1452" y="2281"/>
                    </a:lnTo>
                    <a:lnTo>
                      <a:pt x="1457" y="2470"/>
                    </a:lnTo>
                    <a:lnTo>
                      <a:pt x="1462" y="2686"/>
                    </a:lnTo>
                    <a:lnTo>
                      <a:pt x="1468" y="2905"/>
                    </a:lnTo>
                    <a:lnTo>
                      <a:pt x="1474" y="3107"/>
                    </a:lnTo>
                    <a:lnTo>
                      <a:pt x="1479" y="3271"/>
                    </a:lnTo>
                    <a:lnTo>
                      <a:pt x="1484" y="3389"/>
                    </a:lnTo>
                    <a:lnTo>
                      <a:pt x="1489" y="3458"/>
                    </a:lnTo>
                    <a:lnTo>
                      <a:pt x="1494" y="3483"/>
                    </a:lnTo>
                    <a:lnTo>
                      <a:pt x="1500" y="3474"/>
                    </a:lnTo>
                    <a:lnTo>
                      <a:pt x="1505" y="3446"/>
                    </a:lnTo>
                    <a:lnTo>
                      <a:pt x="1511" y="3413"/>
                    </a:lnTo>
                    <a:lnTo>
                      <a:pt x="1516" y="3386"/>
                    </a:lnTo>
                    <a:lnTo>
                      <a:pt x="1521" y="3374"/>
                    </a:lnTo>
                    <a:lnTo>
                      <a:pt x="1526" y="3377"/>
                    </a:lnTo>
                    <a:lnTo>
                      <a:pt x="1532" y="3396"/>
                    </a:lnTo>
                    <a:lnTo>
                      <a:pt x="1537" y="3422"/>
                    </a:lnTo>
                    <a:lnTo>
                      <a:pt x="1542" y="3450"/>
                    </a:lnTo>
                    <a:lnTo>
                      <a:pt x="1547" y="3472"/>
                    </a:lnTo>
                    <a:lnTo>
                      <a:pt x="1553" y="3482"/>
                    </a:lnTo>
                    <a:lnTo>
                      <a:pt x="1558" y="3481"/>
                    </a:lnTo>
                    <a:lnTo>
                      <a:pt x="1564" y="3470"/>
                    </a:lnTo>
                    <a:lnTo>
                      <a:pt x="1569" y="3453"/>
                    </a:lnTo>
                    <a:lnTo>
                      <a:pt x="1574" y="3436"/>
                    </a:lnTo>
                    <a:lnTo>
                      <a:pt x="1579" y="3424"/>
                    </a:lnTo>
                    <a:lnTo>
                      <a:pt x="1584" y="3421"/>
                    </a:lnTo>
                    <a:lnTo>
                      <a:pt x="1590" y="3427"/>
                    </a:lnTo>
                    <a:lnTo>
                      <a:pt x="1596" y="3440"/>
                    </a:lnTo>
                    <a:lnTo>
                      <a:pt x="1601" y="3457"/>
                    </a:lnTo>
                    <a:lnTo>
                      <a:pt x="1606" y="3472"/>
                    </a:lnTo>
                    <a:lnTo>
                      <a:pt x="1611" y="3482"/>
                    </a:lnTo>
                    <a:lnTo>
                      <a:pt x="1616" y="3482"/>
                    </a:lnTo>
                    <a:lnTo>
                      <a:pt x="1621" y="3475"/>
                    </a:lnTo>
                    <a:lnTo>
                      <a:pt x="1627" y="3461"/>
                    </a:lnTo>
                    <a:lnTo>
                      <a:pt x="1633" y="3445"/>
                    </a:lnTo>
                    <a:lnTo>
                      <a:pt x="1638" y="3432"/>
                    </a:lnTo>
                    <a:lnTo>
                      <a:pt x="1643" y="3426"/>
                    </a:lnTo>
                    <a:lnTo>
                      <a:pt x="1648" y="3427"/>
                    </a:lnTo>
                    <a:lnTo>
                      <a:pt x="1653" y="3437"/>
                    </a:lnTo>
                    <a:lnTo>
                      <a:pt x="1658" y="3452"/>
                    </a:lnTo>
                    <a:lnTo>
                      <a:pt x="1664" y="3468"/>
                    </a:lnTo>
                    <a:lnTo>
                      <a:pt x="1670" y="3480"/>
                    </a:lnTo>
                    <a:lnTo>
                      <a:pt x="1675" y="3483"/>
                    </a:lnTo>
                    <a:lnTo>
                      <a:pt x="1680" y="3476"/>
                    </a:lnTo>
                    <a:lnTo>
                      <a:pt x="1685" y="3461"/>
                    </a:lnTo>
                    <a:lnTo>
                      <a:pt x="1690" y="3440"/>
                    </a:lnTo>
                    <a:lnTo>
                      <a:pt x="1696" y="3420"/>
                    </a:lnTo>
                    <a:lnTo>
                      <a:pt x="1701" y="3407"/>
                    </a:lnTo>
                    <a:lnTo>
                      <a:pt x="1706" y="3404"/>
                    </a:lnTo>
                    <a:lnTo>
                      <a:pt x="1712" y="3413"/>
                    </a:lnTo>
                    <a:lnTo>
                      <a:pt x="1717" y="3431"/>
                    </a:lnTo>
                    <a:lnTo>
                      <a:pt x="1722" y="3454"/>
                    </a:lnTo>
                    <a:lnTo>
                      <a:pt x="1728" y="3474"/>
                    </a:lnTo>
                    <a:lnTo>
                      <a:pt x="1733" y="3483"/>
                    </a:lnTo>
                    <a:lnTo>
                      <a:pt x="1738" y="3475"/>
                    </a:lnTo>
                    <a:lnTo>
                      <a:pt x="1743" y="3450"/>
                    </a:lnTo>
                    <a:lnTo>
                      <a:pt x="1749" y="3409"/>
                    </a:lnTo>
                    <a:lnTo>
                      <a:pt x="1754" y="3363"/>
                    </a:lnTo>
                    <a:lnTo>
                      <a:pt x="1760" y="3323"/>
                    </a:lnTo>
                    <a:lnTo>
                      <a:pt x="1765" y="3301"/>
                    </a:lnTo>
                    <a:lnTo>
                      <a:pt x="1770" y="3305"/>
                    </a:lnTo>
                    <a:lnTo>
                      <a:pt x="1775" y="3337"/>
                    </a:lnTo>
                    <a:lnTo>
                      <a:pt x="1780" y="3390"/>
                    </a:lnTo>
                    <a:lnTo>
                      <a:pt x="1785" y="3445"/>
                    </a:lnTo>
                    <a:lnTo>
                      <a:pt x="1792" y="3481"/>
                    </a:lnTo>
                    <a:lnTo>
                      <a:pt x="1797" y="3466"/>
                    </a:lnTo>
                    <a:lnTo>
                      <a:pt x="1802" y="3373"/>
                    </a:lnTo>
                    <a:lnTo>
                      <a:pt x="1807" y="3179"/>
                    </a:lnTo>
                    <a:lnTo>
                      <a:pt x="1812" y="2878"/>
                    </a:lnTo>
                    <a:lnTo>
                      <a:pt x="1817" y="2472"/>
                    </a:lnTo>
                    <a:lnTo>
                      <a:pt x="1823" y="1989"/>
                    </a:lnTo>
                    <a:lnTo>
                      <a:pt x="1829" y="1465"/>
                    </a:lnTo>
                    <a:lnTo>
                      <a:pt x="1834" y="953"/>
                    </a:lnTo>
                    <a:lnTo>
                      <a:pt x="1839" y="506"/>
                    </a:lnTo>
                    <a:lnTo>
                      <a:pt x="1844" y="176"/>
                    </a:lnTo>
                    <a:lnTo>
                      <a:pt x="1849" y="0"/>
                    </a:lnTo>
                    <a:lnTo>
                      <a:pt x="1855" y="0"/>
                    </a:lnTo>
                    <a:lnTo>
                      <a:pt x="1860" y="176"/>
                    </a:lnTo>
                    <a:lnTo>
                      <a:pt x="1865" y="506"/>
                    </a:lnTo>
                    <a:lnTo>
                      <a:pt x="1871" y="953"/>
                    </a:lnTo>
                    <a:lnTo>
                      <a:pt x="1876" y="1465"/>
                    </a:lnTo>
                    <a:lnTo>
                      <a:pt x="1881" y="1989"/>
                    </a:lnTo>
                    <a:lnTo>
                      <a:pt x="1887" y="2472"/>
                    </a:lnTo>
                    <a:lnTo>
                      <a:pt x="1892" y="2878"/>
                    </a:lnTo>
                    <a:lnTo>
                      <a:pt x="1897" y="3179"/>
                    </a:lnTo>
                    <a:lnTo>
                      <a:pt x="1902" y="3373"/>
                    </a:lnTo>
                    <a:lnTo>
                      <a:pt x="1908" y="3466"/>
                    </a:lnTo>
                    <a:lnTo>
                      <a:pt x="1913" y="3481"/>
                    </a:lnTo>
                    <a:lnTo>
                      <a:pt x="1919" y="3445"/>
                    </a:lnTo>
                    <a:lnTo>
                      <a:pt x="1924" y="3390"/>
                    </a:lnTo>
                    <a:lnTo>
                      <a:pt x="1929" y="3337"/>
                    </a:lnTo>
                    <a:lnTo>
                      <a:pt x="1934" y="3305"/>
                    </a:lnTo>
                    <a:lnTo>
                      <a:pt x="1939" y="3301"/>
                    </a:lnTo>
                    <a:lnTo>
                      <a:pt x="1944" y="3323"/>
                    </a:lnTo>
                    <a:lnTo>
                      <a:pt x="1951" y="3363"/>
                    </a:lnTo>
                    <a:lnTo>
                      <a:pt x="1956" y="3409"/>
                    </a:lnTo>
                    <a:lnTo>
                      <a:pt x="1961" y="3450"/>
                    </a:lnTo>
                    <a:lnTo>
                      <a:pt x="1966" y="3475"/>
                    </a:lnTo>
                    <a:lnTo>
                      <a:pt x="1971" y="3483"/>
                    </a:lnTo>
                    <a:lnTo>
                      <a:pt x="1976" y="3474"/>
                    </a:lnTo>
                    <a:lnTo>
                      <a:pt x="1982" y="3454"/>
                    </a:lnTo>
                    <a:lnTo>
                      <a:pt x="1988" y="3431"/>
                    </a:lnTo>
                    <a:lnTo>
                      <a:pt x="1993" y="3413"/>
                    </a:lnTo>
                    <a:lnTo>
                      <a:pt x="1998" y="3404"/>
                    </a:lnTo>
                    <a:lnTo>
                      <a:pt x="2003" y="3407"/>
                    </a:lnTo>
                    <a:lnTo>
                      <a:pt x="2008" y="3420"/>
                    </a:lnTo>
                    <a:lnTo>
                      <a:pt x="2014" y="3440"/>
                    </a:lnTo>
                    <a:lnTo>
                      <a:pt x="2019" y="3461"/>
                    </a:lnTo>
                    <a:lnTo>
                      <a:pt x="2024" y="3476"/>
                    </a:lnTo>
                    <a:lnTo>
                      <a:pt x="2030" y="3483"/>
                    </a:lnTo>
                    <a:lnTo>
                      <a:pt x="2035" y="3480"/>
                    </a:lnTo>
                    <a:lnTo>
                      <a:pt x="2040" y="3468"/>
                    </a:lnTo>
                    <a:lnTo>
                      <a:pt x="2046" y="3452"/>
                    </a:lnTo>
                    <a:lnTo>
                      <a:pt x="2051" y="3437"/>
                    </a:lnTo>
                    <a:lnTo>
                      <a:pt x="2056" y="3427"/>
                    </a:lnTo>
                    <a:lnTo>
                      <a:pt x="2061" y="3426"/>
                    </a:lnTo>
                    <a:lnTo>
                      <a:pt x="2067" y="3432"/>
                    </a:lnTo>
                    <a:lnTo>
                      <a:pt x="2072" y="3445"/>
                    </a:lnTo>
                    <a:lnTo>
                      <a:pt x="2077" y="3461"/>
                    </a:lnTo>
                    <a:lnTo>
                      <a:pt x="2083" y="3475"/>
                    </a:lnTo>
                    <a:lnTo>
                      <a:pt x="2088" y="3482"/>
                    </a:lnTo>
                    <a:lnTo>
                      <a:pt x="2093" y="3482"/>
                    </a:lnTo>
                    <a:lnTo>
                      <a:pt x="2098" y="3472"/>
                    </a:lnTo>
                    <a:lnTo>
                      <a:pt x="2103" y="3457"/>
                    </a:lnTo>
                    <a:lnTo>
                      <a:pt x="2109" y="3440"/>
                    </a:lnTo>
                    <a:lnTo>
                      <a:pt x="2115" y="3427"/>
                    </a:lnTo>
                    <a:lnTo>
                      <a:pt x="2120" y="3421"/>
                    </a:lnTo>
                    <a:lnTo>
                      <a:pt x="2125" y="3424"/>
                    </a:lnTo>
                    <a:lnTo>
                      <a:pt x="2130" y="3436"/>
                    </a:lnTo>
                    <a:lnTo>
                      <a:pt x="2135" y="3453"/>
                    </a:lnTo>
                    <a:lnTo>
                      <a:pt x="2140" y="3470"/>
                    </a:lnTo>
                    <a:lnTo>
                      <a:pt x="2147" y="3481"/>
                    </a:lnTo>
                    <a:lnTo>
                      <a:pt x="2152" y="3482"/>
                    </a:lnTo>
                    <a:lnTo>
                      <a:pt x="2157" y="3472"/>
                    </a:lnTo>
                    <a:lnTo>
                      <a:pt x="2162" y="3450"/>
                    </a:lnTo>
                    <a:lnTo>
                      <a:pt x="2167" y="3422"/>
                    </a:lnTo>
                    <a:lnTo>
                      <a:pt x="2172" y="3396"/>
                    </a:lnTo>
                    <a:lnTo>
                      <a:pt x="2178" y="3377"/>
                    </a:lnTo>
                    <a:lnTo>
                      <a:pt x="2183" y="3374"/>
                    </a:lnTo>
                    <a:lnTo>
                      <a:pt x="2189" y="3386"/>
                    </a:lnTo>
                    <a:lnTo>
                      <a:pt x="2194" y="3413"/>
                    </a:lnTo>
                    <a:lnTo>
                      <a:pt x="2199" y="3446"/>
                    </a:lnTo>
                    <a:lnTo>
                      <a:pt x="2204" y="3474"/>
                    </a:lnTo>
                    <a:lnTo>
                      <a:pt x="2210" y="3483"/>
                    </a:lnTo>
                    <a:lnTo>
                      <a:pt x="2215" y="3458"/>
                    </a:lnTo>
                    <a:lnTo>
                      <a:pt x="2220" y="3389"/>
                    </a:lnTo>
                    <a:lnTo>
                      <a:pt x="2226" y="3271"/>
                    </a:lnTo>
                    <a:lnTo>
                      <a:pt x="2231" y="3107"/>
                    </a:lnTo>
                    <a:lnTo>
                      <a:pt x="2236" y="2905"/>
                    </a:lnTo>
                    <a:lnTo>
                      <a:pt x="2242" y="2686"/>
                    </a:lnTo>
                    <a:lnTo>
                      <a:pt x="2247" y="2470"/>
                    </a:lnTo>
                    <a:lnTo>
                      <a:pt x="2252" y="2281"/>
                    </a:lnTo>
                    <a:lnTo>
                      <a:pt x="2257" y="2141"/>
                    </a:lnTo>
                    <a:lnTo>
                      <a:pt x="2262" y="2065"/>
                    </a:lnTo>
                    <a:lnTo>
                      <a:pt x="2268" y="2061"/>
                    </a:lnTo>
                    <a:lnTo>
                      <a:pt x="2274" y="2129"/>
                    </a:lnTo>
                    <a:lnTo>
                      <a:pt x="2279" y="2261"/>
                    </a:lnTo>
                    <a:lnTo>
                      <a:pt x="2284" y="2438"/>
                    </a:lnTo>
                    <a:lnTo>
                      <a:pt x="2289" y="2642"/>
                    </a:lnTo>
                    <a:lnTo>
                      <a:pt x="2294" y="2851"/>
                    </a:lnTo>
                    <a:lnTo>
                      <a:pt x="2299" y="3044"/>
                    </a:lnTo>
                    <a:lnTo>
                      <a:pt x="2306" y="3209"/>
                    </a:lnTo>
                    <a:lnTo>
                      <a:pt x="2311" y="3335"/>
                    </a:lnTo>
                    <a:lnTo>
                      <a:pt x="2316" y="3419"/>
                    </a:lnTo>
                    <a:lnTo>
                      <a:pt x="2321" y="3466"/>
                    </a:lnTo>
                    <a:lnTo>
                      <a:pt x="2326" y="3482"/>
                    </a:lnTo>
                    <a:lnTo>
                      <a:pt x="2331" y="3478"/>
                    </a:lnTo>
                    <a:lnTo>
                      <a:pt x="2337" y="3466"/>
                    </a:lnTo>
                    <a:lnTo>
                      <a:pt x="2343" y="3450"/>
                    </a:lnTo>
                    <a:lnTo>
                      <a:pt x="2348" y="3439"/>
                    </a:lnTo>
                    <a:lnTo>
                      <a:pt x="2353" y="3435"/>
                    </a:lnTo>
                    <a:lnTo>
                      <a:pt x="2358" y="3439"/>
                    </a:lnTo>
                    <a:lnTo>
                      <a:pt x="2363" y="3449"/>
                    </a:lnTo>
                    <a:lnTo>
                      <a:pt x="2369" y="3460"/>
                    </a:lnTo>
                    <a:lnTo>
                      <a:pt x="2374" y="3470"/>
                    </a:lnTo>
                    <a:lnTo>
                      <a:pt x="2379" y="3478"/>
                    </a:lnTo>
                    <a:lnTo>
                      <a:pt x="2385" y="3483"/>
                    </a:lnTo>
                    <a:lnTo>
                      <a:pt x="2390" y="3483"/>
                    </a:lnTo>
                    <a:lnTo>
                      <a:pt x="2395" y="3480"/>
                    </a:lnTo>
                    <a:lnTo>
                      <a:pt x="2401" y="3475"/>
                    </a:lnTo>
                    <a:lnTo>
                      <a:pt x="2406" y="3472"/>
                    </a:lnTo>
                    <a:lnTo>
                      <a:pt x="2411" y="3469"/>
                    </a:lnTo>
                    <a:lnTo>
                      <a:pt x="2416" y="3469"/>
                    </a:lnTo>
                    <a:lnTo>
                      <a:pt x="2421" y="3470"/>
                    </a:lnTo>
                    <a:lnTo>
                      <a:pt x="2427" y="3474"/>
                    </a:lnTo>
                    <a:lnTo>
                      <a:pt x="2433" y="3477"/>
                    </a:lnTo>
                    <a:lnTo>
                      <a:pt x="2438" y="3481"/>
                    </a:lnTo>
                    <a:lnTo>
                      <a:pt x="2443" y="3483"/>
                    </a:lnTo>
                    <a:lnTo>
                      <a:pt x="2448" y="3483"/>
                    </a:lnTo>
                    <a:lnTo>
                      <a:pt x="2453" y="3482"/>
                    </a:lnTo>
                    <a:lnTo>
                      <a:pt x="2458" y="3481"/>
                    </a:lnTo>
                    <a:lnTo>
                      <a:pt x="2464" y="3478"/>
                    </a:lnTo>
                    <a:lnTo>
                      <a:pt x="2470" y="3477"/>
                    </a:lnTo>
                    <a:lnTo>
                      <a:pt x="2475" y="3476"/>
                    </a:lnTo>
                    <a:lnTo>
                      <a:pt x="2480" y="3477"/>
                    </a:lnTo>
                    <a:lnTo>
                      <a:pt x="2485" y="3478"/>
                    </a:lnTo>
                    <a:lnTo>
                      <a:pt x="2490" y="3480"/>
                    </a:lnTo>
                    <a:lnTo>
                      <a:pt x="2495" y="3482"/>
                    </a:lnTo>
                    <a:lnTo>
                      <a:pt x="2502" y="3483"/>
                    </a:lnTo>
                    <a:lnTo>
                      <a:pt x="2507" y="3483"/>
                    </a:lnTo>
                    <a:lnTo>
                      <a:pt x="2512" y="3483"/>
                    </a:lnTo>
                    <a:lnTo>
                      <a:pt x="2517" y="3482"/>
                    </a:lnTo>
                    <a:lnTo>
                      <a:pt x="2522" y="3481"/>
                    </a:lnTo>
                    <a:lnTo>
                      <a:pt x="2527" y="3480"/>
                    </a:lnTo>
                    <a:lnTo>
                      <a:pt x="2533" y="3480"/>
                    </a:lnTo>
                    <a:lnTo>
                      <a:pt x="2538" y="3480"/>
                    </a:lnTo>
                    <a:lnTo>
                      <a:pt x="2544" y="3480"/>
                    </a:lnTo>
                    <a:lnTo>
                      <a:pt x="2549" y="3481"/>
                    </a:lnTo>
                    <a:lnTo>
                      <a:pt x="2554" y="3482"/>
                    </a:lnTo>
                    <a:lnTo>
                      <a:pt x="2559" y="3483"/>
                    </a:lnTo>
                    <a:lnTo>
                      <a:pt x="2565" y="3483"/>
                    </a:lnTo>
                    <a:lnTo>
                      <a:pt x="2570" y="3483"/>
                    </a:lnTo>
                    <a:lnTo>
                      <a:pt x="2575" y="3482"/>
                    </a:lnTo>
                    <a:lnTo>
                      <a:pt x="2581" y="3482"/>
                    </a:lnTo>
                    <a:lnTo>
                      <a:pt x="2586" y="3481"/>
                    </a:lnTo>
                    <a:lnTo>
                      <a:pt x="2591" y="3481"/>
                    </a:lnTo>
                    <a:lnTo>
                      <a:pt x="2597" y="3481"/>
                    </a:lnTo>
                    <a:lnTo>
                      <a:pt x="2602" y="3481"/>
                    </a:lnTo>
                    <a:lnTo>
                      <a:pt x="2607" y="3482"/>
                    </a:lnTo>
                    <a:lnTo>
                      <a:pt x="2612" y="3482"/>
                    </a:lnTo>
                    <a:lnTo>
                      <a:pt x="2617" y="3483"/>
                    </a:lnTo>
                    <a:lnTo>
                      <a:pt x="2623" y="3483"/>
                    </a:lnTo>
                    <a:lnTo>
                      <a:pt x="2629" y="3483"/>
                    </a:lnTo>
                    <a:lnTo>
                      <a:pt x="2634" y="3483"/>
                    </a:lnTo>
                    <a:lnTo>
                      <a:pt x="2639" y="3482"/>
                    </a:lnTo>
                    <a:lnTo>
                      <a:pt x="2644" y="3482"/>
                    </a:lnTo>
                    <a:lnTo>
                      <a:pt x="2649" y="3481"/>
                    </a:lnTo>
                    <a:lnTo>
                      <a:pt x="2654" y="3481"/>
                    </a:lnTo>
                    <a:lnTo>
                      <a:pt x="2661" y="3481"/>
                    </a:lnTo>
                    <a:lnTo>
                      <a:pt x="2666" y="3482"/>
                    </a:lnTo>
                    <a:lnTo>
                      <a:pt x="2671" y="3482"/>
                    </a:lnTo>
                    <a:lnTo>
                      <a:pt x="2676" y="3483"/>
                    </a:lnTo>
                    <a:lnTo>
                      <a:pt x="2681" y="3483"/>
                    </a:lnTo>
                    <a:lnTo>
                      <a:pt x="2686" y="3483"/>
                    </a:lnTo>
                    <a:lnTo>
                      <a:pt x="2692" y="3483"/>
                    </a:lnTo>
                    <a:lnTo>
                      <a:pt x="2697" y="3482"/>
                    </a:lnTo>
                    <a:lnTo>
                      <a:pt x="2703" y="3482"/>
                    </a:lnTo>
                    <a:lnTo>
                      <a:pt x="2708" y="3482"/>
                    </a:lnTo>
                    <a:lnTo>
                      <a:pt x="2713" y="3482"/>
                    </a:lnTo>
                    <a:lnTo>
                      <a:pt x="2718" y="3482"/>
                    </a:lnTo>
                    <a:lnTo>
                      <a:pt x="2724" y="3482"/>
                    </a:lnTo>
                    <a:lnTo>
                      <a:pt x="2729" y="3482"/>
                    </a:lnTo>
                    <a:lnTo>
                      <a:pt x="2734" y="3483"/>
                    </a:lnTo>
                    <a:lnTo>
                      <a:pt x="2740" y="3483"/>
                    </a:lnTo>
                    <a:lnTo>
                      <a:pt x="2745" y="3483"/>
                    </a:lnTo>
                    <a:lnTo>
                      <a:pt x="2750" y="3483"/>
                    </a:lnTo>
                    <a:lnTo>
                      <a:pt x="2756" y="3483"/>
                    </a:lnTo>
                    <a:lnTo>
                      <a:pt x="2761" y="3482"/>
                    </a:lnTo>
                    <a:lnTo>
                      <a:pt x="2766" y="3482"/>
                    </a:lnTo>
                    <a:lnTo>
                      <a:pt x="2771" y="3482"/>
                    </a:lnTo>
                    <a:lnTo>
                      <a:pt x="2776" y="3482"/>
                    </a:lnTo>
                    <a:lnTo>
                      <a:pt x="2782" y="3482"/>
                    </a:lnTo>
                    <a:lnTo>
                      <a:pt x="2788" y="3482"/>
                    </a:lnTo>
                    <a:lnTo>
                      <a:pt x="2793" y="3483"/>
                    </a:lnTo>
                    <a:lnTo>
                      <a:pt x="2798" y="3483"/>
                    </a:lnTo>
                    <a:lnTo>
                      <a:pt x="2803" y="3483"/>
                    </a:lnTo>
                    <a:lnTo>
                      <a:pt x="2808" y="3483"/>
                    </a:lnTo>
                    <a:lnTo>
                      <a:pt x="2813" y="3483"/>
                    </a:lnTo>
                    <a:lnTo>
                      <a:pt x="2820" y="3482"/>
                    </a:lnTo>
                    <a:lnTo>
                      <a:pt x="2825" y="3482"/>
                    </a:lnTo>
                    <a:lnTo>
                      <a:pt x="2830" y="3481"/>
                    </a:lnTo>
                    <a:lnTo>
                      <a:pt x="2835" y="3481"/>
                    </a:lnTo>
                    <a:lnTo>
                      <a:pt x="2840" y="3482"/>
                    </a:lnTo>
                    <a:lnTo>
                      <a:pt x="2845" y="3482"/>
                    </a:lnTo>
                    <a:lnTo>
                      <a:pt x="2850" y="3482"/>
                    </a:lnTo>
                    <a:lnTo>
                      <a:pt x="2856" y="3483"/>
                    </a:lnTo>
                    <a:lnTo>
                      <a:pt x="2862" y="3483"/>
                    </a:lnTo>
                    <a:lnTo>
                      <a:pt x="2867" y="3483"/>
                    </a:lnTo>
                    <a:lnTo>
                      <a:pt x="2872" y="3483"/>
                    </a:lnTo>
                    <a:lnTo>
                      <a:pt x="2877" y="3482"/>
                    </a:lnTo>
                    <a:lnTo>
                      <a:pt x="2882" y="3482"/>
                    </a:lnTo>
                    <a:lnTo>
                      <a:pt x="2888" y="3481"/>
                    </a:lnTo>
                    <a:lnTo>
                      <a:pt x="2893" y="3481"/>
                    </a:lnTo>
                    <a:lnTo>
                      <a:pt x="2899" y="3481"/>
                    </a:lnTo>
                    <a:lnTo>
                      <a:pt x="2904" y="3482"/>
                    </a:lnTo>
                    <a:lnTo>
                      <a:pt x="2909" y="3482"/>
                    </a:lnTo>
                    <a:lnTo>
                      <a:pt x="2914" y="3483"/>
                    </a:lnTo>
                    <a:lnTo>
                      <a:pt x="2920" y="3483"/>
                    </a:lnTo>
                    <a:lnTo>
                      <a:pt x="2925" y="3483"/>
                    </a:lnTo>
                    <a:lnTo>
                      <a:pt x="2930" y="3483"/>
                    </a:lnTo>
                    <a:lnTo>
                      <a:pt x="2935" y="3482"/>
                    </a:lnTo>
                    <a:lnTo>
                      <a:pt x="2941" y="3481"/>
                    </a:lnTo>
                    <a:lnTo>
                      <a:pt x="2946" y="3480"/>
                    </a:lnTo>
                    <a:lnTo>
                      <a:pt x="2952" y="3480"/>
                    </a:lnTo>
                    <a:lnTo>
                      <a:pt x="2957" y="3480"/>
                    </a:lnTo>
                    <a:lnTo>
                      <a:pt x="2962" y="3480"/>
                    </a:lnTo>
                    <a:lnTo>
                      <a:pt x="2967" y="3481"/>
                    </a:lnTo>
                    <a:lnTo>
                      <a:pt x="2972" y="3482"/>
                    </a:lnTo>
                    <a:lnTo>
                      <a:pt x="2978" y="3483"/>
                    </a:lnTo>
                    <a:lnTo>
                      <a:pt x="2984" y="3483"/>
                    </a:lnTo>
                    <a:lnTo>
                      <a:pt x="2989" y="3482"/>
                    </a:lnTo>
                    <a:lnTo>
                      <a:pt x="2994" y="3481"/>
                    </a:lnTo>
                    <a:lnTo>
                      <a:pt x="2999" y="3478"/>
                    </a:lnTo>
                    <a:lnTo>
                      <a:pt x="3004" y="3476"/>
                    </a:lnTo>
                    <a:lnTo>
                      <a:pt x="3009" y="3475"/>
                    </a:lnTo>
                    <a:lnTo>
                      <a:pt x="3015" y="3474"/>
                    </a:lnTo>
                    <a:lnTo>
                      <a:pt x="3021" y="3475"/>
                    </a:lnTo>
                    <a:lnTo>
                      <a:pt x="3026" y="3477"/>
                    </a:lnTo>
                    <a:lnTo>
                      <a:pt x="3031" y="3480"/>
                    </a:lnTo>
                    <a:lnTo>
                      <a:pt x="3036" y="3482"/>
                    </a:lnTo>
                    <a:lnTo>
                      <a:pt x="3041" y="3483"/>
                    </a:lnTo>
                    <a:lnTo>
                      <a:pt x="3047" y="3481"/>
                    </a:lnTo>
                    <a:lnTo>
                      <a:pt x="3052" y="3475"/>
                    </a:lnTo>
                    <a:lnTo>
                      <a:pt x="3058" y="3464"/>
                    </a:lnTo>
                    <a:lnTo>
                      <a:pt x="3063" y="3447"/>
                    </a:lnTo>
                    <a:lnTo>
                      <a:pt x="3068" y="3428"/>
                    </a:lnTo>
                    <a:lnTo>
                      <a:pt x="3073" y="3404"/>
                    </a:lnTo>
                    <a:lnTo>
                      <a:pt x="3079" y="3381"/>
                    </a:lnTo>
                    <a:lnTo>
                      <a:pt x="3084" y="3358"/>
                    </a:lnTo>
                    <a:lnTo>
                      <a:pt x="3089" y="3340"/>
                    </a:lnTo>
                    <a:lnTo>
                      <a:pt x="3094" y="3329"/>
                    </a:lnTo>
                    <a:lnTo>
                      <a:pt x="3100" y="3325"/>
                    </a:lnTo>
                    <a:lnTo>
                      <a:pt x="3105" y="3330"/>
                    </a:lnTo>
                    <a:lnTo>
                      <a:pt x="3111" y="3341"/>
                    </a:lnTo>
                    <a:lnTo>
                      <a:pt x="3116" y="3360"/>
                    </a:lnTo>
                    <a:lnTo>
                      <a:pt x="3121" y="3382"/>
                    </a:lnTo>
                    <a:lnTo>
                      <a:pt x="3126" y="3405"/>
                    </a:lnTo>
                    <a:lnTo>
                      <a:pt x="3131" y="3428"/>
                    </a:lnTo>
                    <a:lnTo>
                      <a:pt x="3137" y="3447"/>
                    </a:lnTo>
                    <a:lnTo>
                      <a:pt x="3143" y="3464"/>
                    </a:lnTo>
                    <a:lnTo>
                      <a:pt x="3148" y="3474"/>
                    </a:lnTo>
                    <a:lnTo>
                      <a:pt x="3153" y="3481"/>
                    </a:lnTo>
                    <a:lnTo>
                      <a:pt x="3158" y="3483"/>
                    </a:lnTo>
                    <a:lnTo>
                      <a:pt x="3163" y="3483"/>
                    </a:lnTo>
                    <a:lnTo>
                      <a:pt x="3168" y="3481"/>
                    </a:lnTo>
                    <a:lnTo>
                      <a:pt x="3174" y="3478"/>
                    </a:lnTo>
                    <a:lnTo>
                      <a:pt x="3180" y="3477"/>
                    </a:lnTo>
                    <a:lnTo>
                      <a:pt x="3185" y="3476"/>
                    </a:lnTo>
                    <a:lnTo>
                      <a:pt x="3190" y="3476"/>
                    </a:lnTo>
                    <a:lnTo>
                      <a:pt x="3195" y="3477"/>
                    </a:lnTo>
                    <a:lnTo>
                      <a:pt x="3200" y="3480"/>
                    </a:lnTo>
                    <a:lnTo>
                      <a:pt x="3206" y="3481"/>
                    </a:lnTo>
                    <a:lnTo>
                      <a:pt x="3211" y="3482"/>
                    </a:lnTo>
                    <a:lnTo>
                      <a:pt x="3217" y="3483"/>
                    </a:lnTo>
                    <a:lnTo>
                      <a:pt x="3222" y="3483"/>
                    </a:lnTo>
                    <a:lnTo>
                      <a:pt x="3227" y="3483"/>
                    </a:lnTo>
                    <a:lnTo>
                      <a:pt x="3232" y="3482"/>
                    </a:lnTo>
                    <a:lnTo>
                      <a:pt x="3238" y="3481"/>
                    </a:lnTo>
                    <a:lnTo>
                      <a:pt x="3243" y="3481"/>
                    </a:lnTo>
                    <a:lnTo>
                      <a:pt x="3248" y="3481"/>
                    </a:lnTo>
                    <a:lnTo>
                      <a:pt x="3253" y="3481"/>
                    </a:lnTo>
                    <a:lnTo>
                      <a:pt x="3259" y="3482"/>
                    </a:lnTo>
                    <a:lnTo>
                      <a:pt x="3264" y="3482"/>
                    </a:lnTo>
                    <a:lnTo>
                      <a:pt x="3269" y="3483"/>
                    </a:lnTo>
                    <a:lnTo>
                      <a:pt x="3275" y="3483"/>
                    </a:lnTo>
                    <a:lnTo>
                      <a:pt x="3280" y="3483"/>
                    </a:lnTo>
                    <a:lnTo>
                      <a:pt x="3285" y="3483"/>
                    </a:lnTo>
                    <a:lnTo>
                      <a:pt x="3290" y="3483"/>
                    </a:lnTo>
                    <a:lnTo>
                      <a:pt x="3296" y="3482"/>
                    </a:lnTo>
                    <a:lnTo>
                      <a:pt x="3301" y="3482"/>
                    </a:lnTo>
                    <a:lnTo>
                      <a:pt x="3307" y="3482"/>
                    </a:lnTo>
                    <a:lnTo>
                      <a:pt x="3312" y="3482"/>
                    </a:lnTo>
                    <a:lnTo>
                      <a:pt x="3317" y="3482"/>
                    </a:lnTo>
                    <a:lnTo>
                      <a:pt x="3322" y="3482"/>
                    </a:lnTo>
                    <a:lnTo>
                      <a:pt x="3327" y="3483"/>
                    </a:lnTo>
                    <a:lnTo>
                      <a:pt x="3332" y="3483"/>
                    </a:lnTo>
                    <a:lnTo>
                      <a:pt x="3339" y="3483"/>
                    </a:lnTo>
                    <a:lnTo>
                      <a:pt x="3344" y="3483"/>
                    </a:lnTo>
                    <a:lnTo>
                      <a:pt x="3349" y="3483"/>
                    </a:lnTo>
                    <a:lnTo>
                      <a:pt x="3354" y="3483"/>
                    </a:lnTo>
                    <a:lnTo>
                      <a:pt x="3359" y="3482"/>
                    </a:lnTo>
                    <a:lnTo>
                      <a:pt x="3364" y="3482"/>
                    </a:lnTo>
                    <a:lnTo>
                      <a:pt x="3370" y="3482"/>
                    </a:lnTo>
                    <a:lnTo>
                      <a:pt x="3376" y="3482"/>
                    </a:lnTo>
                    <a:lnTo>
                      <a:pt x="3381" y="3483"/>
                    </a:lnTo>
                    <a:lnTo>
                      <a:pt x="3386" y="3483"/>
                    </a:lnTo>
                    <a:lnTo>
                      <a:pt x="3391" y="3483"/>
                    </a:lnTo>
                    <a:lnTo>
                      <a:pt x="3396" y="3483"/>
                    </a:lnTo>
                    <a:lnTo>
                      <a:pt x="3402" y="3483"/>
                    </a:lnTo>
                    <a:lnTo>
                      <a:pt x="3407" y="3483"/>
                    </a:lnTo>
                    <a:lnTo>
                      <a:pt x="3412" y="3483"/>
                    </a:lnTo>
                    <a:lnTo>
                      <a:pt x="3418" y="3483"/>
                    </a:lnTo>
                    <a:lnTo>
                      <a:pt x="3423" y="3483"/>
                    </a:lnTo>
                    <a:lnTo>
                      <a:pt x="3428" y="3483"/>
                    </a:lnTo>
                    <a:lnTo>
                      <a:pt x="3434" y="3483"/>
                    </a:lnTo>
                    <a:lnTo>
                      <a:pt x="3439" y="3483"/>
                    </a:lnTo>
                    <a:lnTo>
                      <a:pt x="3444" y="3483"/>
                    </a:lnTo>
                    <a:lnTo>
                      <a:pt x="3449" y="3483"/>
                    </a:lnTo>
                    <a:lnTo>
                      <a:pt x="3455" y="3483"/>
                    </a:lnTo>
                    <a:lnTo>
                      <a:pt x="3460" y="3483"/>
                    </a:lnTo>
                    <a:lnTo>
                      <a:pt x="3466" y="3483"/>
                    </a:lnTo>
                    <a:lnTo>
                      <a:pt x="3471" y="3483"/>
                    </a:lnTo>
                    <a:lnTo>
                      <a:pt x="3476" y="3483"/>
                    </a:lnTo>
                    <a:lnTo>
                      <a:pt x="3481" y="3483"/>
                    </a:lnTo>
                    <a:lnTo>
                      <a:pt x="3486" y="3483"/>
                    </a:lnTo>
                    <a:lnTo>
                      <a:pt x="3491" y="3483"/>
                    </a:lnTo>
                    <a:lnTo>
                      <a:pt x="3498" y="3483"/>
                    </a:lnTo>
                    <a:lnTo>
                      <a:pt x="3503" y="3483"/>
                    </a:lnTo>
                    <a:lnTo>
                      <a:pt x="3508" y="3483"/>
                    </a:lnTo>
                    <a:lnTo>
                      <a:pt x="3513" y="3483"/>
                    </a:lnTo>
                    <a:lnTo>
                      <a:pt x="3518" y="3483"/>
                    </a:lnTo>
                    <a:lnTo>
                      <a:pt x="3523" y="3483"/>
                    </a:lnTo>
                    <a:lnTo>
                      <a:pt x="3529" y="3483"/>
                    </a:lnTo>
                    <a:lnTo>
                      <a:pt x="3535" y="3483"/>
                    </a:lnTo>
                    <a:lnTo>
                      <a:pt x="3540" y="3483"/>
                    </a:lnTo>
                    <a:lnTo>
                      <a:pt x="3545" y="3483"/>
                    </a:lnTo>
                    <a:lnTo>
                      <a:pt x="3550" y="3483"/>
                    </a:lnTo>
                    <a:lnTo>
                      <a:pt x="3555" y="3483"/>
                    </a:lnTo>
                    <a:lnTo>
                      <a:pt x="3561" y="3483"/>
                    </a:lnTo>
                    <a:lnTo>
                      <a:pt x="3566" y="3483"/>
                    </a:lnTo>
                    <a:lnTo>
                      <a:pt x="3571" y="3483"/>
                    </a:lnTo>
                    <a:lnTo>
                      <a:pt x="3577" y="3483"/>
                    </a:lnTo>
                    <a:lnTo>
                      <a:pt x="3582" y="3483"/>
                    </a:lnTo>
                    <a:lnTo>
                      <a:pt x="3587" y="3483"/>
                    </a:lnTo>
                    <a:lnTo>
                      <a:pt x="3593" y="3483"/>
                    </a:lnTo>
                    <a:lnTo>
                      <a:pt x="3598" y="3483"/>
                    </a:lnTo>
                    <a:lnTo>
                      <a:pt x="3603" y="3483"/>
                    </a:lnTo>
                    <a:lnTo>
                      <a:pt x="3608" y="3483"/>
                    </a:lnTo>
                    <a:lnTo>
                      <a:pt x="3614" y="3483"/>
                    </a:lnTo>
                    <a:lnTo>
                      <a:pt x="3619" y="3483"/>
                    </a:lnTo>
                    <a:lnTo>
                      <a:pt x="3625" y="3483"/>
                    </a:lnTo>
                    <a:lnTo>
                      <a:pt x="3630" y="3483"/>
                    </a:lnTo>
                    <a:lnTo>
                      <a:pt x="3635" y="3483"/>
                    </a:lnTo>
                    <a:lnTo>
                      <a:pt x="3640" y="3483"/>
                    </a:lnTo>
                    <a:lnTo>
                      <a:pt x="3645" y="3483"/>
                    </a:lnTo>
                    <a:lnTo>
                      <a:pt x="3650" y="3483"/>
                    </a:lnTo>
                    <a:lnTo>
                      <a:pt x="3656" y="3483"/>
                    </a:lnTo>
                    <a:lnTo>
                      <a:pt x="3662" y="3483"/>
                    </a:lnTo>
                    <a:lnTo>
                      <a:pt x="3667" y="3483"/>
                    </a:lnTo>
                    <a:lnTo>
                      <a:pt x="3672" y="3483"/>
                    </a:lnTo>
                    <a:lnTo>
                      <a:pt x="3677" y="3483"/>
                    </a:lnTo>
                    <a:lnTo>
                      <a:pt x="3682" y="3483"/>
                    </a:lnTo>
                    <a:lnTo>
                      <a:pt x="3687" y="3483"/>
                    </a:lnTo>
                    <a:lnTo>
                      <a:pt x="3694" y="3483"/>
                    </a:lnTo>
                    <a:lnTo>
                      <a:pt x="3699" y="3483"/>
                    </a:lnTo>
                    <a:lnTo>
                      <a:pt x="3704" y="3483"/>
                    </a:lnTo>
                  </a:path>
                </a:pathLst>
              </a:custGeom>
              <a:noFill/>
              <a:ln w="14288" cap="flat" cmpd="sng">
                <a:solidFill>
                  <a:srgbClr val="0000FF">
                    <a:alpha val="100000"/>
                  </a:srgbClr>
                </a:solidFill>
                <a:prstDash val="solid"/>
                <a:round/>
                <a:headEnd type="none" w="med" len="med"/>
                <a:tailEnd type="none" w="med" len="med"/>
              </a:ln>
            </p:spPr>
            <p:txBody>
              <a:bodyPr/>
              <a:p>
                <a:endParaRPr lang="zh-CN" altLang="en-US"/>
              </a:p>
            </p:txBody>
          </p:sp>
          <p:sp>
            <p:nvSpPr>
              <p:cNvPr id="99416" name="Rectangle 74"/>
              <p:cNvSpPr/>
              <p:nvPr/>
            </p:nvSpPr>
            <p:spPr>
              <a:xfrm rot="-5400000">
                <a:off x="5484" y="3926"/>
                <a:ext cx="10" cy="35"/>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sp>
            <p:nvSpPr>
              <p:cNvPr id="99417" name="Rectangle 75"/>
              <p:cNvSpPr/>
              <p:nvPr/>
            </p:nvSpPr>
            <p:spPr>
              <a:xfrm>
                <a:off x="4143" y="3533"/>
                <a:ext cx="8" cy="45"/>
              </a:xfrm>
              <a:prstGeom prst="rect">
                <a:avLst/>
              </a:prstGeom>
              <a:noFill/>
              <a:ln w="9525">
                <a:noFill/>
              </a:ln>
            </p:spPr>
            <p:txBody>
              <a:bodyPr wrap="none" lIns="0" tIns="0" rIns="0" bIns="0">
                <a:spAutoFit/>
              </a:bodyPr>
              <a:p>
                <a:r>
                  <a:rPr lang="en-US" altLang="zh-CN" sz="400" dirty="0">
                    <a:solidFill>
                      <a:srgbClr val="000000"/>
                    </a:solidFill>
                    <a:latin typeface="Arial" panose="020B0604020202020204" pitchFamily="34" charset="0"/>
                  </a:rPr>
                  <a:t> </a:t>
                </a:r>
                <a:endParaRPr lang="en-US" altLang="zh-CN" dirty="0">
                  <a:latin typeface="Times New Roman" panose="02020603050405020304" pitchFamily="18" charset="0"/>
                </a:endParaRPr>
              </a:p>
            </p:txBody>
          </p:sp>
        </p:grpSp>
        <p:sp>
          <p:nvSpPr>
            <p:cNvPr id="99349" name="Line 77"/>
            <p:cNvSpPr/>
            <p:nvPr/>
          </p:nvSpPr>
          <p:spPr>
            <a:xfrm flipV="1">
              <a:off x="2736" y="3840"/>
              <a:ext cx="288" cy="144"/>
            </a:xfrm>
            <a:prstGeom prst="line">
              <a:avLst/>
            </a:prstGeom>
            <a:ln w="9525" cap="flat" cmpd="sng">
              <a:solidFill>
                <a:schemeClr val="tx1"/>
              </a:solidFill>
              <a:prstDash val="solid"/>
              <a:headEnd type="none" w="med" len="med"/>
              <a:tailEnd type="triangle" w="med" len="med"/>
            </a:ln>
          </p:spPr>
        </p:sp>
      </p:grpSp>
      <p:sp>
        <p:nvSpPr>
          <p:cNvPr id="94288" name="AutoShape 80"/>
          <p:cNvSpPr/>
          <p:nvPr/>
        </p:nvSpPr>
        <p:spPr>
          <a:xfrm>
            <a:off x="7248525" y="0"/>
            <a:ext cx="1295400" cy="765175"/>
          </a:xfrm>
          <a:prstGeom prst="roundRect">
            <a:avLst>
              <a:gd name="adj" fmla="val 16667"/>
            </a:avLst>
          </a:prstGeom>
          <a:noFill/>
          <a:ln w="9525" cap="flat" cmpd="sng">
            <a:solidFill>
              <a:srgbClr val="CC0066"/>
            </a:solidFill>
            <a:prstDash val="solid"/>
            <a:headEnd type="none" w="med" len="med"/>
            <a:tailEnd type="none" w="med" len="med"/>
          </a:ln>
        </p:spPr>
        <p:txBody>
          <a:bodyPr wrap="none" anchor="ctr" anchorCtr="0"/>
          <a:p>
            <a:endParaRPr lang="zh-CN" altLang="en-US" dirty="0">
              <a:latin typeface="Times New Roman" panose="02020603050405020304" pitchFamily="18" charset="0"/>
            </a:endParaRPr>
          </a:p>
        </p:txBody>
      </p:sp>
      <p:sp>
        <p:nvSpPr>
          <p:cNvPr id="94289" name="Line 81"/>
          <p:cNvSpPr/>
          <p:nvPr/>
        </p:nvSpPr>
        <p:spPr>
          <a:xfrm flipH="1">
            <a:off x="5951538" y="620713"/>
            <a:ext cx="1296987" cy="71437"/>
          </a:xfrm>
          <a:prstGeom prst="line">
            <a:avLst/>
          </a:prstGeom>
          <a:ln w="9525" cap="flat" cmpd="sng">
            <a:solidFill>
              <a:srgbClr val="CC0066"/>
            </a:solidFill>
            <a:prstDash val="solid"/>
            <a:headEnd type="none" w="med" len="med"/>
            <a:tailEnd type="triangle" w="med" len="med"/>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94288"/>
                                        </p:tgtEl>
                                        <p:attrNameLst>
                                          <p:attrName>style.visibility</p:attrName>
                                        </p:attrNameLst>
                                      </p:cBhvr>
                                      <p:to>
                                        <p:strVal val="visible"/>
                                      </p:to>
                                    </p:set>
                                    <p:animEffect transition="in" filter="dissolve">
                                      <p:cBhvr>
                                        <p:cTn id="7" dur="500"/>
                                        <p:tgtEl>
                                          <p:spTgt spid="94288"/>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94289"/>
                                        </p:tgtEl>
                                        <p:attrNameLst>
                                          <p:attrName>style.visibility</p:attrName>
                                        </p:attrNameLst>
                                      </p:cBhvr>
                                      <p:to>
                                        <p:strVal val="visible"/>
                                      </p:to>
                                    </p:set>
                                    <p:animEffect transition="in" filter="wipe(right)">
                                      <p:cBhvr>
                                        <p:cTn id="11" dur="500"/>
                                        <p:tgtEl>
                                          <p:spTgt spid="94289"/>
                                        </p:tgtEl>
                                      </p:cBhvr>
                                    </p:animEffect>
                                  </p:childTnLst>
                                </p:cTn>
                              </p:par>
                            </p:childTnLst>
                          </p:cTn>
                        </p:par>
                        <p:par>
                          <p:cTn id="12" fill="hold">
                            <p:stCondLst>
                              <p:cond delay="1000"/>
                            </p:stCondLst>
                            <p:childTnLst>
                              <p:par>
                                <p:cTn id="13" presetID="9" presetClass="entr" presetSubtype="0" fill="hold" nodeType="afterEffect">
                                  <p:stCondLst>
                                    <p:cond delay="0"/>
                                  </p:stCondLst>
                                  <p:childTnLst>
                                    <p:set>
                                      <p:cBhvr>
                                        <p:cTn id="14" dur="1" fill="hold">
                                          <p:stCondLst>
                                            <p:cond delay="0"/>
                                          </p:stCondLst>
                                        </p:cTn>
                                        <p:tgtEl>
                                          <p:spTgt spid="93255"/>
                                        </p:tgtEl>
                                        <p:attrNameLst>
                                          <p:attrName>style.visibility</p:attrName>
                                        </p:attrNameLst>
                                      </p:cBhvr>
                                      <p:to>
                                        <p:strVal val="visible"/>
                                      </p:to>
                                    </p:set>
                                    <p:animEffect transition="in" filter="dissolve">
                                      <p:cBhvr>
                                        <p:cTn id="15" dur="500"/>
                                        <p:tgtEl>
                                          <p:spTgt spid="9325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93763"/>
                                        </p:tgtEl>
                                        <p:attrNameLst>
                                          <p:attrName>style.visibility</p:attrName>
                                        </p:attrNameLst>
                                      </p:cBhvr>
                                      <p:to>
                                        <p:strVal val="visible"/>
                                      </p:to>
                                    </p:set>
                                    <p:animEffect transition="in" filter="dissolve">
                                      <p:cBhvr>
                                        <p:cTn id="20" dur="500"/>
                                        <p:tgtEl>
                                          <p:spTgt spid="93763"/>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93834"/>
                                        </p:tgtEl>
                                        <p:attrNameLst>
                                          <p:attrName>style.visibility</p:attrName>
                                        </p:attrNameLst>
                                      </p:cBhvr>
                                      <p:to>
                                        <p:strVal val="visible"/>
                                      </p:to>
                                    </p:set>
                                    <p:animEffect transition="in" filter="wipe(left)">
                                      <p:cBhvr>
                                        <p:cTn id="25" dur="500"/>
                                        <p:tgtEl>
                                          <p:spTgt spid="93834"/>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93765"/>
                                        </p:tgtEl>
                                        <p:attrNameLst>
                                          <p:attrName>style.visibility</p:attrName>
                                        </p:attrNameLst>
                                      </p:cBhvr>
                                      <p:to>
                                        <p:strVal val="visible"/>
                                      </p:to>
                                    </p:set>
                                    <p:animEffect transition="in" filter="dissolve">
                                      <p:cBhvr>
                                        <p:cTn id="30" dur="500"/>
                                        <p:tgtEl>
                                          <p:spTgt spid="93765"/>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93902"/>
                                        </p:tgtEl>
                                        <p:attrNameLst>
                                          <p:attrName>style.visibility</p:attrName>
                                        </p:attrNameLst>
                                      </p:cBhvr>
                                      <p:to>
                                        <p:strVal val="visible"/>
                                      </p:to>
                                    </p:set>
                                    <p:animEffect transition="in" filter="wipe(left)">
                                      <p:cBhvr>
                                        <p:cTn id="35" dur="500"/>
                                        <p:tgtEl>
                                          <p:spTgt spid="93902"/>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93767"/>
                                        </p:tgtEl>
                                        <p:attrNameLst>
                                          <p:attrName>style.visibility</p:attrName>
                                        </p:attrNameLst>
                                      </p:cBhvr>
                                      <p:to>
                                        <p:strVal val="visible"/>
                                      </p:to>
                                    </p:set>
                                    <p:animEffect transition="in" filter="dissolve">
                                      <p:cBhvr>
                                        <p:cTn id="40" dur="500"/>
                                        <p:tgtEl>
                                          <p:spTgt spid="93767"/>
                                        </p:tgtEl>
                                      </p:cBhvr>
                                    </p:animEffect>
                                  </p:childTnLst>
                                </p:cTn>
                              </p:par>
                            </p:childTnLst>
                          </p:cTn>
                        </p:par>
                        <p:par>
                          <p:cTn id="41" fill="hold">
                            <p:stCondLst>
                              <p:cond delay="500"/>
                            </p:stCondLst>
                            <p:childTnLst>
                              <p:par>
                                <p:cTn id="42" presetID="22" presetClass="entr" presetSubtype="8" fill="hold" nodeType="afterEffect">
                                  <p:stCondLst>
                                    <p:cond delay="0"/>
                                  </p:stCondLst>
                                  <p:childTnLst>
                                    <p:set>
                                      <p:cBhvr>
                                        <p:cTn id="43" dur="1" fill="hold">
                                          <p:stCondLst>
                                            <p:cond delay="0"/>
                                          </p:stCondLst>
                                        </p:cTn>
                                        <p:tgtEl>
                                          <p:spTgt spid="93972"/>
                                        </p:tgtEl>
                                        <p:attrNameLst>
                                          <p:attrName>style.visibility</p:attrName>
                                        </p:attrNameLst>
                                      </p:cBhvr>
                                      <p:to>
                                        <p:strVal val="visible"/>
                                      </p:to>
                                    </p:set>
                                    <p:animEffect transition="in" filter="wipe(left)">
                                      <p:cBhvr>
                                        <p:cTn id="44" dur="500"/>
                                        <p:tgtEl>
                                          <p:spTgt spid="93972"/>
                                        </p:tgtEl>
                                      </p:cBhvr>
                                    </p:animEffect>
                                  </p:childTnLst>
                                </p:cTn>
                              </p:par>
                            </p:childTnLst>
                          </p:cTn>
                        </p:par>
                        <p:par>
                          <p:cTn id="45" fill="hold">
                            <p:stCondLst>
                              <p:cond delay="1000"/>
                            </p:stCondLst>
                            <p:childTnLst>
                              <p:par>
                                <p:cTn id="46" presetID="9" presetClass="entr" presetSubtype="0" fill="hold" nodeType="afterEffect">
                                  <p:stCondLst>
                                    <p:cond delay="0"/>
                                  </p:stCondLst>
                                  <p:childTnLst>
                                    <p:set>
                                      <p:cBhvr>
                                        <p:cTn id="47" dur="1" fill="hold">
                                          <p:stCondLst>
                                            <p:cond delay="0"/>
                                          </p:stCondLst>
                                        </p:cTn>
                                        <p:tgtEl>
                                          <p:spTgt spid="93769"/>
                                        </p:tgtEl>
                                        <p:attrNameLst>
                                          <p:attrName>style.visibility</p:attrName>
                                        </p:attrNameLst>
                                      </p:cBhvr>
                                      <p:to>
                                        <p:strVal val="visible"/>
                                      </p:to>
                                    </p:set>
                                    <p:animEffect transition="in" filter="dissolve">
                                      <p:cBhvr>
                                        <p:cTn id="48" dur="500"/>
                                        <p:tgtEl>
                                          <p:spTgt spid="93769"/>
                                        </p:tgtEl>
                                      </p:cBhvr>
                                    </p:animEffect>
                                  </p:childTnLst>
                                </p:cTn>
                              </p:par>
                            </p:childTnLst>
                          </p:cTn>
                        </p:par>
                        <p:par>
                          <p:cTn id="49" fill="hold">
                            <p:stCondLst>
                              <p:cond delay="1500"/>
                            </p:stCondLst>
                            <p:childTnLst>
                              <p:par>
                                <p:cTn id="50" presetID="22" presetClass="entr" presetSubtype="8" fill="hold" nodeType="afterEffect">
                                  <p:stCondLst>
                                    <p:cond delay="0"/>
                                  </p:stCondLst>
                                  <p:childTnLst>
                                    <p:set>
                                      <p:cBhvr>
                                        <p:cTn id="51" dur="1" fill="hold">
                                          <p:stCondLst>
                                            <p:cond delay="0"/>
                                          </p:stCondLst>
                                        </p:cTn>
                                        <p:tgtEl>
                                          <p:spTgt spid="94059"/>
                                        </p:tgtEl>
                                        <p:attrNameLst>
                                          <p:attrName>style.visibility</p:attrName>
                                        </p:attrNameLst>
                                      </p:cBhvr>
                                      <p:to>
                                        <p:strVal val="visible"/>
                                      </p:to>
                                    </p:set>
                                    <p:animEffect transition="in" filter="wipe(left)">
                                      <p:cBhvr>
                                        <p:cTn id="52" dur="500"/>
                                        <p:tgtEl>
                                          <p:spTgt spid="94059"/>
                                        </p:tgtEl>
                                      </p:cBhvr>
                                    </p:animEffect>
                                  </p:childTnLst>
                                </p:cTn>
                              </p:par>
                            </p:childTnLst>
                          </p:cTn>
                        </p:par>
                        <p:par>
                          <p:cTn id="53" fill="hold">
                            <p:stCondLst>
                              <p:cond delay="2000"/>
                            </p:stCondLst>
                            <p:childTnLst>
                              <p:par>
                                <p:cTn id="54" presetID="9" presetClass="entr" presetSubtype="0" fill="hold" nodeType="afterEffect">
                                  <p:stCondLst>
                                    <p:cond delay="0"/>
                                  </p:stCondLst>
                                  <p:childTnLst>
                                    <p:set>
                                      <p:cBhvr>
                                        <p:cTn id="55" dur="1" fill="hold">
                                          <p:stCondLst>
                                            <p:cond delay="0"/>
                                          </p:stCondLst>
                                        </p:cTn>
                                        <p:tgtEl>
                                          <p:spTgt spid="93771"/>
                                        </p:tgtEl>
                                        <p:attrNameLst>
                                          <p:attrName>style.visibility</p:attrName>
                                        </p:attrNameLst>
                                      </p:cBhvr>
                                      <p:to>
                                        <p:strVal val="visible"/>
                                      </p:to>
                                    </p:set>
                                    <p:animEffect transition="in" filter="dissolve">
                                      <p:cBhvr>
                                        <p:cTn id="56" dur="500"/>
                                        <p:tgtEl>
                                          <p:spTgt spid="93771"/>
                                        </p:tgtEl>
                                      </p:cBhvr>
                                    </p:animEffect>
                                  </p:childTnLst>
                                </p:cTn>
                              </p:par>
                            </p:childTnLst>
                          </p:cTn>
                        </p:par>
                        <p:par>
                          <p:cTn id="57" fill="hold">
                            <p:stCondLst>
                              <p:cond delay="2500"/>
                            </p:stCondLst>
                            <p:childTnLst>
                              <p:par>
                                <p:cTn id="58" presetID="22" presetClass="entr" presetSubtype="8" fill="hold" nodeType="afterEffect">
                                  <p:stCondLst>
                                    <p:cond delay="0"/>
                                  </p:stCondLst>
                                  <p:childTnLst>
                                    <p:set>
                                      <p:cBhvr>
                                        <p:cTn id="59" dur="1" fill="hold">
                                          <p:stCondLst>
                                            <p:cond delay="0"/>
                                          </p:stCondLst>
                                        </p:cTn>
                                        <p:tgtEl>
                                          <p:spTgt spid="94132"/>
                                        </p:tgtEl>
                                        <p:attrNameLst>
                                          <p:attrName>style.visibility</p:attrName>
                                        </p:attrNameLst>
                                      </p:cBhvr>
                                      <p:to>
                                        <p:strVal val="visible"/>
                                      </p:to>
                                    </p:set>
                                    <p:animEffect transition="in" filter="wipe(left)">
                                      <p:cBhvr>
                                        <p:cTn id="60" dur="500"/>
                                        <p:tgtEl>
                                          <p:spTgt spid="94132"/>
                                        </p:tgtEl>
                                      </p:cBhvr>
                                    </p:animEffect>
                                  </p:childTnLst>
                                </p:cTn>
                              </p:par>
                            </p:childTnLst>
                          </p:cTn>
                        </p:par>
                        <p:par>
                          <p:cTn id="61" fill="hold">
                            <p:stCondLst>
                              <p:cond delay="3000"/>
                            </p:stCondLst>
                            <p:childTnLst>
                              <p:par>
                                <p:cTn id="62" presetID="9" presetClass="entr" presetSubtype="0" fill="hold" nodeType="afterEffect">
                                  <p:stCondLst>
                                    <p:cond delay="0"/>
                                  </p:stCondLst>
                                  <p:childTnLst>
                                    <p:set>
                                      <p:cBhvr>
                                        <p:cTn id="63" dur="1" fill="hold">
                                          <p:stCondLst>
                                            <p:cond delay="0"/>
                                          </p:stCondLst>
                                        </p:cTn>
                                        <p:tgtEl>
                                          <p:spTgt spid="93773"/>
                                        </p:tgtEl>
                                        <p:attrNameLst>
                                          <p:attrName>style.visibility</p:attrName>
                                        </p:attrNameLst>
                                      </p:cBhvr>
                                      <p:to>
                                        <p:strVal val="visible"/>
                                      </p:to>
                                    </p:set>
                                    <p:animEffect transition="in" filter="dissolve">
                                      <p:cBhvr>
                                        <p:cTn id="64" dur="500"/>
                                        <p:tgtEl>
                                          <p:spTgt spid="93773"/>
                                        </p:tgtEl>
                                      </p:cBhvr>
                                    </p:animEffect>
                                  </p:childTnLst>
                                </p:cTn>
                              </p:par>
                            </p:childTnLst>
                          </p:cTn>
                        </p:par>
                        <p:par>
                          <p:cTn id="65" fill="hold">
                            <p:stCondLst>
                              <p:cond delay="3500"/>
                            </p:stCondLst>
                            <p:childTnLst>
                              <p:par>
                                <p:cTn id="66" presetID="22" presetClass="entr" presetSubtype="8" fill="hold" nodeType="afterEffect">
                                  <p:stCondLst>
                                    <p:cond delay="0"/>
                                  </p:stCondLst>
                                  <p:childTnLst>
                                    <p:set>
                                      <p:cBhvr>
                                        <p:cTn id="67" dur="1" fill="hold">
                                          <p:stCondLst>
                                            <p:cond delay="0"/>
                                          </p:stCondLst>
                                        </p:cTn>
                                        <p:tgtEl>
                                          <p:spTgt spid="94214"/>
                                        </p:tgtEl>
                                        <p:attrNameLst>
                                          <p:attrName>style.visibility</p:attrName>
                                        </p:attrNameLst>
                                      </p:cBhvr>
                                      <p:to>
                                        <p:strVal val="visible"/>
                                      </p:to>
                                    </p:set>
                                    <p:animEffect transition="in" filter="wipe(left)">
                                      <p:cBhvr>
                                        <p:cTn id="68" dur="500"/>
                                        <p:tgtEl>
                                          <p:spTgt spid="94214"/>
                                        </p:tgtEl>
                                      </p:cBhvr>
                                    </p:animEffect>
                                  </p:childTnLst>
                                </p:cTn>
                              </p:par>
                            </p:childTnLst>
                          </p:cTn>
                        </p:par>
                        <p:par>
                          <p:cTn id="69" fill="hold">
                            <p:stCondLst>
                              <p:cond delay="4000"/>
                            </p:stCondLst>
                            <p:childTnLst>
                              <p:par>
                                <p:cTn id="70" presetID="9" presetClass="entr" presetSubtype="0" fill="hold" nodeType="afterEffect">
                                  <p:stCondLst>
                                    <p:cond delay="0"/>
                                  </p:stCondLst>
                                  <p:childTnLst>
                                    <p:set>
                                      <p:cBhvr>
                                        <p:cTn id="71" dur="1" fill="hold">
                                          <p:stCondLst>
                                            <p:cond delay="0"/>
                                          </p:stCondLst>
                                        </p:cTn>
                                        <p:tgtEl>
                                          <p:spTgt spid="93775"/>
                                        </p:tgtEl>
                                        <p:attrNameLst>
                                          <p:attrName>style.visibility</p:attrName>
                                        </p:attrNameLst>
                                      </p:cBhvr>
                                      <p:to>
                                        <p:strVal val="visible"/>
                                      </p:to>
                                    </p:set>
                                    <p:animEffect transition="in" filter="dissolve">
                                      <p:cBhvr>
                                        <p:cTn id="72" dur="500"/>
                                        <p:tgtEl>
                                          <p:spTgt spid="93775"/>
                                        </p:tgtEl>
                                      </p:cBhvr>
                                    </p:animEffect>
                                  </p:childTnLst>
                                </p:cTn>
                              </p:par>
                            </p:childTnLst>
                          </p:cTn>
                        </p:par>
                        <p:par>
                          <p:cTn id="73" fill="hold">
                            <p:stCondLst>
                              <p:cond delay="4500"/>
                            </p:stCondLst>
                            <p:childTnLst>
                              <p:par>
                                <p:cTn id="74" presetID="22" presetClass="entr" presetSubtype="8" fill="hold" nodeType="afterEffect">
                                  <p:stCondLst>
                                    <p:cond delay="0"/>
                                  </p:stCondLst>
                                  <p:childTnLst>
                                    <p:set>
                                      <p:cBhvr>
                                        <p:cTn id="75" dur="1" fill="hold">
                                          <p:stCondLst>
                                            <p:cond delay="0"/>
                                          </p:stCondLst>
                                        </p:cTn>
                                        <p:tgtEl>
                                          <p:spTgt spid="94286"/>
                                        </p:tgtEl>
                                        <p:attrNameLst>
                                          <p:attrName>style.visibility</p:attrName>
                                        </p:attrNameLst>
                                      </p:cBhvr>
                                      <p:to>
                                        <p:strVal val="visible"/>
                                      </p:to>
                                    </p:set>
                                    <p:animEffect transition="in" filter="wipe(left)">
                                      <p:cBhvr>
                                        <p:cTn id="76" dur="500"/>
                                        <p:tgtEl>
                                          <p:spTgt spid="942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288"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82" name="Text Box 2"/>
          <p:cNvSpPr txBox="1">
            <a:spLocks noChangeArrowheads="1"/>
          </p:cNvSpPr>
          <p:nvPr/>
        </p:nvSpPr>
        <p:spPr bwMode="auto">
          <a:xfrm>
            <a:off x="1828800" y="304800"/>
            <a:ext cx="7848600" cy="521970"/>
          </a:xfrm>
          <a:prstGeom prst="rect">
            <a:avLst/>
          </a:prstGeom>
          <a:noFill/>
          <a:ln w="9525">
            <a:noFill/>
            <a:miter lim="800000"/>
          </a:ln>
        </p:spPr>
        <p:txBody>
          <a:bodyPr>
            <a:spAutoFit/>
          </a:bodyPr>
          <a:lstStyle/>
          <a:p>
            <a:pPr>
              <a:spcBef>
                <a:spcPct val="50000"/>
              </a:spcBef>
            </a:pPr>
            <a:r>
              <a:rPr lang="zh-CN" altLang="zh-CN" sz="2800">
                <a:latin typeface="Times New Roman" panose="02020603050405020304" pitchFamily="18" charset="0"/>
              </a:rPr>
              <a:t>2</a:t>
            </a:r>
            <a:r>
              <a:rPr lang="zh-CN" sz="2800">
                <a:latin typeface="Times New Roman" panose="02020603050405020304" pitchFamily="18" charset="0"/>
              </a:rPr>
              <a:t>、极大和极小</a:t>
            </a:r>
            <a:endParaRPr lang="zh-CN">
              <a:latin typeface="Times New Roman" panose="02020603050405020304" pitchFamily="18" charset="0"/>
            </a:endParaRPr>
          </a:p>
        </p:txBody>
      </p:sp>
      <p:grpSp>
        <p:nvGrpSpPr>
          <p:cNvPr id="9283" name="Group 3"/>
          <p:cNvGrpSpPr/>
          <p:nvPr/>
        </p:nvGrpSpPr>
        <p:grpSpPr bwMode="auto">
          <a:xfrm>
            <a:off x="2133600" y="1981200"/>
            <a:ext cx="5057775" cy="1612900"/>
            <a:chOff x="0" y="0"/>
            <a:chExt cx="3186" cy="1016"/>
          </a:xfrm>
        </p:grpSpPr>
        <p:sp>
          <p:nvSpPr>
            <p:cNvPr id="9290" name="Text Box 4"/>
            <p:cNvSpPr txBox="1">
              <a:spLocks noChangeArrowheads="1"/>
            </p:cNvSpPr>
            <p:nvPr/>
          </p:nvSpPr>
          <p:spPr bwMode="auto">
            <a:xfrm>
              <a:off x="0" y="240"/>
              <a:ext cx="2112" cy="290"/>
            </a:xfrm>
            <a:prstGeom prst="rect">
              <a:avLst/>
            </a:prstGeom>
            <a:noFill/>
            <a:ln w="9525">
              <a:noFill/>
              <a:miter lim="800000"/>
            </a:ln>
          </p:spPr>
          <p:txBody>
            <a:bodyPr>
              <a:spAutoFit/>
            </a:bodyPr>
            <a:lstStyle/>
            <a:p>
              <a:pPr>
                <a:spcBef>
                  <a:spcPct val="50000"/>
                </a:spcBef>
              </a:pPr>
              <a:r>
                <a:rPr lang="zh-CN" altLang="en-US" sz="2400">
                  <a:latin typeface="Times New Roman" panose="02020603050405020304" pitchFamily="18" charset="0"/>
                </a:rPr>
                <a:t>从多光束干涉因子可知</a:t>
              </a:r>
              <a:endParaRPr lang="zh-CN" altLang="en-US" sz="2400">
                <a:latin typeface="Times New Roman" panose="02020603050405020304" pitchFamily="18" charset="0"/>
              </a:endParaRPr>
            </a:p>
          </p:txBody>
        </p:sp>
        <p:graphicFrame>
          <p:nvGraphicFramePr>
            <p:cNvPr id="9278" name="Object 62"/>
            <p:cNvGraphicFramePr>
              <a:graphicFrameLocks noChangeAspect="1"/>
            </p:cNvGraphicFramePr>
            <p:nvPr/>
          </p:nvGraphicFramePr>
          <p:xfrm>
            <a:off x="2256" y="0"/>
            <a:ext cx="930" cy="1016"/>
          </p:xfrm>
          <a:graphic>
            <a:graphicData uri="http://schemas.openxmlformats.org/presentationml/2006/ole">
              <mc:AlternateContent xmlns:mc="http://schemas.openxmlformats.org/markup-compatibility/2006">
                <mc:Choice xmlns:v="urn:schemas-microsoft-com:vml" Requires="v">
                  <p:oleObj spid="_x0000_s4097" name="" r:id="rId1" imgW="16764000" imgH="18288000" progId="Equation.3">
                    <p:embed/>
                  </p:oleObj>
                </mc:Choice>
                <mc:Fallback>
                  <p:oleObj name="" r:id="rId1" imgW="16764000" imgH="18288000" progId="Equation.3">
                    <p:embed/>
                    <p:pic>
                      <p:nvPicPr>
                        <p:cNvPr id="0" name="图片 4096"/>
                        <p:cNvPicPr>
                          <a:picLocks noChangeAspect="1"/>
                        </p:cNvPicPr>
                        <p:nvPr/>
                      </p:nvPicPr>
                      <p:blipFill>
                        <a:blip r:embed="rId2"/>
                        <a:stretch>
                          <a:fillRect/>
                        </a:stretch>
                      </p:blipFill>
                      <p:spPr>
                        <a:xfrm>
                          <a:off x="2256" y="0"/>
                          <a:ext cx="930" cy="1016"/>
                        </a:xfrm>
                        <a:prstGeom prst="rect">
                          <a:avLst/>
                        </a:prstGeom>
                        <a:noFill/>
                        <a:ln w="9525">
                          <a:noFill/>
                        </a:ln>
                      </p:spPr>
                    </p:pic>
                  </p:oleObj>
                </mc:Fallback>
              </mc:AlternateContent>
            </a:graphicData>
          </a:graphic>
        </p:graphicFrame>
      </p:grpSp>
      <p:grpSp>
        <p:nvGrpSpPr>
          <p:cNvPr id="9284" name="Group 6"/>
          <p:cNvGrpSpPr/>
          <p:nvPr/>
        </p:nvGrpSpPr>
        <p:grpSpPr bwMode="auto">
          <a:xfrm>
            <a:off x="1981200" y="3581400"/>
            <a:ext cx="7100888" cy="1866900"/>
            <a:chOff x="0" y="0"/>
            <a:chExt cx="4473" cy="1176"/>
          </a:xfrm>
        </p:grpSpPr>
        <p:graphicFrame>
          <p:nvGraphicFramePr>
            <p:cNvPr id="9279" name="Object 63"/>
            <p:cNvGraphicFramePr>
              <a:graphicFrameLocks noChangeAspect="1"/>
            </p:cNvGraphicFramePr>
            <p:nvPr/>
          </p:nvGraphicFramePr>
          <p:xfrm>
            <a:off x="432" y="0"/>
            <a:ext cx="3905" cy="599"/>
          </p:xfrm>
          <a:graphic>
            <a:graphicData uri="http://schemas.openxmlformats.org/presentationml/2006/ole">
              <mc:AlternateContent xmlns:mc="http://schemas.openxmlformats.org/markup-compatibility/2006">
                <mc:Choice xmlns:v="urn:schemas-microsoft-com:vml" Requires="v">
                  <p:oleObj spid="_x0000_s4098" name="" r:id="rId3" imgW="61569600" imgH="9448800" progId="Equation.3">
                    <p:embed/>
                  </p:oleObj>
                </mc:Choice>
                <mc:Fallback>
                  <p:oleObj name="" r:id="rId3" imgW="61569600" imgH="9448800" progId="Equation.3">
                    <p:embed/>
                    <p:pic>
                      <p:nvPicPr>
                        <p:cNvPr id="0" name="图片 4097"/>
                        <p:cNvPicPr>
                          <a:picLocks noChangeAspect="1"/>
                        </p:cNvPicPr>
                        <p:nvPr/>
                      </p:nvPicPr>
                      <p:blipFill>
                        <a:blip r:embed="rId4"/>
                        <a:stretch>
                          <a:fillRect/>
                        </a:stretch>
                      </p:blipFill>
                      <p:spPr>
                        <a:xfrm>
                          <a:off x="432" y="0"/>
                          <a:ext cx="3905" cy="599"/>
                        </a:xfrm>
                        <a:prstGeom prst="rect">
                          <a:avLst/>
                        </a:prstGeom>
                        <a:noFill/>
                        <a:ln w="9525">
                          <a:noFill/>
                        </a:ln>
                      </p:spPr>
                    </p:pic>
                  </p:oleObj>
                </mc:Fallback>
              </mc:AlternateContent>
            </a:graphicData>
          </a:graphic>
        </p:graphicFrame>
        <p:sp>
          <p:nvSpPr>
            <p:cNvPr id="9287" name="Text Box 8"/>
            <p:cNvSpPr txBox="1">
              <a:spLocks noChangeArrowheads="1"/>
            </p:cNvSpPr>
            <p:nvPr/>
          </p:nvSpPr>
          <p:spPr bwMode="auto">
            <a:xfrm>
              <a:off x="384" y="864"/>
              <a:ext cx="384" cy="290"/>
            </a:xfrm>
            <a:prstGeom prst="rect">
              <a:avLst/>
            </a:prstGeom>
            <a:noFill/>
            <a:ln w="9525">
              <a:noFill/>
              <a:miter lim="800000"/>
            </a:ln>
          </p:spPr>
          <p:txBody>
            <a:bodyPr>
              <a:spAutoFit/>
            </a:bodyPr>
            <a:lstStyle/>
            <a:p>
              <a:pPr>
                <a:spcBef>
                  <a:spcPct val="50000"/>
                </a:spcBef>
              </a:pPr>
              <a:r>
                <a:rPr lang="zh-CN" altLang="en-US" sz="2400">
                  <a:latin typeface="Times New Roman" panose="02020603050405020304" pitchFamily="18" charset="0"/>
                </a:rPr>
                <a:t>即</a:t>
              </a:r>
              <a:endParaRPr lang="zh-CN" altLang="en-US" sz="2400">
                <a:latin typeface="Times New Roman" panose="02020603050405020304" pitchFamily="18" charset="0"/>
              </a:endParaRPr>
            </a:p>
          </p:txBody>
        </p:sp>
        <p:graphicFrame>
          <p:nvGraphicFramePr>
            <p:cNvPr id="9280" name="Object 64"/>
            <p:cNvGraphicFramePr>
              <a:graphicFrameLocks noChangeAspect="1"/>
            </p:cNvGraphicFramePr>
            <p:nvPr/>
          </p:nvGraphicFramePr>
          <p:xfrm>
            <a:off x="844" y="846"/>
            <a:ext cx="3095" cy="309"/>
          </p:xfrm>
          <a:graphic>
            <a:graphicData uri="http://schemas.openxmlformats.org/presentationml/2006/ole">
              <mc:AlternateContent xmlns:mc="http://schemas.openxmlformats.org/markup-compatibility/2006">
                <mc:Choice xmlns:v="urn:schemas-microsoft-com:vml" Requires="v">
                  <p:oleObj spid="_x0000_s4099" name="Equation" r:id="rId5" imgW="48768000" imgH="4876800" progId="Equation.DSMT4">
                    <p:embed/>
                  </p:oleObj>
                </mc:Choice>
                <mc:Fallback>
                  <p:oleObj name="Equation" r:id="rId5" imgW="48768000" imgH="4876800" progId="Equation.DSMT4">
                    <p:embed/>
                    <p:pic>
                      <p:nvPicPr>
                        <p:cNvPr id="0" name="图片 4098"/>
                        <p:cNvPicPr>
                          <a:picLocks noChangeAspect="1"/>
                        </p:cNvPicPr>
                        <p:nvPr/>
                      </p:nvPicPr>
                      <p:blipFill>
                        <a:blip r:embed="rId6"/>
                        <a:stretch>
                          <a:fillRect/>
                        </a:stretch>
                      </p:blipFill>
                      <p:spPr>
                        <a:xfrm>
                          <a:off x="844" y="846"/>
                          <a:ext cx="3095" cy="309"/>
                        </a:xfrm>
                        <a:prstGeom prst="rect">
                          <a:avLst/>
                        </a:prstGeom>
                        <a:noFill/>
                        <a:ln w="9525">
                          <a:noFill/>
                        </a:ln>
                      </p:spPr>
                    </p:pic>
                  </p:oleObj>
                </mc:Fallback>
              </mc:AlternateContent>
            </a:graphicData>
          </a:graphic>
        </p:graphicFrame>
        <p:sp>
          <p:nvSpPr>
            <p:cNvPr id="9288" name="Text Box 10"/>
            <p:cNvSpPr txBox="1">
              <a:spLocks noChangeArrowheads="1"/>
            </p:cNvSpPr>
            <p:nvPr/>
          </p:nvSpPr>
          <p:spPr bwMode="auto">
            <a:xfrm>
              <a:off x="0" y="144"/>
              <a:ext cx="432" cy="290"/>
            </a:xfrm>
            <a:prstGeom prst="rect">
              <a:avLst/>
            </a:prstGeom>
            <a:noFill/>
            <a:ln w="9525">
              <a:noFill/>
              <a:miter lim="800000"/>
            </a:ln>
          </p:spPr>
          <p:txBody>
            <a:bodyPr>
              <a:spAutoFit/>
            </a:bodyPr>
            <a:lstStyle/>
            <a:p>
              <a:pPr>
                <a:spcBef>
                  <a:spcPct val="50000"/>
                </a:spcBef>
              </a:pPr>
              <a:r>
                <a:rPr lang="zh-CN" altLang="en-US" sz="2400">
                  <a:latin typeface="Times New Roman" panose="02020603050405020304" pitchFamily="18" charset="0"/>
                </a:rPr>
                <a:t>当</a:t>
              </a:r>
              <a:endParaRPr lang="zh-CN" altLang="en-US" sz="2400">
                <a:latin typeface="Times New Roman" panose="02020603050405020304" pitchFamily="18" charset="0"/>
              </a:endParaRPr>
            </a:p>
          </p:txBody>
        </p:sp>
        <p:sp>
          <p:nvSpPr>
            <p:cNvPr id="9289" name="Text Box 11"/>
            <p:cNvSpPr txBox="1">
              <a:spLocks noChangeArrowheads="1"/>
            </p:cNvSpPr>
            <p:nvPr/>
          </p:nvSpPr>
          <p:spPr bwMode="auto">
            <a:xfrm>
              <a:off x="4089" y="886"/>
              <a:ext cx="384" cy="290"/>
            </a:xfrm>
            <a:prstGeom prst="rect">
              <a:avLst/>
            </a:prstGeom>
            <a:noFill/>
            <a:ln w="9525">
              <a:noFill/>
              <a:miter lim="800000"/>
            </a:ln>
          </p:spPr>
          <p:txBody>
            <a:bodyPr>
              <a:spAutoFit/>
            </a:bodyPr>
            <a:lstStyle/>
            <a:p>
              <a:pPr>
                <a:spcBef>
                  <a:spcPct val="50000"/>
                </a:spcBef>
              </a:pPr>
              <a:r>
                <a:rPr lang="zh-CN" altLang="en-US" sz="2400">
                  <a:latin typeface="Times New Roman" panose="02020603050405020304" pitchFamily="18" charset="0"/>
                </a:rPr>
                <a:t>时</a:t>
              </a:r>
              <a:endParaRPr lang="zh-CN" altLang="en-US" sz="2400">
                <a:latin typeface="Times New Roman" panose="02020603050405020304" pitchFamily="18" charset="0"/>
              </a:endParaRPr>
            </a:p>
          </p:txBody>
        </p:sp>
      </p:grpSp>
      <p:sp>
        <p:nvSpPr>
          <p:cNvPr id="9285" name="Text Box 12"/>
          <p:cNvSpPr txBox="1">
            <a:spLocks noChangeArrowheads="1"/>
          </p:cNvSpPr>
          <p:nvPr/>
        </p:nvSpPr>
        <p:spPr bwMode="auto">
          <a:xfrm>
            <a:off x="2135505" y="5805805"/>
            <a:ext cx="8022590" cy="521970"/>
          </a:xfrm>
          <a:prstGeom prst="rect">
            <a:avLst/>
          </a:prstGeom>
          <a:noFill/>
          <a:ln w="9525">
            <a:noFill/>
            <a:miter lim="800000"/>
          </a:ln>
        </p:spPr>
        <p:txBody>
          <a:bodyPr wrap="square">
            <a:spAutoFit/>
          </a:bodyPr>
          <a:lstStyle/>
          <a:p>
            <a:pPr>
              <a:spcBef>
                <a:spcPct val="50000"/>
              </a:spcBef>
            </a:pPr>
            <a:r>
              <a:rPr lang="zh-CN" sz="2800"/>
              <a:t>它有</a:t>
            </a:r>
            <a:r>
              <a:rPr lang="zh-CN" sz="2800">
                <a:solidFill>
                  <a:schemeClr val="accent2"/>
                </a:solidFill>
              </a:rPr>
              <a:t>极大值</a:t>
            </a:r>
            <a:r>
              <a:rPr lang="zh-CN" altLang="zh-CN" sz="2800">
                <a:solidFill>
                  <a:schemeClr val="accent2"/>
                </a:solidFill>
              </a:rPr>
              <a:t>N</a:t>
            </a:r>
            <a:r>
              <a:rPr lang="zh-CN" altLang="zh-CN" sz="2800" baseline="30000">
                <a:solidFill>
                  <a:schemeClr val="accent2"/>
                </a:solidFill>
              </a:rPr>
              <a:t>2</a:t>
            </a:r>
            <a:r>
              <a:rPr lang="zh-CN" sz="2800"/>
              <a:t>，称为主极大，</a:t>
            </a:r>
            <a:r>
              <a:rPr lang="zh-CN" altLang="zh-CN" sz="2800"/>
              <a:t>m</a:t>
            </a:r>
            <a:r>
              <a:rPr lang="zh-CN" sz="2800"/>
              <a:t>是主极大的级次</a:t>
            </a:r>
            <a:r>
              <a:rPr lang="zh-CN" altLang="en-US" sz="2800"/>
              <a:t>。</a:t>
            </a:r>
            <a:endParaRPr lang="zh-CN" sz="2800"/>
          </a:p>
        </p:txBody>
      </p:sp>
      <p:sp>
        <p:nvSpPr>
          <p:cNvPr id="9286" name="Rectangle 13"/>
          <p:cNvSpPr>
            <a:spLocks noChangeArrowheads="1"/>
          </p:cNvSpPr>
          <p:nvPr/>
        </p:nvSpPr>
        <p:spPr bwMode="auto">
          <a:xfrm>
            <a:off x="1981200" y="990600"/>
            <a:ext cx="8382000" cy="977265"/>
          </a:xfrm>
          <a:prstGeom prst="rect">
            <a:avLst/>
          </a:prstGeom>
          <a:noFill/>
          <a:ln w="9525">
            <a:noFill/>
            <a:miter lim="800000"/>
          </a:ln>
        </p:spPr>
        <p:txBody>
          <a:bodyPr>
            <a:spAutoFit/>
          </a:bodyPr>
          <a:lstStyle/>
          <a:p>
            <a:pPr>
              <a:lnSpc>
                <a:spcPct val="120000"/>
              </a:lnSpc>
            </a:pPr>
            <a:r>
              <a:rPr lang="zh-CN" altLang="en-US" sz="2400">
                <a:latin typeface="Times New Roman" panose="02020603050405020304" pitchFamily="18" charset="0"/>
              </a:rPr>
              <a:t>多缝衍射图样中的亮纹和暗纹位置可通过分析多光束干涉因子和单缝衍射因子的极大值和极小值条件得到。</a:t>
            </a:r>
            <a:endParaRPr lang="zh-CN" altLang="en-US" sz="2400">
              <a:latin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52" name="Group 2"/>
          <p:cNvGrpSpPr/>
          <p:nvPr/>
        </p:nvGrpSpPr>
        <p:grpSpPr bwMode="auto">
          <a:xfrm>
            <a:off x="1703388" y="2368550"/>
            <a:ext cx="8882062" cy="2198688"/>
            <a:chOff x="0" y="-124"/>
            <a:chExt cx="5595" cy="1385"/>
          </a:xfrm>
        </p:grpSpPr>
        <p:sp>
          <p:nvSpPr>
            <p:cNvPr id="10356" name="Text Box 3"/>
            <p:cNvSpPr txBox="1">
              <a:spLocks noChangeArrowheads="1"/>
            </p:cNvSpPr>
            <p:nvPr/>
          </p:nvSpPr>
          <p:spPr bwMode="auto">
            <a:xfrm>
              <a:off x="0" y="48"/>
              <a:ext cx="480" cy="329"/>
            </a:xfrm>
            <a:prstGeom prst="rect">
              <a:avLst/>
            </a:prstGeom>
            <a:noFill/>
            <a:ln w="9525">
              <a:noFill/>
              <a:miter lim="800000"/>
            </a:ln>
          </p:spPr>
          <p:txBody>
            <a:bodyPr>
              <a:spAutoFit/>
            </a:bodyPr>
            <a:lstStyle/>
            <a:p>
              <a:pPr>
                <a:spcBef>
                  <a:spcPct val="50000"/>
                </a:spcBef>
              </a:pPr>
              <a:r>
                <a:rPr lang="zh-CN" altLang="en-US" sz="2800">
                  <a:latin typeface="Times New Roman" panose="02020603050405020304" pitchFamily="18" charset="0"/>
                </a:rPr>
                <a:t>即</a:t>
              </a:r>
              <a:endParaRPr lang="zh-CN" altLang="en-US" sz="2800">
                <a:latin typeface="Times New Roman" panose="02020603050405020304" pitchFamily="18" charset="0"/>
              </a:endParaRPr>
            </a:p>
          </p:txBody>
        </p:sp>
        <p:graphicFrame>
          <p:nvGraphicFramePr>
            <p:cNvPr id="10345" name="Object 105"/>
            <p:cNvGraphicFramePr>
              <a:graphicFrameLocks noChangeAspect="1"/>
            </p:cNvGraphicFramePr>
            <p:nvPr/>
          </p:nvGraphicFramePr>
          <p:xfrm>
            <a:off x="363" y="-124"/>
            <a:ext cx="4946" cy="623"/>
          </p:xfrm>
          <a:graphic>
            <a:graphicData uri="http://schemas.openxmlformats.org/presentationml/2006/ole">
              <mc:AlternateContent xmlns:mc="http://schemas.openxmlformats.org/markup-compatibility/2006">
                <mc:Choice xmlns:v="urn:schemas-microsoft-com:vml" Requires="v">
                  <p:oleObj spid="_x0000_s5121" name="" r:id="rId1" imgW="74980800" imgH="9448800" progId="Equation.3">
                    <p:embed/>
                  </p:oleObj>
                </mc:Choice>
                <mc:Fallback>
                  <p:oleObj name="" r:id="rId1" imgW="74980800" imgH="9448800" progId="Equation.3">
                    <p:embed/>
                    <p:pic>
                      <p:nvPicPr>
                        <p:cNvPr id="0" name="图片 5120"/>
                        <p:cNvPicPr>
                          <a:picLocks noChangeAspect="1"/>
                        </p:cNvPicPr>
                        <p:nvPr/>
                      </p:nvPicPr>
                      <p:blipFill>
                        <a:blip r:embed="rId2"/>
                        <a:stretch>
                          <a:fillRect/>
                        </a:stretch>
                      </p:blipFill>
                      <p:spPr>
                        <a:xfrm>
                          <a:off x="363" y="-124"/>
                          <a:ext cx="4946" cy="623"/>
                        </a:xfrm>
                        <a:prstGeom prst="rect">
                          <a:avLst/>
                        </a:prstGeom>
                        <a:noFill/>
                        <a:ln w="9525">
                          <a:noFill/>
                        </a:ln>
                      </p:spPr>
                    </p:pic>
                  </p:oleObj>
                </mc:Fallback>
              </mc:AlternateContent>
            </a:graphicData>
          </a:graphic>
        </p:graphicFrame>
        <p:sp>
          <p:nvSpPr>
            <p:cNvPr id="10357" name="Text Box 5"/>
            <p:cNvSpPr txBox="1">
              <a:spLocks noChangeArrowheads="1"/>
            </p:cNvSpPr>
            <p:nvPr/>
          </p:nvSpPr>
          <p:spPr bwMode="auto">
            <a:xfrm>
              <a:off x="0" y="816"/>
              <a:ext cx="336" cy="329"/>
            </a:xfrm>
            <a:prstGeom prst="rect">
              <a:avLst/>
            </a:prstGeom>
            <a:noFill/>
            <a:ln w="9525">
              <a:noFill/>
              <a:miter lim="800000"/>
            </a:ln>
          </p:spPr>
          <p:txBody>
            <a:bodyPr>
              <a:spAutoFit/>
            </a:bodyPr>
            <a:lstStyle/>
            <a:p>
              <a:pPr>
                <a:spcBef>
                  <a:spcPct val="50000"/>
                </a:spcBef>
              </a:pPr>
              <a:r>
                <a:rPr lang="zh-CN" altLang="en-US" sz="2800">
                  <a:latin typeface="Times New Roman" panose="02020603050405020304" pitchFamily="18" charset="0"/>
                </a:rPr>
                <a:t>即</a:t>
              </a:r>
              <a:endParaRPr lang="zh-CN" altLang="en-US" sz="2800">
                <a:latin typeface="Times New Roman" panose="02020603050405020304" pitchFamily="18" charset="0"/>
              </a:endParaRPr>
            </a:p>
          </p:txBody>
        </p:sp>
        <p:graphicFrame>
          <p:nvGraphicFramePr>
            <p:cNvPr id="10346" name="Object 106"/>
            <p:cNvGraphicFramePr>
              <a:graphicFrameLocks noChangeAspect="1"/>
            </p:cNvGraphicFramePr>
            <p:nvPr/>
          </p:nvGraphicFramePr>
          <p:xfrm>
            <a:off x="317" y="680"/>
            <a:ext cx="5000" cy="581"/>
          </p:xfrm>
          <a:graphic>
            <a:graphicData uri="http://schemas.openxmlformats.org/presentationml/2006/ole">
              <mc:AlternateContent xmlns:mc="http://schemas.openxmlformats.org/markup-compatibility/2006">
                <mc:Choice xmlns:v="urn:schemas-microsoft-com:vml" Requires="v">
                  <p:oleObj spid="_x0000_s5122" name="" r:id="rId3" imgW="81381600" imgH="9448800" progId="Equation.3">
                    <p:embed/>
                  </p:oleObj>
                </mc:Choice>
                <mc:Fallback>
                  <p:oleObj name="" r:id="rId3" imgW="81381600" imgH="9448800" progId="Equation.3">
                    <p:embed/>
                    <p:pic>
                      <p:nvPicPr>
                        <p:cNvPr id="0" name="图片 5121"/>
                        <p:cNvPicPr>
                          <a:picLocks noChangeAspect="1"/>
                        </p:cNvPicPr>
                        <p:nvPr/>
                      </p:nvPicPr>
                      <p:blipFill>
                        <a:blip r:embed="rId4"/>
                        <a:stretch>
                          <a:fillRect/>
                        </a:stretch>
                      </p:blipFill>
                      <p:spPr>
                        <a:xfrm>
                          <a:off x="317" y="680"/>
                          <a:ext cx="5000" cy="581"/>
                        </a:xfrm>
                        <a:prstGeom prst="rect">
                          <a:avLst/>
                        </a:prstGeom>
                        <a:noFill/>
                        <a:ln w="9525">
                          <a:noFill/>
                        </a:ln>
                      </p:spPr>
                    </p:pic>
                  </p:oleObj>
                </mc:Fallback>
              </mc:AlternateContent>
            </a:graphicData>
          </a:graphic>
        </p:graphicFrame>
        <p:sp>
          <p:nvSpPr>
            <p:cNvPr id="10358" name="Text Box 7"/>
            <p:cNvSpPr txBox="1">
              <a:spLocks noChangeArrowheads="1"/>
            </p:cNvSpPr>
            <p:nvPr/>
          </p:nvSpPr>
          <p:spPr bwMode="auto">
            <a:xfrm>
              <a:off x="5307" y="804"/>
              <a:ext cx="288" cy="329"/>
            </a:xfrm>
            <a:prstGeom prst="rect">
              <a:avLst/>
            </a:prstGeom>
            <a:noFill/>
            <a:ln w="9525">
              <a:noFill/>
              <a:miter lim="800000"/>
            </a:ln>
          </p:spPr>
          <p:txBody>
            <a:bodyPr>
              <a:spAutoFit/>
            </a:bodyPr>
            <a:lstStyle/>
            <a:p>
              <a:pPr>
                <a:spcBef>
                  <a:spcPct val="50000"/>
                </a:spcBef>
              </a:pPr>
              <a:r>
                <a:rPr lang="zh-CN" altLang="en-US" sz="2800">
                  <a:latin typeface="Times New Roman" panose="02020603050405020304" pitchFamily="18" charset="0"/>
                </a:rPr>
                <a:t>时</a:t>
              </a:r>
              <a:endParaRPr lang="zh-CN" altLang="en-US" sz="2800">
                <a:latin typeface="Times New Roman" panose="02020603050405020304" pitchFamily="18" charset="0"/>
              </a:endParaRPr>
            </a:p>
          </p:txBody>
        </p:sp>
      </p:grpSp>
      <p:sp>
        <p:nvSpPr>
          <p:cNvPr id="10353" name="Text Box 8"/>
          <p:cNvSpPr txBox="1">
            <a:spLocks noChangeArrowheads="1"/>
          </p:cNvSpPr>
          <p:nvPr/>
        </p:nvSpPr>
        <p:spPr bwMode="auto">
          <a:xfrm>
            <a:off x="2279650" y="5084763"/>
            <a:ext cx="6553200" cy="521970"/>
          </a:xfrm>
          <a:prstGeom prst="rect">
            <a:avLst/>
          </a:prstGeom>
          <a:noFill/>
          <a:ln w="9525">
            <a:noFill/>
            <a:miter lim="800000"/>
          </a:ln>
        </p:spPr>
        <p:txBody>
          <a:bodyPr>
            <a:spAutoFit/>
          </a:bodyPr>
          <a:lstStyle/>
          <a:p>
            <a:pPr>
              <a:spcBef>
                <a:spcPct val="50000"/>
              </a:spcBef>
            </a:pPr>
            <a:r>
              <a:rPr lang="zh-CN" sz="2800">
                <a:latin typeface="Times New Roman" panose="02020603050405020304" pitchFamily="18" charset="0"/>
              </a:rPr>
              <a:t>干涉因子为零，有极小值为零。</a:t>
            </a:r>
            <a:endParaRPr lang="zh-CN" sz="2800">
              <a:latin typeface="Times New Roman" panose="02020603050405020304" pitchFamily="18" charset="0"/>
            </a:endParaRPr>
          </a:p>
        </p:txBody>
      </p:sp>
      <p:grpSp>
        <p:nvGrpSpPr>
          <p:cNvPr id="10354" name="Group 9"/>
          <p:cNvGrpSpPr/>
          <p:nvPr/>
        </p:nvGrpSpPr>
        <p:grpSpPr bwMode="auto">
          <a:xfrm>
            <a:off x="1638935" y="1057447"/>
            <a:ext cx="8726170" cy="1024122"/>
            <a:chOff x="0" y="-43"/>
            <a:chExt cx="5184" cy="645"/>
          </a:xfrm>
        </p:grpSpPr>
        <p:sp>
          <p:nvSpPr>
            <p:cNvPr id="10355" name="Text Box 10"/>
            <p:cNvSpPr txBox="1">
              <a:spLocks noChangeArrowheads="1"/>
            </p:cNvSpPr>
            <p:nvPr/>
          </p:nvSpPr>
          <p:spPr bwMode="auto">
            <a:xfrm>
              <a:off x="0" y="0"/>
              <a:ext cx="5184" cy="464"/>
            </a:xfrm>
            <a:prstGeom prst="rect">
              <a:avLst/>
            </a:prstGeom>
            <a:noFill/>
            <a:ln w="9525">
              <a:noFill/>
              <a:miter lim="800000"/>
            </a:ln>
          </p:spPr>
          <p:txBody>
            <a:bodyPr>
              <a:spAutoFit/>
            </a:bodyPr>
            <a:lstStyle/>
            <a:p>
              <a:pPr>
                <a:lnSpc>
                  <a:spcPct val="150000"/>
                </a:lnSpc>
                <a:spcBef>
                  <a:spcPct val="50000"/>
                </a:spcBef>
              </a:pPr>
              <a:r>
                <a:rPr lang="zh-CN" altLang="en-US" sz="2800"/>
                <a:t>当 </a:t>
              </a:r>
              <a:r>
                <a:rPr lang="en-US" altLang="zh-CN" sz="2800"/>
                <a:t>     </a:t>
              </a:r>
              <a:r>
                <a:rPr lang="zh-CN" altLang="en-US" sz="2800"/>
                <a:t>   等于 </a:t>
              </a:r>
              <a:r>
                <a:rPr lang="en-US" altLang="zh-CN" sz="2800"/>
                <a:t>  </a:t>
              </a:r>
              <a:r>
                <a:rPr lang="en-US" altLang="zh-CN" sz="2800"/>
                <a:t> </a:t>
              </a:r>
              <a:r>
                <a:rPr lang="zh-CN" altLang="en-US" sz="2800"/>
                <a:t> 的整数倍而 </a:t>
              </a:r>
              <a:r>
                <a:rPr lang="en-US" altLang="zh-CN" sz="2800"/>
                <a:t>   </a:t>
              </a:r>
              <a:r>
                <a:rPr lang="zh-CN" altLang="en-US" sz="2800"/>
                <a:t> 不是 </a:t>
              </a:r>
              <a:r>
                <a:rPr lang="en-US" altLang="zh-CN" sz="2800"/>
                <a:t>    </a:t>
              </a:r>
              <a:r>
                <a:rPr lang="zh-CN" altLang="en-US" sz="2800"/>
                <a:t> 的整数倍时</a:t>
              </a:r>
              <a:endParaRPr lang="zh-CN" altLang="en-US" sz="2800"/>
            </a:p>
          </p:txBody>
        </p:sp>
        <p:graphicFrame>
          <p:nvGraphicFramePr>
            <p:cNvPr id="10347" name="Object 107"/>
            <p:cNvGraphicFramePr>
              <a:graphicFrameLocks noChangeAspect="1"/>
            </p:cNvGraphicFramePr>
            <p:nvPr/>
          </p:nvGraphicFramePr>
          <p:xfrm>
            <a:off x="252" y="-43"/>
            <a:ext cx="499" cy="645"/>
          </p:xfrm>
          <a:graphic>
            <a:graphicData uri="http://schemas.openxmlformats.org/presentationml/2006/ole">
              <mc:AlternateContent xmlns:mc="http://schemas.openxmlformats.org/markup-compatibility/2006">
                <mc:Choice xmlns:v="urn:schemas-microsoft-com:vml" Requires="v">
                  <p:oleObj spid="_x0000_s5123" name="" r:id="rId5" imgW="7315200" imgH="9448800" progId="Equation.3">
                    <p:embed/>
                  </p:oleObj>
                </mc:Choice>
                <mc:Fallback>
                  <p:oleObj name="" r:id="rId5" imgW="7315200" imgH="9448800" progId="Equation.3">
                    <p:embed/>
                    <p:pic>
                      <p:nvPicPr>
                        <p:cNvPr id="0" name="图片 5122"/>
                        <p:cNvPicPr>
                          <a:picLocks noChangeAspect="1"/>
                        </p:cNvPicPr>
                        <p:nvPr/>
                      </p:nvPicPr>
                      <p:blipFill>
                        <a:blip r:embed="rId6"/>
                        <a:stretch>
                          <a:fillRect/>
                        </a:stretch>
                      </p:blipFill>
                      <p:spPr>
                        <a:xfrm>
                          <a:off x="252" y="-43"/>
                          <a:ext cx="499" cy="645"/>
                        </a:xfrm>
                        <a:prstGeom prst="rect">
                          <a:avLst/>
                        </a:prstGeom>
                        <a:noFill/>
                        <a:ln w="9525">
                          <a:noFill/>
                        </a:ln>
                      </p:spPr>
                    </p:pic>
                  </p:oleObj>
                </mc:Fallback>
              </mc:AlternateContent>
            </a:graphicData>
          </a:graphic>
        </p:graphicFrame>
        <p:graphicFrame>
          <p:nvGraphicFramePr>
            <p:cNvPr id="10348" name="Object 108"/>
            <p:cNvGraphicFramePr>
              <a:graphicFrameLocks noChangeAspect="1"/>
            </p:cNvGraphicFramePr>
            <p:nvPr/>
          </p:nvGraphicFramePr>
          <p:xfrm>
            <a:off x="1124" y="135"/>
            <a:ext cx="308" cy="308"/>
          </p:xfrm>
          <a:graphic>
            <a:graphicData uri="http://schemas.openxmlformats.org/presentationml/2006/ole">
              <mc:AlternateContent xmlns:mc="http://schemas.openxmlformats.org/markup-compatibility/2006">
                <mc:Choice xmlns:v="urn:schemas-microsoft-com:vml" Requires="v">
                  <p:oleObj spid="_x0000_s5124" name="" r:id="rId7" imgW="3352800" imgH="3352800" progId="Equation.3">
                    <p:embed/>
                  </p:oleObj>
                </mc:Choice>
                <mc:Fallback>
                  <p:oleObj name="" r:id="rId7" imgW="3352800" imgH="3352800" progId="Equation.3">
                    <p:embed/>
                    <p:pic>
                      <p:nvPicPr>
                        <p:cNvPr id="0" name="图片 5123"/>
                        <p:cNvPicPr>
                          <a:picLocks noChangeAspect="1"/>
                        </p:cNvPicPr>
                        <p:nvPr/>
                      </p:nvPicPr>
                      <p:blipFill>
                        <a:blip r:embed="rId8"/>
                        <a:stretch>
                          <a:fillRect/>
                        </a:stretch>
                      </p:blipFill>
                      <p:spPr>
                        <a:xfrm>
                          <a:off x="1124" y="135"/>
                          <a:ext cx="308" cy="308"/>
                        </a:xfrm>
                        <a:prstGeom prst="rect">
                          <a:avLst/>
                        </a:prstGeom>
                        <a:noFill/>
                        <a:ln w="9525">
                          <a:noFill/>
                        </a:ln>
                      </p:spPr>
                    </p:pic>
                  </p:oleObj>
                </mc:Fallback>
              </mc:AlternateContent>
            </a:graphicData>
          </a:graphic>
        </p:graphicFrame>
        <p:graphicFrame>
          <p:nvGraphicFramePr>
            <p:cNvPr id="10349" name="Object 109"/>
            <p:cNvGraphicFramePr>
              <a:graphicFrameLocks noChangeAspect="1"/>
            </p:cNvGraphicFramePr>
            <p:nvPr/>
          </p:nvGraphicFramePr>
          <p:xfrm>
            <a:off x="2511" y="-43"/>
            <a:ext cx="273" cy="645"/>
          </p:xfrm>
          <a:graphic>
            <a:graphicData uri="http://schemas.openxmlformats.org/presentationml/2006/ole">
              <mc:AlternateContent xmlns:mc="http://schemas.openxmlformats.org/markup-compatibility/2006">
                <mc:Choice xmlns:v="urn:schemas-microsoft-com:vml" Requires="v">
                  <p:oleObj spid="_x0000_s5125" name="" r:id="rId9" imgW="3962400" imgH="9448800" progId="Equation.3">
                    <p:embed/>
                  </p:oleObj>
                </mc:Choice>
                <mc:Fallback>
                  <p:oleObj name="" r:id="rId9" imgW="3962400" imgH="9448800" progId="Equation.3">
                    <p:embed/>
                    <p:pic>
                      <p:nvPicPr>
                        <p:cNvPr id="0" name="图片 5124"/>
                        <p:cNvPicPr>
                          <a:picLocks noChangeAspect="1"/>
                        </p:cNvPicPr>
                        <p:nvPr/>
                      </p:nvPicPr>
                      <p:blipFill>
                        <a:blip r:embed="rId10"/>
                        <a:stretch>
                          <a:fillRect/>
                        </a:stretch>
                      </p:blipFill>
                      <p:spPr>
                        <a:xfrm>
                          <a:off x="2511" y="-43"/>
                          <a:ext cx="273" cy="645"/>
                        </a:xfrm>
                        <a:prstGeom prst="rect">
                          <a:avLst/>
                        </a:prstGeom>
                        <a:noFill/>
                        <a:ln w="9525">
                          <a:noFill/>
                        </a:ln>
                      </p:spPr>
                    </p:pic>
                  </p:oleObj>
                </mc:Fallback>
              </mc:AlternateContent>
            </a:graphicData>
          </a:graphic>
        </p:graphicFrame>
      </p:grpSp>
      <p:graphicFrame>
        <p:nvGraphicFramePr>
          <p:cNvPr id="10350" name="Object 110"/>
          <p:cNvGraphicFramePr>
            <a:graphicFrameLocks noChangeAspect="1"/>
          </p:cNvGraphicFramePr>
          <p:nvPr/>
        </p:nvGraphicFramePr>
        <p:xfrm>
          <a:off x="7031990" y="1339533"/>
          <a:ext cx="488950" cy="488950"/>
        </p:xfrm>
        <a:graphic>
          <a:graphicData uri="http://schemas.openxmlformats.org/presentationml/2006/ole">
            <mc:AlternateContent xmlns:mc="http://schemas.openxmlformats.org/markup-compatibility/2006">
              <mc:Choice xmlns:v="urn:schemas-microsoft-com:vml" Requires="v">
                <p:oleObj spid="_x0000_s5126" name="" r:id="rId11" imgW="3352800" imgH="3352800" progId="Equation.3">
                  <p:embed/>
                </p:oleObj>
              </mc:Choice>
              <mc:Fallback>
                <p:oleObj name="" r:id="rId11" imgW="3352800" imgH="3352800" progId="Equation.3">
                  <p:embed/>
                  <p:pic>
                    <p:nvPicPr>
                      <p:cNvPr id="0" name="图片 5125"/>
                      <p:cNvPicPr>
                        <a:picLocks noChangeAspect="1"/>
                      </p:cNvPicPr>
                      <p:nvPr/>
                    </p:nvPicPr>
                    <p:blipFill>
                      <a:blip r:embed="rId8"/>
                      <a:stretch>
                        <a:fillRect/>
                      </a:stretch>
                    </p:blipFill>
                    <p:spPr>
                      <a:xfrm>
                        <a:off x="7031990" y="1339533"/>
                        <a:ext cx="488950" cy="4889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322" name="Group 2"/>
          <p:cNvGrpSpPr/>
          <p:nvPr/>
        </p:nvGrpSpPr>
        <p:grpSpPr bwMode="auto">
          <a:xfrm>
            <a:off x="2057400" y="457200"/>
            <a:ext cx="7480945" cy="1124311"/>
            <a:chOff x="0" y="0"/>
            <a:chExt cx="4656" cy="708"/>
          </a:xfrm>
        </p:grpSpPr>
        <p:sp>
          <p:nvSpPr>
            <p:cNvPr id="11325" name="Text Box 3"/>
            <p:cNvSpPr txBox="1">
              <a:spLocks noChangeArrowheads="1"/>
            </p:cNvSpPr>
            <p:nvPr/>
          </p:nvSpPr>
          <p:spPr bwMode="auto">
            <a:xfrm>
              <a:off x="0" y="0"/>
              <a:ext cx="4656" cy="708"/>
            </a:xfrm>
            <a:prstGeom prst="rect">
              <a:avLst/>
            </a:prstGeom>
            <a:noFill/>
            <a:ln w="9525">
              <a:noFill/>
              <a:miter lim="800000"/>
            </a:ln>
          </p:spPr>
          <p:txBody>
            <a:bodyPr>
              <a:spAutoFit/>
            </a:bodyPr>
            <a:lstStyle/>
            <a:p>
              <a:pPr>
                <a:lnSpc>
                  <a:spcPct val="140000"/>
                </a:lnSpc>
                <a:spcBef>
                  <a:spcPct val="50000"/>
                </a:spcBef>
              </a:pPr>
              <a:r>
                <a:rPr lang="zh-CN" altLang="en-US" sz="2400"/>
                <a:t>在两个相邻主极大之间有</a:t>
              </a:r>
              <a:r>
                <a:rPr lang="en-US" altLang="zh-CN" sz="2400"/>
                <a:t>N-1</a:t>
              </a:r>
              <a:r>
                <a:rPr lang="zh-CN" altLang="en-US" sz="2400"/>
                <a:t>个零值，相邻两个零值之间（</a:t>
              </a:r>
              <a:r>
                <a:rPr lang="en-US" altLang="zh-CN" sz="2400"/>
                <a:t>            </a:t>
              </a:r>
              <a:r>
                <a:rPr lang="zh-CN" altLang="en-US" sz="2400"/>
                <a:t>        ）的角距离</a:t>
              </a:r>
              <a:r>
                <a:rPr lang="en-US" altLang="zh-CN" sz="2400"/>
                <a:t>    </a:t>
              </a:r>
              <a:r>
                <a:rPr lang="zh-CN" altLang="en-US" sz="2400"/>
                <a:t>    为</a:t>
              </a:r>
              <a:endParaRPr lang="zh-CN" altLang="en-US" sz="2400"/>
            </a:p>
          </p:txBody>
        </p:sp>
        <p:graphicFrame>
          <p:nvGraphicFramePr>
            <p:cNvPr id="11318" name="Object 54"/>
            <p:cNvGraphicFramePr>
              <a:graphicFrameLocks noChangeAspect="1"/>
            </p:cNvGraphicFramePr>
            <p:nvPr/>
          </p:nvGraphicFramePr>
          <p:xfrm>
            <a:off x="586" y="375"/>
            <a:ext cx="720" cy="280"/>
          </p:xfrm>
          <a:graphic>
            <a:graphicData uri="http://schemas.openxmlformats.org/presentationml/2006/ole">
              <mc:AlternateContent xmlns:mc="http://schemas.openxmlformats.org/markup-compatibility/2006">
                <mc:Choice xmlns:v="urn:schemas-microsoft-com:vml" Requires="v">
                  <p:oleObj spid="_x0000_s6145" name="" r:id="rId1" imgW="10972800" imgH="4267200" progId="Equation.3">
                    <p:embed/>
                  </p:oleObj>
                </mc:Choice>
                <mc:Fallback>
                  <p:oleObj name="" r:id="rId1" imgW="10972800" imgH="4267200" progId="Equation.3">
                    <p:embed/>
                    <p:pic>
                      <p:nvPicPr>
                        <p:cNvPr id="0" name="图片 6144"/>
                        <p:cNvPicPr>
                          <a:picLocks noChangeAspect="1"/>
                        </p:cNvPicPr>
                        <p:nvPr/>
                      </p:nvPicPr>
                      <p:blipFill>
                        <a:blip r:embed="rId2"/>
                        <a:stretch>
                          <a:fillRect/>
                        </a:stretch>
                      </p:blipFill>
                      <p:spPr>
                        <a:xfrm>
                          <a:off x="586" y="375"/>
                          <a:ext cx="720" cy="280"/>
                        </a:xfrm>
                        <a:prstGeom prst="rect">
                          <a:avLst/>
                        </a:prstGeom>
                        <a:noFill/>
                        <a:ln w="9525">
                          <a:noFill/>
                        </a:ln>
                      </p:spPr>
                    </p:pic>
                  </p:oleObj>
                </mc:Fallback>
              </mc:AlternateContent>
            </a:graphicData>
          </a:graphic>
        </p:graphicFrame>
        <p:graphicFrame>
          <p:nvGraphicFramePr>
            <p:cNvPr id="11319" name="Object 55"/>
            <p:cNvGraphicFramePr>
              <a:graphicFrameLocks noChangeAspect="1"/>
            </p:cNvGraphicFramePr>
            <p:nvPr/>
          </p:nvGraphicFramePr>
          <p:xfrm>
            <a:off x="2379" y="420"/>
            <a:ext cx="336" cy="248"/>
          </p:xfrm>
          <a:graphic>
            <a:graphicData uri="http://schemas.openxmlformats.org/presentationml/2006/ole">
              <mc:AlternateContent xmlns:mc="http://schemas.openxmlformats.org/markup-compatibility/2006">
                <mc:Choice xmlns:v="urn:schemas-microsoft-com:vml" Requires="v">
                  <p:oleObj spid="_x0000_s6146" name="" r:id="rId3" imgW="5791200" imgH="4267200" progId="Equation.3">
                    <p:embed/>
                  </p:oleObj>
                </mc:Choice>
                <mc:Fallback>
                  <p:oleObj name="" r:id="rId3" imgW="5791200" imgH="4267200" progId="Equation.3">
                    <p:embed/>
                    <p:pic>
                      <p:nvPicPr>
                        <p:cNvPr id="0" name="图片 6145"/>
                        <p:cNvPicPr>
                          <a:picLocks noChangeAspect="1"/>
                        </p:cNvPicPr>
                        <p:nvPr/>
                      </p:nvPicPr>
                      <p:blipFill>
                        <a:blip r:embed="rId4"/>
                        <a:stretch>
                          <a:fillRect/>
                        </a:stretch>
                      </p:blipFill>
                      <p:spPr>
                        <a:xfrm>
                          <a:off x="2379" y="420"/>
                          <a:ext cx="336" cy="248"/>
                        </a:xfrm>
                        <a:prstGeom prst="rect">
                          <a:avLst/>
                        </a:prstGeom>
                        <a:noFill/>
                        <a:ln w="9525">
                          <a:noFill/>
                        </a:ln>
                      </p:spPr>
                    </p:pic>
                  </p:oleObj>
                </mc:Fallback>
              </mc:AlternateContent>
            </a:graphicData>
          </a:graphic>
        </p:graphicFrame>
      </p:grpSp>
      <p:graphicFrame>
        <p:nvGraphicFramePr>
          <p:cNvPr id="11320" name="Object 56"/>
          <p:cNvGraphicFramePr>
            <a:graphicFrameLocks noChangeAspect="1"/>
          </p:cNvGraphicFramePr>
          <p:nvPr/>
        </p:nvGraphicFramePr>
        <p:xfrm>
          <a:off x="4652963" y="1700213"/>
          <a:ext cx="2667000" cy="1101725"/>
        </p:xfrm>
        <a:graphic>
          <a:graphicData uri="http://schemas.openxmlformats.org/presentationml/2006/ole">
            <mc:AlternateContent xmlns:mc="http://schemas.openxmlformats.org/markup-compatibility/2006">
              <mc:Choice xmlns:v="urn:schemas-microsoft-com:vml" Requires="v">
                <p:oleObj spid="_x0000_s6147" name="" r:id="rId5" imgW="22860000" imgH="9448800" progId="Equation.3">
                  <p:embed/>
                </p:oleObj>
              </mc:Choice>
              <mc:Fallback>
                <p:oleObj name="" r:id="rId5" imgW="22860000" imgH="9448800" progId="Equation.3">
                  <p:embed/>
                  <p:pic>
                    <p:nvPicPr>
                      <p:cNvPr id="0" name="图片 6146"/>
                      <p:cNvPicPr>
                        <a:picLocks noChangeAspect="1"/>
                      </p:cNvPicPr>
                      <p:nvPr/>
                    </p:nvPicPr>
                    <p:blipFill>
                      <a:blip r:embed="rId6"/>
                      <a:stretch>
                        <a:fillRect/>
                      </a:stretch>
                    </p:blipFill>
                    <p:spPr>
                      <a:xfrm>
                        <a:off x="4652963" y="1700213"/>
                        <a:ext cx="2667000" cy="1101725"/>
                      </a:xfrm>
                      <a:prstGeom prst="rect">
                        <a:avLst/>
                      </a:prstGeom>
                      <a:noFill/>
                      <a:ln w="9525">
                        <a:noFill/>
                      </a:ln>
                    </p:spPr>
                  </p:pic>
                </p:oleObj>
              </mc:Fallback>
            </mc:AlternateContent>
          </a:graphicData>
        </a:graphic>
      </p:graphicFrame>
      <p:sp>
        <p:nvSpPr>
          <p:cNvPr id="11323" name="Text Box 7"/>
          <p:cNvSpPr txBox="1">
            <a:spLocks noChangeArrowheads="1"/>
          </p:cNvSpPr>
          <p:nvPr/>
        </p:nvSpPr>
        <p:spPr bwMode="auto">
          <a:xfrm>
            <a:off x="1905000" y="3581400"/>
            <a:ext cx="8153400" cy="829945"/>
          </a:xfrm>
          <a:prstGeom prst="rect">
            <a:avLst/>
          </a:prstGeom>
          <a:noFill/>
          <a:ln w="9525">
            <a:noFill/>
            <a:miter lim="800000"/>
          </a:ln>
        </p:spPr>
        <p:txBody>
          <a:bodyPr>
            <a:spAutoFit/>
          </a:bodyPr>
          <a:lstStyle/>
          <a:p>
            <a:pPr>
              <a:spcBef>
                <a:spcPct val="50000"/>
              </a:spcBef>
            </a:pPr>
            <a:r>
              <a:rPr lang="zh-CN" sz="2400">
                <a:latin typeface="Times New Roman" panose="02020603050405020304" pitchFamily="18" charset="0"/>
              </a:rPr>
              <a:t>主极大与其相邻的一个零值之间的角距离，即</a:t>
            </a:r>
            <a:r>
              <a:rPr lang="zh-CN" sz="2400">
                <a:solidFill>
                  <a:srgbClr val="FF0000"/>
                </a:solidFill>
                <a:latin typeface="Times New Roman" panose="02020603050405020304" pitchFamily="18" charset="0"/>
                <a:sym typeface="Arial" panose="020B0604020202020204" pitchFamily="34" charset="0"/>
              </a:rPr>
              <a:t>主极大的半角宽度</a:t>
            </a:r>
            <a:r>
              <a:rPr lang="zh-CN" sz="2400">
                <a:latin typeface="Times New Roman" panose="02020603050405020304" pitchFamily="18" charset="0"/>
                <a:sym typeface="Arial" panose="020B0604020202020204" pitchFamily="34" charset="0"/>
              </a:rPr>
              <a:t>也可用上式表示。</a:t>
            </a:r>
            <a:endParaRPr lang="zh-CN" sz="2400">
              <a:latin typeface="Times New Roman" panose="02020603050405020304" pitchFamily="18" charset="0"/>
              <a:sym typeface="Arial" panose="020B0604020202020204" pitchFamily="34" charset="0"/>
            </a:endParaRPr>
          </a:p>
        </p:txBody>
      </p:sp>
      <p:sp>
        <p:nvSpPr>
          <p:cNvPr id="11324" name="Text Box 8"/>
          <p:cNvSpPr txBox="1">
            <a:spLocks noChangeArrowheads="1"/>
          </p:cNvSpPr>
          <p:nvPr/>
        </p:nvSpPr>
        <p:spPr bwMode="auto">
          <a:xfrm>
            <a:off x="1924050" y="4868863"/>
            <a:ext cx="7772400" cy="1210945"/>
          </a:xfrm>
          <a:prstGeom prst="rect">
            <a:avLst/>
          </a:prstGeom>
          <a:noFill/>
          <a:ln w="38100">
            <a:solidFill>
              <a:srgbClr val="C00000"/>
            </a:solidFill>
            <a:prstDash val="sysDot"/>
            <a:miter lim="800000"/>
          </a:ln>
        </p:spPr>
        <p:txBody>
          <a:bodyPr>
            <a:spAutoFit/>
          </a:bodyPr>
          <a:lstStyle/>
          <a:p>
            <a:pPr>
              <a:lnSpc>
                <a:spcPct val="130000"/>
              </a:lnSpc>
              <a:spcBef>
                <a:spcPct val="50000"/>
              </a:spcBef>
            </a:pPr>
            <a:r>
              <a:rPr lang="zh-CN" sz="2800">
                <a:latin typeface="Times New Roman" panose="02020603050405020304" pitchFamily="18" charset="0"/>
              </a:rPr>
              <a:t>上式</a:t>
            </a:r>
            <a:r>
              <a:rPr lang="zh-CN" sz="2800"/>
              <a:t>表明</a:t>
            </a:r>
            <a:r>
              <a:rPr lang="zh-CN" sz="2800">
                <a:solidFill>
                  <a:schemeClr val="accent2"/>
                </a:solidFill>
              </a:rPr>
              <a:t>缝数</a:t>
            </a:r>
            <a:r>
              <a:rPr lang="zh-CN" altLang="zh-CN" sz="2800">
                <a:solidFill>
                  <a:schemeClr val="accent2"/>
                </a:solidFill>
              </a:rPr>
              <a:t>N</a:t>
            </a:r>
            <a:r>
              <a:rPr lang="zh-CN" sz="2800">
                <a:solidFill>
                  <a:schemeClr val="accent2"/>
                </a:solidFill>
              </a:rPr>
              <a:t>越大，主极大的宽度越小</a:t>
            </a:r>
            <a:r>
              <a:rPr lang="zh-CN" sz="2800"/>
              <a:t>，因而多缝衍射条纹随着缝数的增加而变得越来越狭窄。</a:t>
            </a:r>
            <a:endParaRPr lang="zh-CN" sz="280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30" name="Text Box 2"/>
          <p:cNvSpPr txBox="1">
            <a:spLocks noChangeArrowheads="1"/>
          </p:cNvSpPr>
          <p:nvPr/>
        </p:nvSpPr>
        <p:spPr bwMode="auto">
          <a:xfrm>
            <a:off x="2640013" y="1412875"/>
            <a:ext cx="6172200" cy="521970"/>
          </a:xfrm>
          <a:prstGeom prst="rect">
            <a:avLst/>
          </a:prstGeom>
          <a:noFill/>
          <a:ln w="9525">
            <a:noFill/>
            <a:miter lim="800000"/>
          </a:ln>
        </p:spPr>
        <p:txBody>
          <a:bodyPr>
            <a:spAutoFit/>
          </a:bodyPr>
          <a:lstStyle/>
          <a:p>
            <a:pPr>
              <a:spcBef>
                <a:spcPct val="50000"/>
              </a:spcBef>
            </a:pPr>
            <a:r>
              <a:rPr lang="zh-CN" altLang="en-US" sz="2800">
                <a:latin typeface="Times New Roman" panose="02020603050405020304" pitchFamily="18" charset="0"/>
              </a:rPr>
              <a:t>各级主极大的强度为</a:t>
            </a:r>
            <a:endParaRPr lang="zh-CN" altLang="en-US" sz="2800">
              <a:latin typeface="Times New Roman" panose="02020603050405020304" pitchFamily="18" charset="0"/>
            </a:endParaRPr>
          </a:p>
        </p:txBody>
      </p:sp>
      <p:graphicFrame>
        <p:nvGraphicFramePr>
          <p:cNvPr id="12327" name="Object 39"/>
          <p:cNvGraphicFramePr>
            <a:graphicFrameLocks noChangeAspect="1"/>
          </p:cNvGraphicFramePr>
          <p:nvPr/>
        </p:nvGraphicFramePr>
        <p:xfrm>
          <a:off x="4284663" y="2205038"/>
          <a:ext cx="2819400" cy="1039812"/>
        </p:xfrm>
        <a:graphic>
          <a:graphicData uri="http://schemas.openxmlformats.org/presentationml/2006/ole">
            <mc:AlternateContent xmlns:mc="http://schemas.openxmlformats.org/markup-compatibility/2006">
              <mc:Choice xmlns:v="urn:schemas-microsoft-com:vml" Requires="v">
                <p:oleObj spid="_x0000_s7169" name="" r:id="rId1" imgW="25603200" imgH="9448800" progId="Equation.3">
                  <p:embed/>
                </p:oleObj>
              </mc:Choice>
              <mc:Fallback>
                <p:oleObj name="" r:id="rId1" imgW="25603200" imgH="9448800" progId="Equation.3">
                  <p:embed/>
                  <p:pic>
                    <p:nvPicPr>
                      <p:cNvPr id="0" name="图片 7168"/>
                      <p:cNvPicPr>
                        <a:picLocks noChangeAspect="1"/>
                      </p:cNvPicPr>
                      <p:nvPr/>
                    </p:nvPicPr>
                    <p:blipFill>
                      <a:blip r:embed="rId2"/>
                      <a:stretch>
                        <a:fillRect/>
                      </a:stretch>
                    </p:blipFill>
                    <p:spPr>
                      <a:xfrm>
                        <a:off x="4284663" y="2205038"/>
                        <a:ext cx="2819400" cy="1039812"/>
                      </a:xfrm>
                      <a:prstGeom prst="rect">
                        <a:avLst/>
                      </a:prstGeom>
                      <a:noFill/>
                      <a:ln w="9525">
                        <a:noFill/>
                      </a:ln>
                    </p:spPr>
                  </p:pic>
                </p:oleObj>
              </mc:Fallback>
            </mc:AlternateContent>
          </a:graphicData>
        </a:graphic>
      </p:graphicFrame>
      <p:sp>
        <p:nvSpPr>
          <p:cNvPr id="12331" name="Text Box 4"/>
          <p:cNvSpPr txBox="1">
            <a:spLocks noChangeArrowheads="1"/>
          </p:cNvSpPr>
          <p:nvPr/>
        </p:nvSpPr>
        <p:spPr bwMode="auto">
          <a:xfrm>
            <a:off x="2351088" y="3860800"/>
            <a:ext cx="7467600" cy="2461260"/>
          </a:xfrm>
          <a:prstGeom prst="rect">
            <a:avLst/>
          </a:prstGeom>
          <a:noFill/>
          <a:ln w="38100">
            <a:solidFill>
              <a:srgbClr val="C00000"/>
            </a:solidFill>
            <a:prstDash val="sysDot"/>
            <a:miter lim="800000"/>
          </a:ln>
        </p:spPr>
        <p:txBody>
          <a:bodyPr>
            <a:spAutoFit/>
          </a:bodyPr>
          <a:lstStyle/>
          <a:p>
            <a:pPr>
              <a:lnSpc>
                <a:spcPct val="125000"/>
              </a:lnSpc>
              <a:spcBef>
                <a:spcPct val="50000"/>
              </a:spcBef>
            </a:pPr>
            <a:r>
              <a:rPr lang="zh-CN" altLang="en-US" sz="2800"/>
              <a:t>表明</a:t>
            </a:r>
            <a:r>
              <a:rPr lang="zh-CN" sz="2800"/>
              <a:t>它们</a:t>
            </a:r>
            <a:r>
              <a:rPr lang="zh-CN" altLang="en-US" sz="2800"/>
              <a:t>的强度随衍射因子变化，</a:t>
            </a:r>
            <a:r>
              <a:rPr lang="zh-CN" sz="2800">
                <a:solidFill>
                  <a:schemeClr val="accent2"/>
                </a:solidFill>
              </a:rPr>
              <a:t>是单缝衍射在各级主极大位置上产生的强度的</a:t>
            </a:r>
            <a:r>
              <a:rPr lang="en-US" altLang="zh-CN" sz="2800">
                <a:solidFill>
                  <a:schemeClr val="accent2"/>
                </a:solidFill>
              </a:rPr>
              <a:t> </a:t>
            </a:r>
            <a:r>
              <a:rPr lang="zh-CN" altLang="zh-CN" sz="2800">
                <a:solidFill>
                  <a:schemeClr val="accent2"/>
                </a:solidFill>
              </a:rPr>
              <a:t>N</a:t>
            </a:r>
            <a:r>
              <a:rPr lang="zh-CN" altLang="zh-CN" sz="2800" baseline="30000">
                <a:solidFill>
                  <a:schemeClr val="accent2"/>
                </a:solidFill>
              </a:rPr>
              <a:t>2</a:t>
            </a:r>
            <a:r>
              <a:rPr lang="en-US" altLang="zh-CN" sz="2800" baseline="30000">
                <a:solidFill>
                  <a:schemeClr val="accent2"/>
                </a:solidFill>
              </a:rPr>
              <a:t> </a:t>
            </a:r>
            <a:r>
              <a:rPr lang="zh-CN" sz="2800">
                <a:solidFill>
                  <a:schemeClr val="accent2"/>
                </a:solidFill>
              </a:rPr>
              <a:t>倍</a:t>
            </a:r>
            <a:r>
              <a:rPr lang="zh-CN" sz="2800"/>
              <a:t>，零级主极大的强度</a:t>
            </a:r>
            <a:r>
              <a:rPr lang="zh-CN" altLang="en-US" sz="2800"/>
              <a:t>在各级主极大中</a:t>
            </a:r>
            <a:r>
              <a:rPr lang="zh-CN" sz="2800"/>
              <a:t>最大，等于</a:t>
            </a:r>
            <a:endParaRPr lang="zh-CN" sz="2800"/>
          </a:p>
          <a:p>
            <a:pPr>
              <a:lnSpc>
                <a:spcPct val="125000"/>
              </a:lnSpc>
              <a:spcBef>
                <a:spcPct val="50000"/>
              </a:spcBef>
            </a:pPr>
            <a:r>
              <a:rPr lang="zh-CN" sz="2800">
                <a:solidFill>
                  <a:srgbClr val="FF0000"/>
                </a:solidFill>
                <a:sym typeface="+mn-ea"/>
              </a:rPr>
              <a:t>表明缝数</a:t>
            </a:r>
            <a:r>
              <a:rPr lang="zh-CN" altLang="zh-CN" sz="2800">
                <a:solidFill>
                  <a:srgbClr val="FF0000"/>
                </a:solidFill>
                <a:sym typeface="+mn-ea"/>
              </a:rPr>
              <a:t>N</a:t>
            </a:r>
            <a:r>
              <a:rPr lang="zh-CN" sz="2800">
                <a:solidFill>
                  <a:srgbClr val="FF0000"/>
                </a:solidFill>
                <a:sym typeface="+mn-ea"/>
              </a:rPr>
              <a:t>越大，观察屏上主极大亮纹越亮</a:t>
            </a:r>
            <a:endParaRPr lang="zh-CN" sz="2800">
              <a:solidFill>
                <a:srgbClr val="FF0000"/>
              </a:solidFill>
              <a:sym typeface="+mn-ea"/>
            </a:endParaRPr>
          </a:p>
        </p:txBody>
      </p:sp>
      <p:sp>
        <p:nvSpPr>
          <p:cNvPr id="12332" name="Text Box 5"/>
          <p:cNvSpPr txBox="1">
            <a:spLocks noChangeArrowheads="1"/>
          </p:cNvSpPr>
          <p:nvPr/>
        </p:nvSpPr>
        <p:spPr bwMode="auto">
          <a:xfrm>
            <a:off x="1990725" y="404813"/>
            <a:ext cx="3649980" cy="521970"/>
          </a:xfrm>
          <a:prstGeom prst="rect">
            <a:avLst/>
          </a:prstGeom>
          <a:noFill/>
          <a:ln w="9525">
            <a:noFill/>
            <a:miter lim="800000"/>
          </a:ln>
        </p:spPr>
        <p:txBody>
          <a:bodyPr wrap="none">
            <a:spAutoFit/>
          </a:bodyPr>
          <a:lstStyle/>
          <a:p>
            <a:r>
              <a:rPr lang="en-US" altLang="zh-CN" sz="2800"/>
              <a:t>3.</a:t>
            </a:r>
            <a:r>
              <a:rPr lang="zh-CN" altLang="en-US" sz="2800"/>
              <a:t>强度分布曲线和缺级</a:t>
            </a:r>
            <a:endParaRPr lang="zh-CN" sz="2800"/>
          </a:p>
        </p:txBody>
      </p:sp>
      <p:graphicFrame>
        <p:nvGraphicFramePr>
          <p:cNvPr id="12328" name="Object 40"/>
          <p:cNvGraphicFramePr>
            <a:graphicFrameLocks noChangeAspect="1"/>
          </p:cNvGraphicFramePr>
          <p:nvPr/>
        </p:nvGraphicFramePr>
        <p:xfrm>
          <a:off x="8904288" y="4944745"/>
          <a:ext cx="884237" cy="623888"/>
        </p:xfrm>
        <a:graphic>
          <a:graphicData uri="http://schemas.openxmlformats.org/presentationml/2006/ole">
            <mc:AlternateContent xmlns:mc="http://schemas.openxmlformats.org/markup-compatibility/2006">
              <mc:Choice xmlns:v="urn:schemas-microsoft-com:vml" Requires="v">
                <p:oleObj spid="_x0000_s7170" name="" r:id="rId3" imgW="8229600" imgH="5791200" progId="Equation.DSMT4">
                  <p:embed/>
                </p:oleObj>
              </mc:Choice>
              <mc:Fallback>
                <p:oleObj name="" r:id="rId3" imgW="8229600" imgH="5791200" progId="Equation.DSMT4">
                  <p:embed/>
                  <p:pic>
                    <p:nvPicPr>
                      <p:cNvPr id="0" name="图片 7169"/>
                      <p:cNvPicPr>
                        <a:picLocks noChangeAspect="1"/>
                      </p:cNvPicPr>
                      <p:nvPr/>
                    </p:nvPicPr>
                    <p:blipFill>
                      <a:blip r:embed="rId4"/>
                      <a:stretch>
                        <a:fillRect/>
                      </a:stretch>
                    </p:blipFill>
                    <p:spPr>
                      <a:xfrm>
                        <a:off x="8904288" y="4944745"/>
                        <a:ext cx="884237" cy="623888"/>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96" name="Text Box 2"/>
          <p:cNvSpPr txBox="1">
            <a:spLocks noChangeArrowheads="1"/>
          </p:cNvSpPr>
          <p:nvPr/>
        </p:nvSpPr>
        <p:spPr bwMode="auto">
          <a:xfrm>
            <a:off x="2063750" y="549275"/>
            <a:ext cx="8077200" cy="977265"/>
          </a:xfrm>
          <a:prstGeom prst="rect">
            <a:avLst/>
          </a:prstGeom>
          <a:noFill/>
          <a:ln w="9525">
            <a:noFill/>
            <a:miter lim="800000"/>
          </a:ln>
        </p:spPr>
        <p:txBody>
          <a:bodyPr>
            <a:spAutoFit/>
          </a:bodyPr>
          <a:lstStyle/>
          <a:p>
            <a:pPr algn="just" eaLnBrk="0" hangingPunct="0">
              <a:lnSpc>
                <a:spcPct val="120000"/>
              </a:lnSpc>
              <a:spcBef>
                <a:spcPct val="50000"/>
              </a:spcBef>
            </a:pPr>
            <a:r>
              <a:rPr lang="zh-CN" sz="2400">
                <a:solidFill>
                  <a:srgbClr val="FF3300"/>
                </a:solidFill>
              </a:rPr>
              <a:t>缺级：</a:t>
            </a:r>
            <a:r>
              <a:rPr lang="zh-CN" sz="2400">
                <a:latin typeface="Times New Roman" panose="02020603050405020304" pitchFamily="18" charset="0"/>
              </a:rPr>
              <a:t>若干涉因子的某级主极大值刚好与衍射因子的某级极小值重合，这些级次对应的</a:t>
            </a:r>
            <a:r>
              <a:rPr lang="zh-CN" sz="2400">
                <a:solidFill>
                  <a:srgbClr val="FF0000"/>
                </a:solidFill>
                <a:latin typeface="Times New Roman" panose="02020603050405020304" pitchFamily="18" charset="0"/>
              </a:rPr>
              <a:t>主极大</a:t>
            </a:r>
            <a:r>
              <a:rPr lang="zh-CN" sz="2400">
                <a:solidFill>
                  <a:schemeClr val="tx1"/>
                </a:solidFill>
                <a:effectLst>
                  <a:outerShdw blurRad="38100" dist="19050" dir="2700000" algn="tl" rotWithShape="0">
                    <a:schemeClr val="dk1">
                      <a:alpha val="40000"/>
                    </a:schemeClr>
                  </a:outerShdw>
                </a:effectLst>
                <a:latin typeface="Times New Roman" panose="02020603050405020304" pitchFamily="18" charset="0"/>
              </a:rPr>
              <a:t>就</a:t>
            </a:r>
            <a:r>
              <a:rPr lang="zh-CN" sz="2400">
                <a:solidFill>
                  <a:srgbClr val="FF0000"/>
                </a:solidFill>
                <a:latin typeface="Times New Roman" panose="02020603050405020304" pitchFamily="18" charset="0"/>
              </a:rPr>
              <a:t>消失</a:t>
            </a:r>
            <a:r>
              <a:rPr lang="zh-CN" sz="2400">
                <a:latin typeface="Times New Roman" panose="02020603050405020304" pitchFamily="18" charset="0"/>
              </a:rPr>
              <a:t>了。</a:t>
            </a:r>
            <a:endParaRPr lang="zh-CN" sz="2400">
              <a:latin typeface="Times New Roman" panose="02020603050405020304" pitchFamily="18" charset="0"/>
            </a:endParaRPr>
          </a:p>
        </p:txBody>
      </p:sp>
      <p:sp>
        <p:nvSpPr>
          <p:cNvPr id="14397" name="Text Box 3"/>
          <p:cNvSpPr txBox="1">
            <a:spLocks noChangeArrowheads="1"/>
          </p:cNvSpPr>
          <p:nvPr/>
        </p:nvSpPr>
        <p:spPr bwMode="auto">
          <a:xfrm>
            <a:off x="2063750" y="1844675"/>
            <a:ext cx="3535680" cy="460375"/>
          </a:xfrm>
          <a:prstGeom prst="rect">
            <a:avLst/>
          </a:prstGeom>
          <a:noFill/>
          <a:ln w="9525">
            <a:noFill/>
            <a:miter lim="800000"/>
          </a:ln>
        </p:spPr>
        <p:txBody>
          <a:bodyPr wrap="none">
            <a:spAutoFit/>
          </a:bodyPr>
          <a:lstStyle/>
          <a:p>
            <a:r>
              <a:rPr lang="zh-CN" altLang="en-US" sz="2400">
                <a:latin typeface="Times New Roman" panose="02020603050405020304" pitchFamily="18" charset="0"/>
              </a:rPr>
              <a:t>缺极时衍射角同时满足：</a:t>
            </a:r>
            <a:endParaRPr lang="zh-CN" altLang="en-US" sz="2400" b="0">
              <a:latin typeface="Times New Roman" panose="02020603050405020304" pitchFamily="18" charset="0"/>
            </a:endParaRPr>
          </a:p>
        </p:txBody>
      </p:sp>
      <p:sp>
        <p:nvSpPr>
          <p:cNvPr id="14398" name="Rectangle 4"/>
          <p:cNvSpPr>
            <a:spLocks noChangeArrowheads="1"/>
          </p:cNvSpPr>
          <p:nvPr/>
        </p:nvSpPr>
        <p:spPr bwMode="auto">
          <a:xfrm>
            <a:off x="4298950" y="6093143"/>
            <a:ext cx="2629535" cy="460375"/>
          </a:xfrm>
          <a:prstGeom prst="rect">
            <a:avLst/>
          </a:prstGeom>
          <a:noFill/>
          <a:ln w="9525">
            <a:noFill/>
            <a:miter lim="800000"/>
          </a:ln>
        </p:spPr>
        <p:txBody>
          <a:bodyPr wrap="none">
            <a:spAutoFit/>
          </a:bodyPr>
          <a:lstStyle/>
          <a:p>
            <a:r>
              <a:rPr lang="en-US" altLang="zh-CN" sz="2400"/>
              <a:t>m </a:t>
            </a:r>
            <a:r>
              <a:rPr lang="zh-CN" altLang="en-US" sz="2400"/>
              <a:t>就是所缺的级次</a:t>
            </a:r>
            <a:endParaRPr lang="zh-CN" altLang="en-US" sz="2400" b="0"/>
          </a:p>
        </p:txBody>
      </p:sp>
      <p:sp>
        <p:nvSpPr>
          <p:cNvPr id="14399" name="Rectangle 5"/>
          <p:cNvSpPr>
            <a:spLocks noChangeArrowheads="1"/>
          </p:cNvSpPr>
          <p:nvPr/>
        </p:nvSpPr>
        <p:spPr bwMode="auto">
          <a:xfrm>
            <a:off x="2541588" y="3213100"/>
            <a:ext cx="3276600" cy="460375"/>
          </a:xfrm>
          <a:prstGeom prst="rect">
            <a:avLst/>
          </a:prstGeom>
          <a:noFill/>
          <a:ln w="9525">
            <a:noFill/>
            <a:miter lim="800000"/>
          </a:ln>
        </p:spPr>
        <p:txBody>
          <a:bodyPr lIns="92075" tIns="46038" rIns="92075" bIns="46038">
            <a:spAutoFit/>
          </a:bodyPr>
          <a:lstStyle/>
          <a:p>
            <a:r>
              <a:rPr lang="zh-CN" altLang="en-US" sz="2400"/>
              <a:t>缝间光束干涉极大条件</a:t>
            </a:r>
            <a:endParaRPr lang="zh-CN" altLang="en-US" sz="2400"/>
          </a:p>
        </p:txBody>
      </p:sp>
      <p:sp>
        <p:nvSpPr>
          <p:cNvPr id="14400" name="Rectangle 6"/>
          <p:cNvSpPr>
            <a:spLocks noChangeArrowheads="1"/>
          </p:cNvSpPr>
          <p:nvPr/>
        </p:nvSpPr>
        <p:spPr bwMode="auto">
          <a:xfrm>
            <a:off x="2541588" y="2565400"/>
            <a:ext cx="2667000" cy="460375"/>
          </a:xfrm>
          <a:prstGeom prst="rect">
            <a:avLst/>
          </a:prstGeom>
          <a:noFill/>
          <a:ln w="9525">
            <a:noFill/>
            <a:miter lim="800000"/>
          </a:ln>
        </p:spPr>
        <p:txBody>
          <a:bodyPr lIns="92075" tIns="46038" rIns="92075" bIns="46038">
            <a:spAutoFit/>
          </a:bodyPr>
          <a:lstStyle/>
          <a:p>
            <a:pPr eaLnBrk="0" hangingPunct="0"/>
            <a:r>
              <a:rPr lang="zh-CN" altLang="en-US" sz="2400">
                <a:latin typeface="Bookman Old Style" panose="02050604050505020204" pitchFamily="18" charset="0"/>
              </a:rPr>
              <a:t>单缝衍射极小条件</a:t>
            </a:r>
            <a:endParaRPr lang="zh-CN" altLang="en-US" sz="2400">
              <a:latin typeface="Bookman Old Style" panose="02050604050505020204" pitchFamily="18" charset="0"/>
            </a:endParaRPr>
          </a:p>
        </p:txBody>
      </p:sp>
      <p:graphicFrame>
        <p:nvGraphicFramePr>
          <p:cNvPr id="14392" name="Object 56"/>
          <p:cNvGraphicFramePr>
            <a:graphicFrameLocks noChangeAspect="1"/>
          </p:cNvGraphicFramePr>
          <p:nvPr/>
        </p:nvGraphicFramePr>
        <p:xfrm>
          <a:off x="5437188" y="2565400"/>
          <a:ext cx="4114800" cy="503238"/>
        </p:xfrm>
        <a:graphic>
          <a:graphicData uri="http://schemas.openxmlformats.org/presentationml/2006/ole">
            <mc:AlternateContent xmlns:mc="http://schemas.openxmlformats.org/markup-compatibility/2006">
              <mc:Choice xmlns:v="urn:schemas-microsoft-com:vml" Requires="v">
                <p:oleObj spid="_x0000_s8193" name="" r:id="rId1" imgW="39928800" imgH="4876800" progId="Equation.3">
                  <p:embed/>
                </p:oleObj>
              </mc:Choice>
              <mc:Fallback>
                <p:oleObj name="" r:id="rId1" imgW="39928800" imgH="4876800" progId="Equation.3">
                  <p:embed/>
                  <p:pic>
                    <p:nvPicPr>
                      <p:cNvPr id="0" name="图片 8192"/>
                      <p:cNvPicPr>
                        <a:picLocks noChangeAspect="1"/>
                      </p:cNvPicPr>
                      <p:nvPr/>
                    </p:nvPicPr>
                    <p:blipFill>
                      <a:blip r:embed="rId2"/>
                      <a:stretch>
                        <a:fillRect/>
                      </a:stretch>
                    </p:blipFill>
                    <p:spPr>
                      <a:xfrm>
                        <a:off x="5437188" y="2565400"/>
                        <a:ext cx="4114800" cy="503238"/>
                      </a:xfrm>
                      <a:prstGeom prst="rect">
                        <a:avLst/>
                      </a:prstGeom>
                      <a:noFill/>
                      <a:ln w="9525">
                        <a:noFill/>
                      </a:ln>
                    </p:spPr>
                  </p:pic>
                </p:oleObj>
              </mc:Fallback>
            </mc:AlternateContent>
          </a:graphicData>
        </a:graphic>
      </p:graphicFrame>
      <p:graphicFrame>
        <p:nvGraphicFramePr>
          <p:cNvPr id="14393" name="Object 57"/>
          <p:cNvGraphicFramePr>
            <a:graphicFrameLocks noChangeAspect="1"/>
          </p:cNvGraphicFramePr>
          <p:nvPr/>
        </p:nvGraphicFramePr>
        <p:xfrm>
          <a:off x="5386388" y="3860800"/>
          <a:ext cx="4813300" cy="527050"/>
        </p:xfrm>
        <a:graphic>
          <a:graphicData uri="http://schemas.openxmlformats.org/presentationml/2006/ole">
            <mc:AlternateContent xmlns:mc="http://schemas.openxmlformats.org/markup-compatibility/2006">
              <mc:Choice xmlns:v="urn:schemas-microsoft-com:vml" Requires="v">
                <p:oleObj spid="_x0000_s8194" name="" r:id="rId3" imgW="44500800" imgH="4876800" progId="Equation.3">
                  <p:embed/>
                </p:oleObj>
              </mc:Choice>
              <mc:Fallback>
                <p:oleObj name="" r:id="rId3" imgW="44500800" imgH="4876800" progId="Equation.3">
                  <p:embed/>
                  <p:pic>
                    <p:nvPicPr>
                      <p:cNvPr id="0" name="图片 8193"/>
                      <p:cNvPicPr>
                        <a:picLocks noChangeAspect="1"/>
                      </p:cNvPicPr>
                      <p:nvPr/>
                    </p:nvPicPr>
                    <p:blipFill>
                      <a:blip r:embed="rId4"/>
                      <a:stretch>
                        <a:fillRect/>
                      </a:stretch>
                    </p:blipFill>
                    <p:spPr>
                      <a:xfrm>
                        <a:off x="5386388" y="3860800"/>
                        <a:ext cx="4813300" cy="527050"/>
                      </a:xfrm>
                      <a:prstGeom prst="rect">
                        <a:avLst/>
                      </a:prstGeom>
                      <a:noFill/>
                      <a:ln w="9525">
                        <a:noFill/>
                      </a:ln>
                    </p:spPr>
                  </p:pic>
                </p:oleObj>
              </mc:Fallback>
            </mc:AlternateContent>
          </a:graphicData>
        </a:graphic>
      </p:graphicFrame>
      <p:sp>
        <p:nvSpPr>
          <p:cNvPr id="14401" name="Text Box 9"/>
          <p:cNvSpPr txBox="1">
            <a:spLocks noChangeArrowheads="1"/>
          </p:cNvSpPr>
          <p:nvPr/>
        </p:nvSpPr>
        <p:spPr bwMode="auto">
          <a:xfrm>
            <a:off x="2090738" y="4916488"/>
            <a:ext cx="2133600" cy="460375"/>
          </a:xfrm>
          <a:prstGeom prst="rect">
            <a:avLst/>
          </a:prstGeom>
          <a:noFill/>
          <a:ln w="9525">
            <a:noFill/>
            <a:miter lim="800000"/>
          </a:ln>
        </p:spPr>
        <p:txBody>
          <a:bodyPr>
            <a:spAutoFit/>
          </a:bodyPr>
          <a:lstStyle/>
          <a:p>
            <a:pPr>
              <a:spcBef>
                <a:spcPct val="50000"/>
              </a:spcBef>
            </a:pPr>
            <a:r>
              <a:rPr lang="zh-CN" altLang="en-US" sz="2400">
                <a:latin typeface="Times New Roman" panose="02020603050405020304" pitchFamily="18" charset="0"/>
              </a:rPr>
              <a:t>缺级的条件为：</a:t>
            </a:r>
            <a:endParaRPr lang="zh-CN" altLang="en-US" sz="2400">
              <a:latin typeface="Times New Roman" panose="02020603050405020304" pitchFamily="18" charset="0"/>
            </a:endParaRPr>
          </a:p>
        </p:txBody>
      </p:sp>
      <p:graphicFrame>
        <p:nvGraphicFramePr>
          <p:cNvPr id="14394" name="Object 58"/>
          <p:cNvGraphicFramePr>
            <a:graphicFrameLocks noChangeAspect="1"/>
          </p:cNvGraphicFramePr>
          <p:nvPr/>
        </p:nvGraphicFramePr>
        <p:xfrm>
          <a:off x="4467225" y="4572000"/>
          <a:ext cx="1900238" cy="1219200"/>
        </p:xfrm>
        <a:graphic>
          <a:graphicData uri="http://schemas.openxmlformats.org/presentationml/2006/ole">
            <mc:AlternateContent xmlns:mc="http://schemas.openxmlformats.org/markup-compatibility/2006">
              <mc:Choice xmlns:v="urn:schemas-microsoft-com:vml" Requires="v">
                <p:oleObj spid="_x0000_s8195" name="Equation" r:id="rId5" imgW="16154400" imgH="10363200" progId="Equation.DSMT4">
                  <p:embed/>
                </p:oleObj>
              </mc:Choice>
              <mc:Fallback>
                <p:oleObj name="Equation" r:id="rId5" imgW="16154400" imgH="10363200" progId="Equation.DSMT4">
                  <p:embed/>
                  <p:pic>
                    <p:nvPicPr>
                      <p:cNvPr id="0" name="图片 8194"/>
                      <p:cNvPicPr>
                        <a:picLocks noChangeAspect="1"/>
                      </p:cNvPicPr>
                      <p:nvPr/>
                    </p:nvPicPr>
                    <p:blipFill>
                      <a:blip r:embed="rId6"/>
                      <a:stretch>
                        <a:fillRect/>
                      </a:stretch>
                    </p:blipFill>
                    <p:spPr>
                      <a:xfrm>
                        <a:off x="4467225" y="4572000"/>
                        <a:ext cx="1900238" cy="121920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2225" name="Picture 6" descr="3t34"/>
          <p:cNvPicPr>
            <a:picLocks noChangeAspect="1" noChangeArrowheads="1"/>
          </p:cNvPicPr>
          <p:nvPr/>
        </p:nvPicPr>
        <p:blipFill>
          <a:blip r:embed="rId1"/>
          <a:srcRect/>
          <a:stretch>
            <a:fillRect/>
          </a:stretch>
        </p:blipFill>
        <p:spPr bwMode="auto">
          <a:xfrm>
            <a:off x="2711450" y="133350"/>
            <a:ext cx="6300788" cy="6724650"/>
          </a:xfrm>
          <a:prstGeom prst="rect">
            <a:avLst/>
          </a:prstGeom>
          <a:noFill/>
          <a:ln w="9525">
            <a:noFill/>
            <a:miter lim="800000"/>
            <a:headEnd/>
            <a:tailEnd/>
          </a:ln>
        </p:spPr>
      </p:pic>
      <p:sp>
        <p:nvSpPr>
          <p:cNvPr id="52226" name="Text Box 3"/>
          <p:cNvSpPr txBox="1">
            <a:spLocks noChangeArrowheads="1"/>
          </p:cNvSpPr>
          <p:nvPr/>
        </p:nvSpPr>
        <p:spPr bwMode="auto">
          <a:xfrm>
            <a:off x="6888163" y="2565400"/>
            <a:ext cx="2214880" cy="675640"/>
          </a:xfrm>
          <a:prstGeom prst="rect">
            <a:avLst/>
          </a:prstGeom>
          <a:noFill/>
          <a:ln w="9525">
            <a:noFill/>
            <a:miter lim="800000"/>
          </a:ln>
        </p:spPr>
        <p:txBody>
          <a:bodyPr wrap="none">
            <a:spAutoFit/>
          </a:bodyPr>
          <a:lstStyle/>
          <a:p>
            <a:r>
              <a:rPr lang="zh-CN" altLang="en-US" sz="2000">
                <a:solidFill>
                  <a:srgbClr val="FF0000"/>
                </a:solidFill>
                <a:latin typeface="Times New Roman" panose="02020603050405020304" pitchFamily="18" charset="0"/>
                <a:ea typeface="宋体" panose="02010600030101010101" pitchFamily="2" charset="-122"/>
              </a:rPr>
              <a:t>单缝衍射光强曲线</a:t>
            </a:r>
            <a:endParaRPr lang="zh-CN" altLang="en-US" sz="2000">
              <a:solidFill>
                <a:srgbClr val="FF0000"/>
              </a:solidFill>
              <a:latin typeface="Times New Roman" panose="02020603050405020304" pitchFamily="18" charset="0"/>
              <a:ea typeface="宋体" panose="02010600030101010101" pitchFamily="2" charset="-122"/>
            </a:endParaRPr>
          </a:p>
          <a:p>
            <a:endParaRPr lang="zh-CN" altLang="en-US"/>
          </a:p>
        </p:txBody>
      </p:sp>
      <p:sp>
        <p:nvSpPr>
          <p:cNvPr id="52227" name="Text Box 4"/>
          <p:cNvSpPr txBox="1">
            <a:spLocks noChangeArrowheads="1"/>
          </p:cNvSpPr>
          <p:nvPr/>
        </p:nvSpPr>
        <p:spPr bwMode="auto">
          <a:xfrm>
            <a:off x="6816725" y="260350"/>
            <a:ext cx="3024188" cy="398780"/>
          </a:xfrm>
          <a:prstGeom prst="rect">
            <a:avLst/>
          </a:prstGeom>
          <a:noFill/>
          <a:ln w="9525">
            <a:noFill/>
            <a:miter lim="800000"/>
          </a:ln>
        </p:spPr>
        <p:txBody>
          <a:bodyPr>
            <a:spAutoFit/>
          </a:bodyPr>
          <a:lstStyle/>
          <a:p>
            <a:r>
              <a:rPr lang="zh-CN" altLang="en-US" sz="2000">
                <a:solidFill>
                  <a:srgbClr val="FF0000"/>
                </a:solidFill>
                <a:latin typeface="Times New Roman" panose="02020603050405020304" pitchFamily="18" charset="0"/>
                <a:ea typeface="宋体" panose="02010600030101010101" pitchFamily="2" charset="-122"/>
              </a:rPr>
              <a:t>多光束干涉光强曲线</a:t>
            </a:r>
            <a:endParaRPr lang="zh-CN" altLang="en-US" sz="2000">
              <a:solidFill>
                <a:srgbClr val="FF0000"/>
              </a:solidFill>
            </a:endParaRPr>
          </a:p>
        </p:txBody>
      </p:sp>
      <p:sp>
        <p:nvSpPr>
          <p:cNvPr id="52228" name="Text Box 5"/>
          <p:cNvSpPr txBox="1">
            <a:spLocks noChangeArrowheads="1"/>
          </p:cNvSpPr>
          <p:nvPr/>
        </p:nvSpPr>
        <p:spPr bwMode="auto">
          <a:xfrm>
            <a:off x="6240463" y="4868863"/>
            <a:ext cx="2468880" cy="398780"/>
          </a:xfrm>
          <a:prstGeom prst="rect">
            <a:avLst/>
          </a:prstGeom>
          <a:noFill/>
          <a:ln w="9525">
            <a:noFill/>
            <a:miter lim="800000"/>
          </a:ln>
        </p:spPr>
        <p:txBody>
          <a:bodyPr wrap="none">
            <a:spAutoFit/>
          </a:bodyPr>
          <a:lstStyle/>
          <a:p>
            <a:r>
              <a:rPr lang="zh-CN" sz="2000">
                <a:solidFill>
                  <a:srgbClr val="FF0000"/>
                </a:solidFill>
                <a:latin typeface="Times New Roman" panose="02020603050405020304" pitchFamily="18" charset="0"/>
                <a:ea typeface="宋体" panose="02010600030101010101" pitchFamily="2" charset="-122"/>
              </a:rPr>
              <a:t>多光束</a:t>
            </a:r>
            <a:r>
              <a:rPr lang="zh-CN" altLang="en-US" sz="2000">
                <a:solidFill>
                  <a:srgbClr val="FF0000"/>
                </a:solidFill>
                <a:latin typeface="Times New Roman" panose="02020603050405020304" pitchFamily="18" charset="0"/>
                <a:ea typeface="宋体" panose="02010600030101010101" pitchFamily="2" charset="-122"/>
              </a:rPr>
              <a:t>衍射</a:t>
            </a:r>
            <a:r>
              <a:rPr lang="zh-CN" sz="2000">
                <a:solidFill>
                  <a:srgbClr val="FF0000"/>
                </a:solidFill>
                <a:latin typeface="Times New Roman" panose="02020603050405020304" pitchFamily="18" charset="0"/>
                <a:ea typeface="宋体" panose="02010600030101010101" pitchFamily="2" charset="-122"/>
              </a:rPr>
              <a:t>光强曲线</a:t>
            </a:r>
            <a:endParaRPr lang="zh-CN" sz="2000">
              <a:solidFill>
                <a:srgbClr val="FF0000"/>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6" name="Text Box 2"/>
          <p:cNvSpPr txBox="1">
            <a:spLocks noChangeArrowheads="1"/>
          </p:cNvSpPr>
          <p:nvPr/>
        </p:nvSpPr>
        <p:spPr bwMode="auto">
          <a:xfrm>
            <a:off x="1798638" y="476250"/>
            <a:ext cx="3649980" cy="521970"/>
          </a:xfrm>
          <a:prstGeom prst="rect">
            <a:avLst/>
          </a:prstGeom>
          <a:noFill/>
          <a:ln w="9525">
            <a:noFill/>
            <a:miter lim="800000"/>
          </a:ln>
        </p:spPr>
        <p:txBody>
          <a:bodyPr wrap="none">
            <a:spAutoFit/>
          </a:bodyPr>
          <a:lstStyle/>
          <a:p>
            <a:r>
              <a:rPr lang="zh-CN" altLang="zh-CN" sz="2800"/>
              <a:t>4.</a:t>
            </a:r>
            <a:r>
              <a:rPr lang="zh-CN" sz="2800"/>
              <a:t>双缝衍射和双缝干涉</a:t>
            </a:r>
            <a:endParaRPr lang="zh-CN" sz="2800"/>
          </a:p>
        </p:txBody>
      </p:sp>
      <p:grpSp>
        <p:nvGrpSpPr>
          <p:cNvPr id="16497" name="Group 3"/>
          <p:cNvGrpSpPr/>
          <p:nvPr>
            <p:custDataLst>
              <p:tags r:id="rId1"/>
            </p:custDataLst>
          </p:nvPr>
        </p:nvGrpSpPr>
        <p:grpSpPr bwMode="auto">
          <a:xfrm>
            <a:off x="6299200" y="476250"/>
            <a:ext cx="3829050" cy="2736301"/>
            <a:chOff x="0" y="0"/>
            <a:chExt cx="6030" cy="4308"/>
          </a:xfrm>
        </p:grpSpPr>
        <p:graphicFrame>
          <p:nvGraphicFramePr>
            <p:cNvPr id="16490" name="Object 106"/>
            <p:cNvGraphicFramePr>
              <a:graphicFrameLocks noChangeAspect="1"/>
            </p:cNvGraphicFramePr>
            <p:nvPr/>
          </p:nvGraphicFramePr>
          <p:xfrm>
            <a:off x="0" y="0"/>
            <a:ext cx="6030" cy="1474"/>
          </p:xfrm>
          <a:graphic>
            <a:graphicData uri="http://schemas.openxmlformats.org/presentationml/2006/ole">
              <mc:AlternateContent xmlns:mc="http://schemas.openxmlformats.org/markup-compatibility/2006">
                <mc:Choice xmlns:v="urn:schemas-microsoft-com:vml" Requires="v">
                  <p:oleObj spid="_x0000_s9217" name="" r:id="rId2" imgW="43586400" imgH="10668000" progId="Equation.DSMT4">
                    <p:embed/>
                  </p:oleObj>
                </mc:Choice>
                <mc:Fallback>
                  <p:oleObj name="" r:id="rId2" imgW="43586400" imgH="10668000" progId="Equation.DSMT4">
                    <p:embed/>
                    <p:pic>
                      <p:nvPicPr>
                        <p:cNvPr id="0" name="图片 9216"/>
                        <p:cNvPicPr>
                          <a:picLocks noChangeAspect="1"/>
                        </p:cNvPicPr>
                        <p:nvPr/>
                      </p:nvPicPr>
                      <p:blipFill>
                        <a:blip r:embed="rId3"/>
                        <a:stretch>
                          <a:fillRect/>
                        </a:stretch>
                      </p:blipFill>
                      <p:spPr>
                        <a:xfrm>
                          <a:off x="0" y="0"/>
                          <a:ext cx="6030" cy="1474"/>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16499" name="AutoShape 5"/>
            <p:cNvSpPr>
              <a:spLocks noChangeArrowheads="1"/>
            </p:cNvSpPr>
            <p:nvPr>
              <p:custDataLst>
                <p:tags r:id="rId4"/>
              </p:custDataLst>
            </p:nvPr>
          </p:nvSpPr>
          <p:spPr bwMode="auto">
            <a:xfrm>
              <a:off x="2496" y="1907"/>
              <a:ext cx="340" cy="722"/>
            </a:xfrm>
            <a:prstGeom prst="downArrow">
              <a:avLst>
                <a:gd name="adj1" fmla="val 50000"/>
                <a:gd name="adj2" fmla="val 83382"/>
              </a:avLst>
            </a:prstGeom>
            <a:solidFill>
              <a:schemeClr val="accent1"/>
            </a:solidFill>
            <a:ln w="9525">
              <a:noFill/>
              <a:miter lim="800000"/>
            </a:ln>
          </p:spPr>
          <p:txBody>
            <a:bodyPr anchor="ctr">
              <a:spAutoFit/>
            </a:bodyPr>
            <a:lstStyle/>
            <a:p>
              <a:endParaRPr lang="zh-CN" altLang="en-US"/>
            </a:p>
          </p:txBody>
        </p:sp>
        <p:sp>
          <p:nvSpPr>
            <p:cNvPr id="16500" name="Text Box 6"/>
            <p:cNvSpPr txBox="1">
              <a:spLocks noChangeArrowheads="1"/>
            </p:cNvSpPr>
            <p:nvPr/>
          </p:nvSpPr>
          <p:spPr bwMode="auto">
            <a:xfrm>
              <a:off x="3543" y="1979"/>
              <a:ext cx="488" cy="580"/>
            </a:xfrm>
            <a:prstGeom prst="rect">
              <a:avLst/>
            </a:prstGeom>
            <a:noFill/>
            <a:ln w="9525">
              <a:noFill/>
              <a:miter lim="800000"/>
            </a:ln>
          </p:spPr>
          <p:txBody>
            <a:bodyPr wrap="none">
              <a:spAutoFit/>
            </a:bodyPr>
            <a:lstStyle/>
            <a:p>
              <a:endParaRPr lang="zh-CN" altLang="en-US"/>
            </a:p>
          </p:txBody>
        </p:sp>
        <p:graphicFrame>
          <p:nvGraphicFramePr>
            <p:cNvPr id="16491" name="Object 107"/>
            <p:cNvGraphicFramePr>
              <a:graphicFrameLocks noChangeAspect="1"/>
            </p:cNvGraphicFramePr>
            <p:nvPr>
              <p:custDataLst>
                <p:tags r:id="rId5"/>
              </p:custDataLst>
            </p:nvPr>
          </p:nvGraphicFramePr>
          <p:xfrm>
            <a:off x="3176" y="1927"/>
            <a:ext cx="1320" cy="577"/>
          </p:xfrm>
          <a:graphic>
            <a:graphicData uri="http://schemas.openxmlformats.org/presentationml/2006/ole">
              <mc:AlternateContent xmlns:mc="http://schemas.openxmlformats.org/markup-compatibility/2006">
                <mc:Choice xmlns:v="urn:schemas-microsoft-com:vml" Requires="v">
                  <p:oleObj spid="_x0000_s9218" name="" r:id="rId6" imgW="9753600" imgH="4267200" progId="Equation.DSMT4">
                    <p:embed/>
                  </p:oleObj>
                </mc:Choice>
                <mc:Fallback>
                  <p:oleObj name="" r:id="rId6" imgW="9753600" imgH="4267200" progId="Equation.DSMT4">
                    <p:embed/>
                    <p:pic>
                      <p:nvPicPr>
                        <p:cNvPr id="0" name="图片 9217"/>
                        <p:cNvPicPr>
                          <a:picLocks noChangeAspect="1"/>
                        </p:cNvPicPr>
                        <p:nvPr/>
                      </p:nvPicPr>
                      <p:blipFill>
                        <a:blip r:embed="rId7"/>
                        <a:stretch>
                          <a:fillRect/>
                        </a:stretch>
                      </p:blipFill>
                      <p:spPr>
                        <a:xfrm>
                          <a:off x="3176" y="1927"/>
                          <a:ext cx="1320" cy="577"/>
                        </a:xfrm>
                        <a:prstGeom prst="rect">
                          <a:avLst/>
                        </a:prstGeom>
                        <a:noFill/>
                        <a:ln w="9525">
                          <a:noFill/>
                        </a:ln>
                      </p:spPr>
                    </p:pic>
                  </p:oleObj>
                </mc:Fallback>
              </mc:AlternateContent>
            </a:graphicData>
          </a:graphic>
        </p:graphicFrame>
        <p:graphicFrame>
          <p:nvGraphicFramePr>
            <p:cNvPr id="16492" name="Object 108"/>
            <p:cNvGraphicFramePr>
              <a:graphicFrameLocks noChangeAspect="1"/>
            </p:cNvGraphicFramePr>
            <p:nvPr>
              <p:custDataLst>
                <p:tags r:id="rId8"/>
              </p:custDataLst>
            </p:nvPr>
          </p:nvGraphicFramePr>
          <p:xfrm>
            <a:off x="473" y="2950"/>
            <a:ext cx="5003" cy="1358"/>
          </p:xfrm>
          <a:graphic>
            <a:graphicData uri="http://schemas.openxmlformats.org/presentationml/2006/ole">
              <mc:AlternateContent xmlns:mc="http://schemas.openxmlformats.org/markup-compatibility/2006">
                <mc:Choice xmlns:v="urn:schemas-microsoft-com:vml" Requires="v">
                  <p:oleObj spid="_x0000_s9219" name="Equation" r:id="rId9" imgW="35356800" imgH="9448800" progId="Equation.DSMT4">
                    <p:embed/>
                  </p:oleObj>
                </mc:Choice>
                <mc:Fallback>
                  <p:oleObj name="Equation" r:id="rId9" imgW="35356800" imgH="9448800" progId="Equation.DSMT4">
                    <p:embed/>
                    <p:pic>
                      <p:nvPicPr>
                        <p:cNvPr id="0" name="图片 9218"/>
                        <p:cNvPicPr>
                          <a:picLocks noChangeAspect="1"/>
                        </p:cNvPicPr>
                        <p:nvPr/>
                      </p:nvPicPr>
                      <p:blipFill>
                        <a:blip r:embed="rId10"/>
                        <a:stretch>
                          <a:fillRect/>
                        </a:stretch>
                      </p:blipFill>
                      <p:spPr>
                        <a:xfrm>
                          <a:off x="473" y="2950"/>
                          <a:ext cx="5003" cy="135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16501" name="Text Box 9"/>
            <p:cNvSpPr txBox="1">
              <a:spLocks noChangeArrowheads="1"/>
            </p:cNvSpPr>
            <p:nvPr>
              <p:custDataLst>
                <p:tags r:id="rId11"/>
              </p:custDataLst>
            </p:nvPr>
          </p:nvSpPr>
          <p:spPr bwMode="auto">
            <a:xfrm>
              <a:off x="341" y="1814"/>
              <a:ext cx="1888" cy="628"/>
            </a:xfrm>
            <a:prstGeom prst="rect">
              <a:avLst/>
            </a:prstGeom>
            <a:noFill/>
            <a:ln w="9525">
              <a:noFill/>
              <a:miter lim="800000"/>
            </a:ln>
          </p:spPr>
          <p:txBody>
            <a:bodyPr wrap="none">
              <a:spAutoFit/>
            </a:bodyPr>
            <a:lstStyle/>
            <a:p>
              <a:r>
                <a:rPr lang="zh-CN" sz="2000"/>
                <a:t>双缝衍射</a:t>
              </a:r>
              <a:endParaRPr lang="zh-CN" sz="2000"/>
            </a:p>
          </p:txBody>
        </p:sp>
      </p:grpSp>
      <p:graphicFrame>
        <p:nvGraphicFramePr>
          <p:cNvPr id="16495" name="Object 111"/>
          <p:cNvGraphicFramePr>
            <a:graphicFrameLocks noChangeAspect="1"/>
          </p:cNvGraphicFramePr>
          <p:nvPr/>
        </p:nvGraphicFramePr>
        <p:xfrm>
          <a:off x="2495550" y="2041525"/>
          <a:ext cx="2427288" cy="1174750"/>
        </p:xfrm>
        <a:graphic>
          <a:graphicData uri="http://schemas.openxmlformats.org/presentationml/2006/ole">
            <mc:AlternateContent xmlns:mc="http://schemas.openxmlformats.org/markup-compatibility/2006">
              <mc:Choice xmlns:v="urn:schemas-microsoft-com:vml" Requires="v">
                <p:oleObj spid="_x0000_s9222" name="" r:id="rId12" imgW="19507200" imgH="9448800" progId="Equation.DSMT4">
                  <p:embed/>
                </p:oleObj>
              </mc:Choice>
              <mc:Fallback>
                <p:oleObj name="" r:id="rId12" imgW="19507200" imgH="9448800" progId="Equation.DSMT4">
                  <p:embed/>
                  <p:pic>
                    <p:nvPicPr>
                      <p:cNvPr id="0" name="图片 9221"/>
                      <p:cNvPicPr>
                        <a:picLocks noChangeAspect="1"/>
                      </p:cNvPicPr>
                      <p:nvPr/>
                    </p:nvPicPr>
                    <p:blipFill>
                      <a:blip r:embed="rId13"/>
                      <a:stretch>
                        <a:fillRect/>
                      </a:stretch>
                    </p:blipFill>
                    <p:spPr>
                      <a:xfrm>
                        <a:off x="2495550" y="2041525"/>
                        <a:ext cx="2427288" cy="1174750"/>
                      </a:xfrm>
                      <a:prstGeom prst="rect">
                        <a:avLst/>
                      </a:prstGeom>
                      <a:noFill/>
                      <a:ln w="9525">
                        <a:noFill/>
                      </a:ln>
                    </p:spPr>
                  </p:pic>
                </p:oleObj>
              </mc:Fallback>
            </mc:AlternateContent>
          </a:graphicData>
        </a:graphic>
      </p:graphicFrame>
      <p:pic>
        <p:nvPicPr>
          <p:cNvPr id="2" name="图片 -2147482573" descr="IMG_256"/>
          <p:cNvPicPr>
            <a:picLocks noChangeAspect="1"/>
          </p:cNvPicPr>
          <p:nvPr/>
        </p:nvPicPr>
        <p:blipFill>
          <a:blip r:embed="rId14">
            <a:grayscl/>
          </a:blip>
          <a:stretch>
            <a:fillRect/>
          </a:stretch>
        </p:blipFill>
        <p:spPr>
          <a:xfrm>
            <a:off x="1847215" y="4083050"/>
            <a:ext cx="8281035" cy="2458720"/>
          </a:xfrm>
          <a:prstGeom prst="rect">
            <a:avLst/>
          </a:prstGeom>
          <a:noFill/>
          <a:ln w="9525">
            <a:noFill/>
          </a:ln>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96" name="Text Box 2"/>
          <p:cNvSpPr txBox="1">
            <a:spLocks noChangeArrowheads="1"/>
          </p:cNvSpPr>
          <p:nvPr/>
        </p:nvSpPr>
        <p:spPr bwMode="auto">
          <a:xfrm>
            <a:off x="1798638" y="476250"/>
            <a:ext cx="3649980" cy="521970"/>
          </a:xfrm>
          <a:prstGeom prst="rect">
            <a:avLst/>
          </a:prstGeom>
          <a:noFill/>
          <a:ln w="9525">
            <a:noFill/>
            <a:miter lim="800000"/>
          </a:ln>
        </p:spPr>
        <p:txBody>
          <a:bodyPr wrap="none">
            <a:spAutoFit/>
          </a:bodyPr>
          <a:lstStyle/>
          <a:p>
            <a:r>
              <a:rPr lang="zh-CN" altLang="zh-CN" sz="2800"/>
              <a:t>4.</a:t>
            </a:r>
            <a:r>
              <a:rPr lang="zh-CN" sz="2800"/>
              <a:t>双缝衍射和双缝干涉</a:t>
            </a:r>
            <a:endParaRPr lang="zh-CN" sz="2800"/>
          </a:p>
        </p:txBody>
      </p:sp>
      <p:grpSp>
        <p:nvGrpSpPr>
          <p:cNvPr id="16497" name="Group 3"/>
          <p:cNvGrpSpPr/>
          <p:nvPr>
            <p:custDataLst>
              <p:tags r:id="rId1"/>
            </p:custDataLst>
          </p:nvPr>
        </p:nvGrpSpPr>
        <p:grpSpPr bwMode="auto">
          <a:xfrm>
            <a:off x="6299200" y="476250"/>
            <a:ext cx="3829050" cy="4819650"/>
            <a:chOff x="0" y="0"/>
            <a:chExt cx="6030" cy="7588"/>
          </a:xfrm>
        </p:grpSpPr>
        <p:graphicFrame>
          <p:nvGraphicFramePr>
            <p:cNvPr id="16490" name="Object 106"/>
            <p:cNvGraphicFramePr>
              <a:graphicFrameLocks noChangeAspect="1"/>
            </p:cNvGraphicFramePr>
            <p:nvPr/>
          </p:nvGraphicFramePr>
          <p:xfrm>
            <a:off x="0" y="0"/>
            <a:ext cx="6030" cy="1474"/>
          </p:xfrm>
          <a:graphic>
            <a:graphicData uri="http://schemas.openxmlformats.org/presentationml/2006/ole">
              <mc:AlternateContent xmlns:mc="http://schemas.openxmlformats.org/markup-compatibility/2006">
                <mc:Choice xmlns:v="urn:schemas-microsoft-com:vml" Requires="v">
                  <p:oleObj spid="_x0000_s9217" name="" r:id="rId2" imgW="43586400" imgH="10668000" progId="Equation.DSMT4">
                    <p:embed/>
                  </p:oleObj>
                </mc:Choice>
                <mc:Fallback>
                  <p:oleObj name="" r:id="rId2" imgW="43586400" imgH="10668000" progId="Equation.DSMT4">
                    <p:embed/>
                    <p:pic>
                      <p:nvPicPr>
                        <p:cNvPr id="0" name="图片 9216"/>
                        <p:cNvPicPr>
                          <a:picLocks noChangeAspect="1"/>
                        </p:cNvPicPr>
                        <p:nvPr/>
                      </p:nvPicPr>
                      <p:blipFill>
                        <a:blip r:embed="rId3"/>
                        <a:stretch>
                          <a:fillRect/>
                        </a:stretch>
                      </p:blipFill>
                      <p:spPr>
                        <a:xfrm>
                          <a:off x="0" y="0"/>
                          <a:ext cx="6030" cy="1474"/>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16499" name="AutoShape 5"/>
            <p:cNvSpPr>
              <a:spLocks noChangeArrowheads="1"/>
            </p:cNvSpPr>
            <p:nvPr>
              <p:custDataLst>
                <p:tags r:id="rId4"/>
              </p:custDataLst>
            </p:nvPr>
          </p:nvSpPr>
          <p:spPr bwMode="auto">
            <a:xfrm>
              <a:off x="2496" y="1907"/>
              <a:ext cx="340" cy="722"/>
            </a:xfrm>
            <a:prstGeom prst="downArrow">
              <a:avLst>
                <a:gd name="adj1" fmla="val 50000"/>
                <a:gd name="adj2" fmla="val 83382"/>
              </a:avLst>
            </a:prstGeom>
            <a:solidFill>
              <a:schemeClr val="accent1"/>
            </a:solidFill>
            <a:ln w="9525">
              <a:noFill/>
              <a:miter lim="800000"/>
            </a:ln>
          </p:spPr>
          <p:txBody>
            <a:bodyPr anchor="ctr">
              <a:spAutoFit/>
            </a:bodyPr>
            <a:lstStyle/>
            <a:p>
              <a:endParaRPr lang="zh-CN" altLang="en-US"/>
            </a:p>
          </p:txBody>
        </p:sp>
        <p:sp>
          <p:nvSpPr>
            <p:cNvPr id="16500" name="Text Box 6"/>
            <p:cNvSpPr txBox="1">
              <a:spLocks noChangeArrowheads="1"/>
            </p:cNvSpPr>
            <p:nvPr/>
          </p:nvSpPr>
          <p:spPr bwMode="auto">
            <a:xfrm>
              <a:off x="3543" y="1979"/>
              <a:ext cx="488" cy="580"/>
            </a:xfrm>
            <a:prstGeom prst="rect">
              <a:avLst/>
            </a:prstGeom>
            <a:noFill/>
            <a:ln w="9525">
              <a:noFill/>
              <a:miter lim="800000"/>
            </a:ln>
          </p:spPr>
          <p:txBody>
            <a:bodyPr wrap="none">
              <a:spAutoFit/>
            </a:bodyPr>
            <a:lstStyle/>
            <a:p>
              <a:endParaRPr lang="zh-CN" altLang="en-US"/>
            </a:p>
          </p:txBody>
        </p:sp>
        <p:graphicFrame>
          <p:nvGraphicFramePr>
            <p:cNvPr id="16491" name="Object 107"/>
            <p:cNvGraphicFramePr>
              <a:graphicFrameLocks noChangeAspect="1"/>
            </p:cNvGraphicFramePr>
            <p:nvPr>
              <p:custDataLst>
                <p:tags r:id="rId5"/>
              </p:custDataLst>
            </p:nvPr>
          </p:nvGraphicFramePr>
          <p:xfrm>
            <a:off x="3176" y="1927"/>
            <a:ext cx="1320" cy="577"/>
          </p:xfrm>
          <a:graphic>
            <a:graphicData uri="http://schemas.openxmlformats.org/presentationml/2006/ole">
              <mc:AlternateContent xmlns:mc="http://schemas.openxmlformats.org/markup-compatibility/2006">
                <mc:Choice xmlns:v="urn:schemas-microsoft-com:vml" Requires="v">
                  <p:oleObj spid="_x0000_s9218" name="" r:id="rId6" imgW="9753600" imgH="4267200" progId="Equation.DSMT4">
                    <p:embed/>
                  </p:oleObj>
                </mc:Choice>
                <mc:Fallback>
                  <p:oleObj name="" r:id="rId6" imgW="9753600" imgH="4267200" progId="Equation.DSMT4">
                    <p:embed/>
                    <p:pic>
                      <p:nvPicPr>
                        <p:cNvPr id="0" name="图片 9217"/>
                        <p:cNvPicPr>
                          <a:picLocks noChangeAspect="1"/>
                        </p:cNvPicPr>
                        <p:nvPr/>
                      </p:nvPicPr>
                      <p:blipFill>
                        <a:blip r:embed="rId7"/>
                        <a:stretch>
                          <a:fillRect/>
                        </a:stretch>
                      </p:blipFill>
                      <p:spPr>
                        <a:xfrm>
                          <a:off x="3176" y="1927"/>
                          <a:ext cx="1320" cy="577"/>
                        </a:xfrm>
                        <a:prstGeom prst="rect">
                          <a:avLst/>
                        </a:prstGeom>
                        <a:noFill/>
                        <a:ln w="9525">
                          <a:noFill/>
                        </a:ln>
                      </p:spPr>
                    </p:pic>
                  </p:oleObj>
                </mc:Fallback>
              </mc:AlternateContent>
            </a:graphicData>
          </a:graphic>
        </p:graphicFrame>
        <p:graphicFrame>
          <p:nvGraphicFramePr>
            <p:cNvPr id="16492" name="Object 108"/>
            <p:cNvGraphicFramePr>
              <a:graphicFrameLocks noChangeAspect="1"/>
            </p:cNvGraphicFramePr>
            <p:nvPr>
              <p:custDataLst>
                <p:tags r:id="rId8"/>
              </p:custDataLst>
            </p:nvPr>
          </p:nvGraphicFramePr>
          <p:xfrm>
            <a:off x="473" y="2950"/>
            <a:ext cx="5003" cy="1358"/>
          </p:xfrm>
          <a:graphic>
            <a:graphicData uri="http://schemas.openxmlformats.org/presentationml/2006/ole">
              <mc:AlternateContent xmlns:mc="http://schemas.openxmlformats.org/markup-compatibility/2006">
                <mc:Choice xmlns:v="urn:schemas-microsoft-com:vml" Requires="v">
                  <p:oleObj spid="_x0000_s9219" name="Equation" r:id="rId9" imgW="35356800" imgH="9448800" progId="Equation.DSMT4">
                    <p:embed/>
                  </p:oleObj>
                </mc:Choice>
                <mc:Fallback>
                  <p:oleObj name="Equation" r:id="rId9" imgW="35356800" imgH="9448800" progId="Equation.DSMT4">
                    <p:embed/>
                    <p:pic>
                      <p:nvPicPr>
                        <p:cNvPr id="0" name="图片 9218"/>
                        <p:cNvPicPr>
                          <a:picLocks noChangeAspect="1"/>
                        </p:cNvPicPr>
                        <p:nvPr/>
                      </p:nvPicPr>
                      <p:blipFill>
                        <a:blip r:embed="rId10"/>
                        <a:stretch>
                          <a:fillRect/>
                        </a:stretch>
                      </p:blipFill>
                      <p:spPr>
                        <a:xfrm>
                          <a:off x="473" y="2950"/>
                          <a:ext cx="5003" cy="135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16501" name="Text Box 9"/>
            <p:cNvSpPr txBox="1">
              <a:spLocks noChangeArrowheads="1"/>
            </p:cNvSpPr>
            <p:nvPr>
              <p:custDataLst>
                <p:tags r:id="rId11"/>
              </p:custDataLst>
            </p:nvPr>
          </p:nvSpPr>
          <p:spPr bwMode="auto">
            <a:xfrm>
              <a:off x="341" y="1814"/>
              <a:ext cx="1888" cy="628"/>
            </a:xfrm>
            <a:prstGeom prst="rect">
              <a:avLst/>
            </a:prstGeom>
            <a:noFill/>
            <a:ln w="9525">
              <a:noFill/>
              <a:miter lim="800000"/>
            </a:ln>
          </p:spPr>
          <p:txBody>
            <a:bodyPr wrap="none">
              <a:spAutoFit/>
            </a:bodyPr>
            <a:lstStyle/>
            <a:p>
              <a:r>
                <a:rPr lang="zh-CN" sz="2000"/>
                <a:t>双缝衍射</a:t>
              </a:r>
              <a:endParaRPr lang="zh-CN" sz="2000"/>
            </a:p>
          </p:txBody>
        </p:sp>
        <p:graphicFrame>
          <p:nvGraphicFramePr>
            <p:cNvPr id="16493" name="Object 109"/>
            <p:cNvGraphicFramePr>
              <a:graphicFrameLocks noChangeAspect="1"/>
            </p:cNvGraphicFramePr>
            <p:nvPr/>
          </p:nvGraphicFramePr>
          <p:xfrm>
            <a:off x="1702" y="6350"/>
            <a:ext cx="2836" cy="1238"/>
          </p:xfrm>
          <a:graphic>
            <a:graphicData uri="http://schemas.openxmlformats.org/presentationml/2006/ole">
              <mc:AlternateContent xmlns:mc="http://schemas.openxmlformats.org/markup-compatibility/2006">
                <mc:Choice xmlns:v="urn:schemas-microsoft-com:vml" Requires="v">
                  <p:oleObj spid="_x0000_s9220" name="" r:id="rId12" imgW="21640800" imgH="9448800" progId="Equation.DSMT4">
                    <p:embed/>
                  </p:oleObj>
                </mc:Choice>
                <mc:Fallback>
                  <p:oleObj name="" r:id="rId12" imgW="21640800" imgH="9448800" progId="Equation.DSMT4">
                    <p:embed/>
                    <p:pic>
                      <p:nvPicPr>
                        <p:cNvPr id="0" name="图片 9219"/>
                        <p:cNvPicPr>
                          <a:picLocks noChangeAspect="1"/>
                        </p:cNvPicPr>
                        <p:nvPr/>
                      </p:nvPicPr>
                      <p:blipFill>
                        <a:blip r:embed="rId13"/>
                        <a:stretch>
                          <a:fillRect/>
                        </a:stretch>
                      </p:blipFill>
                      <p:spPr>
                        <a:xfrm>
                          <a:off x="1702" y="6350"/>
                          <a:ext cx="2836" cy="1238"/>
                        </a:xfrm>
                        <a:prstGeom prst="rect">
                          <a:avLst/>
                        </a:prstGeom>
                        <a:noFill/>
                        <a:ln w="9525" cap="flat" cmpd="sng">
                          <a:solidFill>
                            <a:srgbClr val="FF0000"/>
                          </a:solidFill>
                          <a:prstDash val="solid"/>
                          <a:miter/>
                          <a:headEnd type="none" w="med" len="med"/>
                          <a:tailEnd type="none" w="med" len="med"/>
                        </a:ln>
                      </p:spPr>
                    </p:pic>
                  </p:oleObj>
                </mc:Fallback>
              </mc:AlternateContent>
            </a:graphicData>
          </a:graphic>
        </p:graphicFrame>
        <p:sp>
          <p:nvSpPr>
            <p:cNvPr id="16502" name="AutoShape 11"/>
            <p:cNvSpPr>
              <a:spLocks noChangeArrowheads="1"/>
            </p:cNvSpPr>
            <p:nvPr>
              <p:custDataLst>
                <p:tags r:id="rId14"/>
              </p:custDataLst>
            </p:nvPr>
          </p:nvSpPr>
          <p:spPr bwMode="auto">
            <a:xfrm>
              <a:off x="2724" y="5040"/>
              <a:ext cx="453" cy="807"/>
            </a:xfrm>
            <a:prstGeom prst="downArrow">
              <a:avLst>
                <a:gd name="adj1" fmla="val 50000"/>
                <a:gd name="adj2" fmla="val 100110"/>
              </a:avLst>
            </a:prstGeom>
            <a:solidFill>
              <a:schemeClr val="accent1"/>
            </a:solidFill>
            <a:ln w="9525">
              <a:noFill/>
              <a:miter lim="800000"/>
            </a:ln>
          </p:spPr>
          <p:txBody>
            <a:bodyPr anchor="ctr">
              <a:spAutoFit/>
            </a:bodyPr>
            <a:lstStyle/>
            <a:p>
              <a:endParaRPr lang="zh-CN" altLang="en-US"/>
            </a:p>
          </p:txBody>
        </p:sp>
        <p:graphicFrame>
          <p:nvGraphicFramePr>
            <p:cNvPr id="16494" name="Object 110"/>
            <p:cNvGraphicFramePr>
              <a:graphicFrameLocks noChangeAspect="1"/>
            </p:cNvGraphicFramePr>
            <p:nvPr>
              <p:custDataLst>
                <p:tags r:id="rId15"/>
              </p:custDataLst>
            </p:nvPr>
          </p:nvGraphicFramePr>
          <p:xfrm>
            <a:off x="3290" y="4876"/>
            <a:ext cx="1440" cy="610"/>
          </p:xfrm>
          <a:graphic>
            <a:graphicData uri="http://schemas.openxmlformats.org/presentationml/2006/ole">
              <mc:AlternateContent xmlns:mc="http://schemas.openxmlformats.org/markup-compatibility/2006">
                <mc:Choice xmlns:v="urn:schemas-microsoft-com:vml" Requires="v">
                  <p:oleObj spid="_x0000_s9221" name="" r:id="rId16" imgW="10058400" imgH="4267200" progId="Equation.DSMT4">
                    <p:embed/>
                  </p:oleObj>
                </mc:Choice>
                <mc:Fallback>
                  <p:oleObj name="" r:id="rId16" imgW="10058400" imgH="4267200" progId="Equation.DSMT4">
                    <p:embed/>
                    <p:pic>
                      <p:nvPicPr>
                        <p:cNvPr id="0" name="图片 9220"/>
                        <p:cNvPicPr>
                          <a:picLocks noChangeAspect="1"/>
                        </p:cNvPicPr>
                        <p:nvPr/>
                      </p:nvPicPr>
                      <p:blipFill>
                        <a:blip r:embed="rId17"/>
                        <a:stretch>
                          <a:fillRect/>
                        </a:stretch>
                      </p:blipFill>
                      <p:spPr>
                        <a:xfrm>
                          <a:off x="3290" y="4876"/>
                          <a:ext cx="1440" cy="610"/>
                        </a:xfrm>
                        <a:prstGeom prst="rect">
                          <a:avLst/>
                        </a:prstGeom>
                        <a:noFill/>
                        <a:ln w="9525">
                          <a:noFill/>
                        </a:ln>
                      </p:spPr>
                    </p:pic>
                  </p:oleObj>
                </mc:Fallback>
              </mc:AlternateContent>
            </a:graphicData>
          </a:graphic>
        </p:graphicFrame>
        <p:sp>
          <p:nvSpPr>
            <p:cNvPr id="16503" name="Text Box 13"/>
            <p:cNvSpPr txBox="1">
              <a:spLocks noChangeArrowheads="1"/>
            </p:cNvSpPr>
            <p:nvPr>
              <p:custDataLst>
                <p:tags r:id="rId18"/>
              </p:custDataLst>
            </p:nvPr>
          </p:nvSpPr>
          <p:spPr bwMode="auto">
            <a:xfrm>
              <a:off x="682" y="4989"/>
              <a:ext cx="1888" cy="628"/>
            </a:xfrm>
            <a:prstGeom prst="rect">
              <a:avLst/>
            </a:prstGeom>
            <a:noFill/>
            <a:ln w="9525">
              <a:noFill/>
              <a:miter lim="800000"/>
            </a:ln>
          </p:spPr>
          <p:txBody>
            <a:bodyPr wrap="none">
              <a:spAutoFit/>
            </a:bodyPr>
            <a:lstStyle/>
            <a:p>
              <a:r>
                <a:rPr lang="zh-CN" sz="2000"/>
                <a:t>双缝干涉</a:t>
              </a:r>
              <a:endParaRPr lang="zh-CN" sz="2000"/>
            </a:p>
          </p:txBody>
        </p:sp>
      </p:grpSp>
      <p:pic>
        <p:nvPicPr>
          <p:cNvPr id="16498" name="Picture 14" descr="../../../教学/物理光学/08物理光学/http:/spe.zsu.edu.cn/article/optics/images/img2/powerpoint13.gif"/>
          <p:cNvPicPr>
            <a:picLocks noChangeAspect="1" noChangeArrowheads="1"/>
          </p:cNvPicPr>
          <p:nvPr/>
        </p:nvPicPr>
        <p:blipFill>
          <a:blip r:embed="rId19" r:link="rId20"/>
          <a:srcRect/>
          <a:stretch>
            <a:fillRect/>
          </a:stretch>
        </p:blipFill>
        <p:spPr bwMode="auto">
          <a:xfrm>
            <a:off x="1631950" y="4170363"/>
            <a:ext cx="6616700" cy="2427287"/>
          </a:xfrm>
          <a:prstGeom prst="rect">
            <a:avLst/>
          </a:prstGeom>
          <a:noFill/>
          <a:ln w="9525">
            <a:noFill/>
            <a:miter lim="800000"/>
            <a:headEnd/>
            <a:tailEnd/>
          </a:ln>
        </p:spPr>
      </p:pic>
      <p:graphicFrame>
        <p:nvGraphicFramePr>
          <p:cNvPr id="16495" name="Object 111"/>
          <p:cNvGraphicFramePr>
            <a:graphicFrameLocks noChangeAspect="1"/>
          </p:cNvGraphicFramePr>
          <p:nvPr/>
        </p:nvGraphicFramePr>
        <p:xfrm>
          <a:off x="2495550" y="2041525"/>
          <a:ext cx="2427288" cy="1174750"/>
        </p:xfrm>
        <a:graphic>
          <a:graphicData uri="http://schemas.openxmlformats.org/presentationml/2006/ole">
            <mc:AlternateContent xmlns:mc="http://schemas.openxmlformats.org/markup-compatibility/2006">
              <mc:Choice xmlns:v="urn:schemas-microsoft-com:vml" Requires="v">
                <p:oleObj spid="_x0000_s9222" name="" r:id="rId21" imgW="19507200" imgH="9448800" progId="Equation.DSMT4">
                  <p:embed/>
                </p:oleObj>
              </mc:Choice>
              <mc:Fallback>
                <p:oleObj name="" r:id="rId21" imgW="19507200" imgH="9448800" progId="Equation.DSMT4">
                  <p:embed/>
                  <p:pic>
                    <p:nvPicPr>
                      <p:cNvPr id="0" name="图片 9221"/>
                      <p:cNvPicPr>
                        <a:picLocks noChangeAspect="1"/>
                      </p:cNvPicPr>
                      <p:nvPr/>
                    </p:nvPicPr>
                    <p:blipFill>
                      <a:blip r:embed="rId22"/>
                      <a:stretch>
                        <a:fillRect/>
                      </a:stretch>
                    </p:blipFill>
                    <p:spPr>
                      <a:xfrm>
                        <a:off x="2495550" y="2041525"/>
                        <a:ext cx="2427288" cy="1174750"/>
                      </a:xfrm>
                      <a:prstGeom prst="rect">
                        <a:avLst/>
                      </a:prstGeom>
                      <a:noFill/>
                      <a:ln w="9525">
                        <a:noFill/>
                      </a:ln>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5" name="Picture 6" descr="3t32"/>
          <p:cNvPicPr>
            <a:picLocks noChangeAspect="1" noChangeArrowheads="1"/>
          </p:cNvPicPr>
          <p:nvPr/>
        </p:nvPicPr>
        <p:blipFill>
          <a:blip r:embed="rId1"/>
          <a:srcRect/>
          <a:stretch>
            <a:fillRect/>
          </a:stretch>
        </p:blipFill>
        <p:spPr bwMode="auto">
          <a:xfrm>
            <a:off x="574358" y="2132965"/>
            <a:ext cx="6913562" cy="3727450"/>
          </a:xfrm>
          <a:prstGeom prst="rect">
            <a:avLst/>
          </a:prstGeom>
          <a:noFill/>
          <a:ln w="9525">
            <a:noFill/>
            <a:miter lim="800000"/>
            <a:headEnd/>
            <a:tailEnd/>
          </a:ln>
        </p:spPr>
      </p:pic>
      <p:sp>
        <p:nvSpPr>
          <p:cNvPr id="18" name="标题 1"/>
          <p:cNvSpPr txBox="1"/>
          <p:nvPr/>
        </p:nvSpPr>
        <p:spPr>
          <a:xfrm>
            <a:off x="499512" y="491491"/>
            <a:ext cx="149976" cy="149974"/>
          </a:xfrm>
          <a:prstGeom prst="rect">
            <a:avLst/>
          </a:prstGeom>
          <a:solidFill>
            <a:schemeClr val="accent2">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nvSpPr>
        <p:spPr>
          <a:xfrm>
            <a:off x="810592" y="263750"/>
            <a:ext cx="10825147" cy="432000"/>
          </a:xfrm>
          <a:prstGeom prst="rect">
            <a:avLst/>
          </a:prstGeom>
          <a:noFill/>
          <a:ln>
            <a:noFill/>
          </a:ln>
        </p:spPr>
        <p:txBody>
          <a:bodyPr vert="horz" wrap="square" lIns="0" tIns="0" rIns="0" bIns="0" rtlCol="0" anchor="ctr"/>
          <a:lstStyle/>
          <a:p>
            <a:pPr algn="l">
              <a:lnSpc>
                <a:spcPct val="120000"/>
              </a:lnSpc>
            </a:pP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实验</a:t>
            </a:r>
            <a:r>
              <a:rPr kumimoji="1" lang="zh-CN" altLang="en-US"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内容</a:t>
            </a: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1</a:t>
            </a:r>
            <a:endPar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20" name="标题 1"/>
          <p:cNvSpPr txBox="1"/>
          <p:nvPr/>
        </p:nvSpPr>
        <p:spPr>
          <a:xfrm>
            <a:off x="338406" y="330384"/>
            <a:ext cx="236094" cy="23609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文本框 1"/>
          <p:cNvSpPr txBox="1"/>
          <p:nvPr/>
        </p:nvSpPr>
        <p:spPr>
          <a:xfrm>
            <a:off x="1131570" y="1230630"/>
            <a:ext cx="5365115" cy="368300"/>
          </a:xfrm>
          <a:prstGeom prst="rect">
            <a:avLst/>
          </a:prstGeom>
          <a:solidFill>
            <a:srgbClr val="86B3C0"/>
          </a:solidFill>
        </p:spPr>
        <p:txBody>
          <a:bodyPr wrap="square" rtlCol="0">
            <a:spAutoFit/>
          </a:bodyPr>
          <a:p>
            <a:r>
              <a:rPr lang="zh-CN" altLang="en-US">
                <a:latin typeface="+mn-ea"/>
              </a:rPr>
              <a:t>根据实验原理图搭建光路，并</a:t>
            </a:r>
            <a:r>
              <a:rPr lang="zh-CN" altLang="en-US">
                <a:latin typeface="+mn-ea"/>
                <a:sym typeface="+mn-ea"/>
              </a:rPr>
              <a:t>完成光栅常数的测量</a:t>
            </a:r>
            <a:endParaRPr lang="zh-CN" altLang="en-US">
              <a:latin typeface="+mn-ea"/>
            </a:endParaRPr>
          </a:p>
        </p:txBody>
      </p:sp>
      <p:sp>
        <p:nvSpPr>
          <p:cNvPr id="6" name="标题 1" descr="7b0a202020202262756c6c6574223a20227b5c2263617465676f727949645c223a5c225c222c5c2274656d706c61746549645c223a32303233313533397d220a7d0a"/>
          <p:cNvSpPr txBox="1"/>
          <p:nvPr>
            <p:custDataLst>
              <p:tags r:id="rId2"/>
            </p:custDataLst>
          </p:nvPr>
        </p:nvSpPr>
        <p:spPr>
          <a:xfrm>
            <a:off x="7806055" y="1052830"/>
            <a:ext cx="4085590" cy="5654675"/>
          </a:xfrm>
          <a:prstGeom prst="round2DiagRect">
            <a:avLst/>
          </a:prstGeom>
          <a:solidFill>
            <a:schemeClr val="bg1">
              <a:lumMod val="95000"/>
            </a:schemeClr>
          </a:solidFill>
          <a:ln cap="rnd">
            <a:noFill/>
            <a:prstDash val="solid"/>
            <a:round/>
          </a:ln>
          <a:effectLst/>
        </p:spPr>
        <p:txBody>
          <a:bodyPr vert="horz" wrap="square" lIns="91440" tIns="45720" rIns="91440" bIns="45720" rtlCol="0" anchor="ctr"/>
          <a:p>
            <a:pPr marL="0" indent="0" algn="just" defTabSz="266700">
              <a:spcBef>
                <a:spcPct val="0"/>
              </a:spcBef>
              <a:spcAft>
                <a:spcPct val="0"/>
              </a:spcAft>
            </a:pPr>
            <a:r>
              <a:rPr kumimoji="1" lang="zh-CN" altLang="en-US"/>
              <a:t>在激光器后放置</a:t>
            </a:r>
            <a:r>
              <a:rPr kumimoji="1" lang="zh-CN" altLang="en-US">
                <a:highlight>
                  <a:srgbClr val="FFFF00"/>
                </a:highlight>
              </a:rPr>
              <a:t>衰减片、空间滤波器、准直镜、可调光阑、透射光栅、聚焦透镜和白屏</a:t>
            </a:r>
            <a:r>
              <a:rPr kumimoji="1" lang="zh-CN" altLang="en-US"/>
              <a:t>。使扩束准直后的均匀激光束照射在光栅上，</a:t>
            </a:r>
            <a:endParaRPr kumimoji="1" lang="zh-CN" altLang="en-US"/>
          </a:p>
          <a:p>
            <a:pPr marL="0" indent="0" algn="just" defTabSz="266700">
              <a:spcBef>
                <a:spcPct val="0"/>
              </a:spcBef>
              <a:spcAft>
                <a:spcPct val="0"/>
              </a:spcAft>
              <a:buBlip>
                <a:blip r:embed="rId3"/>
              </a:buBlip>
            </a:pPr>
            <a:r>
              <a:rPr kumimoji="1" lang="zh-CN">
                <a:solidFill>
                  <a:srgbClr val="FF0000"/>
                </a:solidFill>
              </a:rPr>
              <a:t>调节白屏与</a:t>
            </a:r>
            <a:r>
              <a:rPr kumimoji="1" lang="zh-CN" altLang="en-US">
                <a:solidFill>
                  <a:srgbClr val="FF0000"/>
                </a:solidFill>
              </a:rPr>
              <a:t>聚焦透镜</a:t>
            </a:r>
            <a:r>
              <a:rPr kumimoji="1" lang="en-US" altLang="zh-CN" i="1">
                <a:solidFill>
                  <a:srgbClr val="FF0000"/>
                </a:solidFill>
              </a:rPr>
              <a:t>L</a:t>
            </a:r>
            <a:r>
              <a:rPr kumimoji="1" lang="en-US" altLang="zh-CN" i="1" baseline="-25000">
                <a:solidFill>
                  <a:srgbClr val="FF0000"/>
                </a:solidFill>
              </a:rPr>
              <a:t>2</a:t>
            </a:r>
            <a:r>
              <a:rPr kumimoji="1" lang="zh-CN" altLang="en-US">
                <a:solidFill>
                  <a:srgbClr val="FF0000"/>
                </a:solidFill>
              </a:rPr>
              <a:t>的距离至合适位置，分别</a:t>
            </a:r>
            <a:r>
              <a:rPr kumimoji="1" lang="zh-CN">
                <a:solidFill>
                  <a:srgbClr val="FF0000"/>
                </a:solidFill>
              </a:rPr>
              <a:t>测量</a:t>
            </a:r>
            <a:r>
              <a:rPr lang="en-US" altLang="zh-CN">
                <a:solidFill>
                  <a:srgbClr val="FF0000"/>
                </a:solidFill>
                <a:latin typeface="宋体" panose="02010600030101010101" pitchFamily="2" charset="-122"/>
                <a:ea typeface="宋体" panose="02010600030101010101" pitchFamily="2" charset="-122"/>
                <a:sym typeface="+mn-ea"/>
              </a:rPr>
              <a:t>±1</a:t>
            </a:r>
            <a:r>
              <a:rPr lang="zh-CN" altLang="en-US">
                <a:solidFill>
                  <a:srgbClr val="FF0000"/>
                </a:solidFill>
                <a:latin typeface="宋体" panose="02010600030101010101" pitchFamily="2" charset="-122"/>
                <a:ea typeface="宋体" panose="02010600030101010101" pitchFamily="2" charset="-122"/>
                <a:sym typeface="+mn-ea"/>
              </a:rPr>
              <a:t>、</a:t>
            </a:r>
            <a:r>
              <a:rPr lang="en-US" altLang="zh-CN">
                <a:solidFill>
                  <a:srgbClr val="FF0000"/>
                </a:solidFill>
                <a:latin typeface="宋体" panose="02010600030101010101" pitchFamily="2" charset="-122"/>
                <a:ea typeface="宋体" panose="02010600030101010101" pitchFamily="2" charset="-122"/>
                <a:sym typeface="+mn-ea"/>
              </a:rPr>
              <a:t>±2</a:t>
            </a:r>
            <a:r>
              <a:rPr lang="zh-CN" altLang="en-US">
                <a:solidFill>
                  <a:srgbClr val="FF0000"/>
                </a:solidFill>
                <a:latin typeface="宋体" panose="02010600030101010101" pitchFamily="2" charset="-122"/>
                <a:ea typeface="宋体" panose="02010600030101010101" pitchFamily="2" charset="-122"/>
                <a:sym typeface="+mn-ea"/>
              </a:rPr>
              <a:t>、</a:t>
            </a:r>
            <a:r>
              <a:rPr lang="en-US" altLang="zh-CN">
                <a:solidFill>
                  <a:srgbClr val="FF0000"/>
                </a:solidFill>
                <a:latin typeface="宋体" panose="02010600030101010101" pitchFamily="2" charset="-122"/>
                <a:ea typeface="宋体" panose="02010600030101010101" pitchFamily="2" charset="-122"/>
                <a:sym typeface="+mn-ea"/>
              </a:rPr>
              <a:t>±3</a:t>
            </a:r>
            <a:r>
              <a:rPr lang="zh-CN" altLang="en-US">
                <a:solidFill>
                  <a:srgbClr val="FF0000"/>
                </a:solidFill>
                <a:latin typeface="宋体" panose="02010600030101010101" pitchFamily="2" charset="-122"/>
                <a:ea typeface="宋体" panose="02010600030101010101" pitchFamily="2" charset="-122"/>
                <a:sym typeface="+mn-ea"/>
              </a:rPr>
              <a:t>、</a:t>
            </a:r>
            <a:r>
              <a:rPr lang="en-US" altLang="zh-CN">
                <a:solidFill>
                  <a:srgbClr val="FF0000"/>
                </a:solidFill>
                <a:latin typeface="宋体" panose="02010600030101010101" pitchFamily="2" charset="-122"/>
                <a:ea typeface="宋体" panose="02010600030101010101" pitchFamily="2" charset="-122"/>
                <a:sym typeface="+mn-ea"/>
              </a:rPr>
              <a:t>±4</a:t>
            </a:r>
            <a:r>
              <a:rPr lang="zh-CN" altLang="en-US">
                <a:solidFill>
                  <a:srgbClr val="FF0000"/>
                </a:solidFill>
                <a:latin typeface="宋体" panose="02010600030101010101" pitchFamily="2" charset="-122"/>
                <a:ea typeface="宋体" panose="02010600030101010101" pitchFamily="2" charset="-122"/>
                <a:sym typeface="+mn-ea"/>
              </a:rPr>
              <a:t>、</a:t>
            </a:r>
            <a:r>
              <a:rPr lang="en-US" altLang="zh-CN">
                <a:solidFill>
                  <a:srgbClr val="FF0000"/>
                </a:solidFill>
                <a:latin typeface="宋体" panose="02010600030101010101" pitchFamily="2" charset="-122"/>
                <a:ea typeface="宋体" panose="02010600030101010101" pitchFamily="2" charset="-122"/>
                <a:sym typeface="+mn-ea"/>
              </a:rPr>
              <a:t>±5</a:t>
            </a:r>
            <a:r>
              <a:rPr lang="zh-CN" altLang="en-US">
                <a:solidFill>
                  <a:srgbClr val="FF0000"/>
                </a:solidFill>
                <a:latin typeface="宋体" panose="02010600030101010101" pitchFamily="2" charset="-122"/>
                <a:ea typeface="宋体" panose="02010600030101010101" pitchFamily="2" charset="-122"/>
                <a:sym typeface="+mn-ea"/>
              </a:rPr>
              <a:t>级衍射图像之间的距离，根据几何关系</a:t>
            </a:r>
            <a:r>
              <a:rPr kumimoji="1" lang="zh-CN">
                <a:solidFill>
                  <a:srgbClr val="FF0000"/>
                </a:solidFill>
              </a:rPr>
              <a:t>分别</a:t>
            </a:r>
            <a:r>
              <a:rPr kumimoji="1" lang="zh-CN" altLang="en-US">
                <a:solidFill>
                  <a:srgbClr val="FF0000"/>
                </a:solidFill>
              </a:rPr>
              <a:t>计算光栅常数</a:t>
            </a:r>
            <a:r>
              <a:rPr kumimoji="1" lang="en-US" altLang="zh-CN">
                <a:solidFill>
                  <a:srgbClr val="FF0000"/>
                </a:solidFill>
              </a:rPr>
              <a:t>d</a:t>
            </a:r>
            <a:r>
              <a:rPr kumimoji="1" lang="zh-CN" altLang="en-US">
                <a:solidFill>
                  <a:srgbClr val="FF0000"/>
                </a:solidFill>
              </a:rPr>
              <a:t>，并计算各自的相对误差；</a:t>
            </a:r>
            <a:endParaRPr kumimoji="1" lang="zh-CN" altLang="en-US">
              <a:solidFill>
                <a:srgbClr val="FF0000"/>
              </a:solidFill>
            </a:endParaRPr>
          </a:p>
          <a:p>
            <a:pPr marL="0" indent="0" algn="just" defTabSz="266700">
              <a:spcBef>
                <a:spcPct val="0"/>
              </a:spcBef>
              <a:spcAft>
                <a:spcPct val="0"/>
              </a:spcAft>
              <a:buBlip>
                <a:blip r:embed="rId3"/>
              </a:buBlip>
            </a:pPr>
            <a:r>
              <a:rPr kumimoji="1" lang="zh-CN" altLang="en-US"/>
              <a:t>光路实物图及衍射效果图需要拍照记录；</a:t>
            </a:r>
            <a:endParaRPr kumimoji="1" lang="zh-CN" altLang="en-US"/>
          </a:p>
          <a:p>
            <a:pPr marL="0" indent="0" algn="just" defTabSz="266700">
              <a:spcBef>
                <a:spcPct val="0"/>
              </a:spcBef>
              <a:spcAft>
                <a:spcPct val="0"/>
              </a:spcAft>
              <a:buBlip>
                <a:blip r:embed="rId3"/>
              </a:buBlip>
            </a:pPr>
            <a:r>
              <a:rPr kumimoji="1" lang="zh-CN" altLang="en-US"/>
              <a:t>改变</a:t>
            </a:r>
            <a:r>
              <a:rPr kumimoji="1" lang="zh-CN">
                <a:solidFill>
                  <a:srgbClr val="FF0000"/>
                </a:solidFill>
                <a:sym typeface="+mn-ea"/>
              </a:rPr>
              <a:t>白屏与</a:t>
            </a:r>
            <a:r>
              <a:rPr kumimoji="1" lang="zh-CN" altLang="en-US">
                <a:solidFill>
                  <a:srgbClr val="FF0000"/>
                </a:solidFill>
                <a:sym typeface="+mn-ea"/>
              </a:rPr>
              <a:t>聚焦透镜的距离</a:t>
            </a:r>
            <a:r>
              <a:rPr kumimoji="1" lang="zh-CN" altLang="en-US"/>
              <a:t>，记录并对比光栅衍射图案的特点；</a:t>
            </a:r>
            <a:endParaRPr kumimoji="1" lang="zh-CN" altLang="en-US"/>
          </a:p>
          <a:p>
            <a:pPr marL="0" indent="0" algn="just" defTabSz="266700">
              <a:spcBef>
                <a:spcPct val="0"/>
              </a:spcBef>
              <a:spcAft>
                <a:spcPct val="0"/>
              </a:spcAft>
              <a:buBlip>
                <a:blip r:embed="rId3"/>
              </a:buBlip>
            </a:pPr>
            <a:r>
              <a:rPr kumimoji="1" lang="zh-CN" altLang="en-US">
                <a:sym typeface="+mn-ea"/>
              </a:rPr>
              <a:t>调节可调光阑通光孔的大小改变照射到光栅上的面积，记录并对比光栅衍射图案的特点；</a:t>
            </a:r>
            <a:endParaRPr kumimoji="1" lang="zh-CN" altLang="en-US"/>
          </a:p>
          <a:p>
            <a:pPr marL="0" indent="0" algn="just" defTabSz="266700">
              <a:spcBef>
                <a:spcPct val="0"/>
              </a:spcBef>
              <a:spcAft>
                <a:spcPct val="0"/>
              </a:spcAft>
              <a:buBlip>
                <a:blip r:embed="rId3"/>
              </a:buBlip>
            </a:pPr>
            <a:endParaRPr kumimoji="1" lang="zh-CN" altLang="en-US"/>
          </a:p>
          <a:p>
            <a:pPr marL="0" indent="0" algn="just" defTabSz="266700">
              <a:spcBef>
                <a:spcPct val="0"/>
              </a:spcBef>
              <a:spcAft>
                <a:spcPct val="0"/>
              </a:spcAft>
              <a:buBlip>
                <a:blip r:embed="rId4"/>
              </a:buBlip>
            </a:pPr>
            <a:r>
              <a:rPr kumimoji="1" lang="zh-CN" altLang="en-US">
                <a:solidFill>
                  <a:schemeClr val="accent6">
                    <a:lumMod val="75000"/>
                  </a:schemeClr>
                </a:solidFill>
              </a:rPr>
              <a:t>（选做）</a:t>
            </a:r>
            <a:r>
              <a:rPr kumimoji="1" lang="zh-CN" altLang="en-US">
                <a:solidFill>
                  <a:schemeClr val="accent6">
                    <a:lumMod val="75000"/>
                  </a:schemeClr>
                </a:solidFill>
                <a:sym typeface="+mn-ea"/>
              </a:rPr>
              <a:t>调节光栅与入射光的角度（可将光栅安装在转台上），记录并对比光栅衍射图案的特点。</a:t>
            </a:r>
            <a:endParaRPr kumimoji="1" lang="zh-CN" altLang="en-US">
              <a:solidFill>
                <a:schemeClr val="accent6">
                  <a:lumMod val="75000"/>
                </a:schemeClr>
              </a:solidFill>
              <a:sym typeface="+mn-ea"/>
            </a:endParaRPr>
          </a:p>
        </p:txBody>
      </p:sp>
      <p:sp>
        <p:nvSpPr>
          <p:cNvPr id="7" name="标题 1"/>
          <p:cNvSpPr txBox="1"/>
          <p:nvPr>
            <p:custDataLst>
              <p:tags r:id="rId5"/>
            </p:custDataLst>
          </p:nvPr>
        </p:nvSpPr>
        <p:spPr>
          <a:xfrm>
            <a:off x="11698703" y="1002165"/>
            <a:ext cx="252000" cy="252000"/>
          </a:xfrm>
          <a:custGeom>
            <a:avLst/>
            <a:gdLst>
              <a:gd name="connsiteX0" fmla="*/ 0 w 1152000"/>
              <a:gd name="connsiteY0" fmla="*/ 0 h 1152001"/>
              <a:gd name="connsiteX1" fmla="*/ 1152000 w 1152000"/>
              <a:gd name="connsiteY1" fmla="*/ 0 h 1152001"/>
              <a:gd name="connsiteX2" fmla="*/ 1152000 w 1152000"/>
              <a:gd name="connsiteY2" fmla="*/ 1 h 1152001"/>
              <a:gd name="connsiteX3" fmla="*/ 1152000 w 1152000"/>
              <a:gd name="connsiteY3" fmla="*/ 504000 h 1152001"/>
              <a:gd name="connsiteX4" fmla="*/ 1152000 w 1152000"/>
              <a:gd name="connsiteY4" fmla="*/ 1152001 h 1152001"/>
              <a:gd name="connsiteX5" fmla="*/ 648000 w 1152000"/>
              <a:gd name="connsiteY5" fmla="*/ 1152001 h 1152001"/>
              <a:gd name="connsiteX6" fmla="*/ 648000 w 1152000"/>
              <a:gd name="connsiteY6" fmla="*/ 504000 h 1152001"/>
              <a:gd name="connsiteX7" fmla="*/ 0 w 1152000"/>
              <a:gd name="connsiteY7" fmla="*/ 504000 h 1152001"/>
            </a:gdLst>
            <a:ahLst/>
            <a:cxnLst/>
            <a:rect l="l" t="t" r="r" b="b"/>
            <a:pathLst>
              <a:path w="1152000" h="1152001">
                <a:moveTo>
                  <a:pt x="0" y="0"/>
                </a:moveTo>
                <a:lnTo>
                  <a:pt x="1152000" y="0"/>
                </a:lnTo>
                <a:lnTo>
                  <a:pt x="1152000" y="1"/>
                </a:lnTo>
                <a:lnTo>
                  <a:pt x="1152000" y="504000"/>
                </a:lnTo>
                <a:lnTo>
                  <a:pt x="1152000" y="1152001"/>
                </a:lnTo>
                <a:lnTo>
                  <a:pt x="648000" y="1152001"/>
                </a:lnTo>
                <a:lnTo>
                  <a:pt x="648000" y="504000"/>
                </a:lnTo>
                <a:lnTo>
                  <a:pt x="0" y="504000"/>
                </a:lnTo>
                <a:close/>
              </a:path>
            </a:pathLst>
          </a:custGeom>
          <a:solidFill>
            <a:schemeClr val="accent1"/>
          </a:solidFill>
          <a:ln cap="sq">
            <a:noFill/>
            <a:prstDash val="solid"/>
            <a:miter/>
          </a:ln>
          <a:effectLst>
            <a:outerShdw blurRad="254000" dist="127000" dir="8100000" algn="tr" rotWithShape="0">
              <a:schemeClr val="tx1">
                <a:alpha val="40000"/>
              </a:schemeClr>
            </a:outerShdw>
          </a:effectLst>
        </p:spPr>
        <p:txBody>
          <a:bodyPr vert="horz" wrap="square" lIns="91440" tIns="45720" rIns="91440" bIns="45720" rtlCol="0" anchor="ctr"/>
          <a:p>
            <a:pPr algn="ctr">
              <a:lnSpc>
                <a:spcPct val="110000"/>
              </a:lnSpc>
            </a:pPr>
            <a:endParaRPr kumimoji="1" lang="zh-CN" alt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图片 13" descr="无标题2"/>
          <p:cNvPicPr>
            <a:picLocks noChangeAspect="1"/>
          </p:cNvPicPr>
          <p:nvPr/>
        </p:nvPicPr>
        <p:blipFill>
          <a:blip r:embed="rId1"/>
          <a:srcRect b="8002"/>
          <a:stretch>
            <a:fillRect/>
          </a:stretch>
        </p:blipFill>
        <p:spPr>
          <a:xfrm>
            <a:off x="3893820" y="2187893"/>
            <a:ext cx="4404360" cy="2482215"/>
          </a:xfrm>
          <a:prstGeom prst="rect">
            <a:avLst/>
          </a:prstGeom>
          <a:noFill/>
          <a:ln>
            <a:noFill/>
          </a:ln>
        </p:spPr>
      </p:pic>
      <p:sp>
        <p:nvSpPr>
          <p:cNvPr id="18" name="标题 1"/>
          <p:cNvSpPr txBox="1"/>
          <p:nvPr/>
        </p:nvSpPr>
        <p:spPr>
          <a:xfrm>
            <a:off x="499512" y="491491"/>
            <a:ext cx="149976" cy="149974"/>
          </a:xfrm>
          <a:prstGeom prst="rect">
            <a:avLst/>
          </a:prstGeom>
          <a:solidFill>
            <a:schemeClr val="accent2">
              <a:lumMod val="60000"/>
              <a:lumOff val="40000"/>
            </a:schemeClr>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19" name="标题 1"/>
          <p:cNvSpPr txBox="1"/>
          <p:nvPr/>
        </p:nvSpPr>
        <p:spPr>
          <a:xfrm>
            <a:off x="810592" y="263750"/>
            <a:ext cx="10825147" cy="432000"/>
          </a:xfrm>
          <a:prstGeom prst="rect">
            <a:avLst/>
          </a:prstGeom>
          <a:noFill/>
          <a:ln>
            <a:noFill/>
          </a:ln>
        </p:spPr>
        <p:txBody>
          <a:bodyPr vert="horz" wrap="square" lIns="0" tIns="0" rIns="0" bIns="0" rtlCol="0" anchor="ctr"/>
          <a:p>
            <a:pPr algn="l">
              <a:lnSpc>
                <a:spcPct val="120000"/>
              </a:lnSpc>
            </a:pP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实验</a:t>
            </a:r>
            <a:r>
              <a:rPr kumimoji="1" lang="zh-CN" altLang="en-US"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内容</a:t>
            </a: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2</a:t>
            </a:r>
            <a:endPar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20" name="标题 1"/>
          <p:cNvSpPr txBox="1"/>
          <p:nvPr/>
        </p:nvSpPr>
        <p:spPr>
          <a:xfrm>
            <a:off x="338406" y="330384"/>
            <a:ext cx="236094" cy="236094"/>
          </a:xfrm>
          <a:prstGeom prst="rect">
            <a:avLst/>
          </a:pr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2" name="文本框 1"/>
          <p:cNvSpPr txBox="1"/>
          <p:nvPr/>
        </p:nvSpPr>
        <p:spPr>
          <a:xfrm>
            <a:off x="1131570" y="1230630"/>
            <a:ext cx="5365115" cy="368300"/>
          </a:xfrm>
          <a:prstGeom prst="rect">
            <a:avLst/>
          </a:prstGeom>
          <a:solidFill>
            <a:srgbClr val="86B3C0"/>
          </a:solidFill>
        </p:spPr>
        <p:txBody>
          <a:bodyPr wrap="square" rtlCol="0">
            <a:spAutoFit/>
          </a:bodyPr>
          <a:p>
            <a:r>
              <a:rPr lang="zh-CN" altLang="en-US">
                <a:latin typeface="+mn-ea"/>
              </a:rPr>
              <a:t>根据实验原理图搭建光路，并</a:t>
            </a:r>
            <a:r>
              <a:rPr lang="zh-CN" altLang="en-US">
                <a:latin typeface="+mn-ea"/>
                <a:sym typeface="+mn-ea"/>
              </a:rPr>
              <a:t>完成光栅常数的测量</a:t>
            </a:r>
            <a:endParaRPr lang="zh-CN" altLang="en-US">
              <a:latin typeface="+mn-ea"/>
            </a:endParaRPr>
          </a:p>
        </p:txBody>
      </p:sp>
      <p:sp>
        <p:nvSpPr>
          <p:cNvPr id="3" name="文本框 2" descr="7b0a202020202262756c6c6574223a20227b5c2263617465676f727949645c223a5c225c222c5c2274656d706c61746549645c223a32303233313537347d220a7d0a"/>
          <p:cNvSpPr txBox="1"/>
          <p:nvPr/>
        </p:nvSpPr>
        <p:spPr>
          <a:xfrm>
            <a:off x="1199515" y="4580890"/>
            <a:ext cx="6833235" cy="1753235"/>
          </a:xfrm>
          <a:prstGeom prst="rect">
            <a:avLst/>
          </a:prstGeom>
          <a:noFill/>
        </p:spPr>
        <p:txBody>
          <a:bodyPr wrap="square" rtlCol="0">
            <a:spAutoFit/>
          </a:bodyPr>
          <a:p>
            <a:r>
              <a:rPr lang="zh-CN" altLang="en-US">
                <a:solidFill>
                  <a:schemeClr val="accent6">
                    <a:lumMod val="75000"/>
                  </a:schemeClr>
                </a:solidFill>
              </a:rPr>
              <a:t>要求：</a:t>
            </a:r>
            <a:endParaRPr lang="zh-CN" altLang="en-US">
              <a:solidFill>
                <a:schemeClr val="accent6">
                  <a:lumMod val="75000"/>
                </a:schemeClr>
              </a:solidFill>
            </a:endParaRPr>
          </a:p>
          <a:p>
            <a:pPr>
              <a:buBlip>
                <a:blip r:embed="rId2"/>
              </a:buBlip>
            </a:pPr>
            <a:r>
              <a:rPr lang="zh-CN" altLang="en-US"/>
              <a:t>光路搭建好后需拍照，并附在实验报告中；</a:t>
            </a:r>
            <a:endParaRPr lang="zh-CN" altLang="en-US"/>
          </a:p>
          <a:p>
            <a:pPr>
              <a:buBlip>
                <a:blip r:embed="rId2"/>
              </a:buBlip>
            </a:pPr>
            <a:endParaRPr lang="zh-CN" altLang="en-US"/>
          </a:p>
          <a:p>
            <a:pPr>
              <a:buBlip>
                <a:blip r:embed="rId2"/>
              </a:buBlip>
            </a:pPr>
            <a:r>
              <a:rPr lang="zh-CN" altLang="en-US"/>
              <a:t>实验数据记录表格自拟，写清姓名学号，组别，实验时间；</a:t>
            </a:r>
            <a:endParaRPr lang="zh-CN" altLang="en-US"/>
          </a:p>
          <a:p>
            <a:pPr>
              <a:buBlip>
                <a:blip r:embed="rId2"/>
              </a:buBlip>
            </a:pPr>
            <a:endParaRPr lang="zh-CN" altLang="en-US"/>
          </a:p>
          <a:p>
            <a:pPr>
              <a:buBlip>
                <a:blip r:embed="rId2"/>
              </a:buBlip>
            </a:pPr>
            <a:r>
              <a:rPr lang="zh-CN" altLang="en-US"/>
              <a:t>含误差分析</a:t>
            </a:r>
            <a:endParaRPr lang="zh-CN" altLang="en-US"/>
          </a:p>
        </p:txBody>
      </p:sp>
      <p:sp>
        <p:nvSpPr>
          <p:cNvPr id="6" name="标题 1"/>
          <p:cNvSpPr txBox="1"/>
          <p:nvPr>
            <p:custDataLst>
              <p:tags r:id="rId3"/>
            </p:custDataLst>
          </p:nvPr>
        </p:nvSpPr>
        <p:spPr>
          <a:xfrm>
            <a:off x="8549005" y="1052830"/>
            <a:ext cx="3342640" cy="4693285"/>
          </a:xfrm>
          <a:prstGeom prst="round2DiagRect">
            <a:avLst/>
          </a:prstGeom>
          <a:solidFill>
            <a:schemeClr val="bg1">
              <a:lumMod val="95000"/>
            </a:schemeClr>
          </a:solidFill>
          <a:ln cap="rnd">
            <a:noFill/>
            <a:prstDash val="solid"/>
            <a:round/>
          </a:ln>
          <a:effectLst/>
        </p:spPr>
        <p:txBody>
          <a:bodyPr vert="horz" wrap="square" lIns="91440" tIns="45720" rIns="91440" bIns="45720" rtlCol="0" anchor="ctr"/>
          <a:p>
            <a:pPr marL="0" indent="0" algn="just" defTabSz="266700">
              <a:lnSpc>
                <a:spcPct val="150000"/>
              </a:lnSpc>
              <a:spcBef>
                <a:spcPct val="0"/>
              </a:spcBef>
              <a:spcAft>
                <a:spcPct val="0"/>
              </a:spcAft>
            </a:pPr>
            <a:r>
              <a:rPr lang="zh-CN" altLang="en-US">
                <a:latin typeface="宋体" panose="02010600030101010101" pitchFamily="2" charset="-122"/>
                <a:ea typeface="宋体" panose="02010600030101010101" pitchFamily="2" charset="-122"/>
                <a:sym typeface="+mn-ea"/>
              </a:rPr>
              <a:t>在激光器后放置衰减片，使激光束直接照射在光栅上，用卷尺量取光栅到白屏的距离，通过白屏上的刻度可读出＋</a:t>
            </a:r>
            <a:r>
              <a:rPr lang="en-US" altLang="zh-CN">
                <a:latin typeface="宋体" panose="02010600030101010101" pitchFamily="2" charset="-122"/>
                <a:ea typeface="宋体" panose="02010600030101010101" pitchFamily="2" charset="-122"/>
                <a:sym typeface="+mn-ea"/>
              </a:rPr>
              <a:t>1</a:t>
            </a:r>
            <a:r>
              <a:rPr lang="zh-CN" altLang="en-US">
                <a:latin typeface="宋体" panose="02010600030101010101" pitchFamily="2" charset="-122"/>
                <a:ea typeface="宋体" panose="02010600030101010101" pitchFamily="2" charset="-122"/>
                <a:sym typeface="+mn-ea"/>
              </a:rPr>
              <a:t>和</a:t>
            </a:r>
            <a:r>
              <a:rPr lang="en-US" altLang="zh-CN">
                <a:latin typeface="宋体" panose="02010600030101010101" pitchFamily="2" charset="-122"/>
                <a:ea typeface="宋体" panose="02010600030101010101" pitchFamily="2" charset="-122"/>
                <a:sym typeface="+mn-ea"/>
              </a:rPr>
              <a:t>—1</a:t>
            </a:r>
            <a:r>
              <a:rPr lang="zh-CN" altLang="en-US">
                <a:latin typeface="宋体" panose="02010600030101010101" pitchFamily="2" charset="-122"/>
                <a:ea typeface="宋体" panose="02010600030101010101" pitchFamily="2" charset="-122"/>
                <a:sym typeface="+mn-ea"/>
              </a:rPr>
              <a:t>级衍射光与零级光斑的距离，利用反三角函数公式即可计算出光栅的衍射角</a:t>
            </a:r>
            <a:r>
              <a:rPr lang="en-US" altLang="zh-CN" i="1">
                <a:latin typeface="Times New Roman" panose="02020603050405020304"/>
                <a:ea typeface="宋体" panose="02010600030101010101" pitchFamily="2" charset="-122"/>
                <a:sym typeface="+mn-ea"/>
              </a:rPr>
              <a:t>θ</a:t>
            </a:r>
            <a:r>
              <a:rPr lang="zh-CN" altLang="en-US">
                <a:latin typeface="宋体" panose="02010600030101010101" pitchFamily="2" charset="-122"/>
                <a:ea typeface="宋体" panose="02010600030101010101" pitchFamily="2" charset="-122"/>
                <a:sym typeface="+mn-ea"/>
              </a:rPr>
              <a:t>，代入公式</a:t>
            </a:r>
            <a:r>
              <a:rPr lang="en-US" altLang="zh-CN" i="1">
                <a:latin typeface="Times New Roman" panose="02020603050405020304"/>
                <a:ea typeface="宋体" panose="02010600030101010101" pitchFamily="2" charset="-122"/>
                <a:sym typeface="+mn-ea"/>
              </a:rPr>
              <a:t>dsinθ</a:t>
            </a:r>
            <a:r>
              <a:rPr lang="zh-CN" altLang="en-US" i="1">
                <a:latin typeface="宋体" panose="02010600030101010101" pitchFamily="2" charset="-122"/>
                <a:ea typeface="宋体" panose="02010600030101010101" pitchFamily="2" charset="-122"/>
                <a:sym typeface="+mn-ea"/>
              </a:rPr>
              <a:t>＝</a:t>
            </a:r>
            <a:r>
              <a:rPr lang="en-US" altLang="zh-CN" i="1">
                <a:latin typeface="Times New Roman" panose="02020603050405020304"/>
                <a:ea typeface="宋体" panose="02010600030101010101" pitchFamily="2" charset="-122"/>
                <a:sym typeface="+mn-ea"/>
              </a:rPr>
              <a:t>kλ</a:t>
            </a:r>
            <a:r>
              <a:rPr lang="zh-CN" altLang="en-US">
                <a:latin typeface="宋体" panose="02010600030101010101" pitchFamily="2" charset="-122"/>
                <a:ea typeface="宋体" panose="02010600030101010101" pitchFamily="2" charset="-122"/>
                <a:sym typeface="+mn-ea"/>
              </a:rPr>
              <a:t>计算光栅常数</a:t>
            </a:r>
            <a:r>
              <a:rPr lang="en-US" altLang="zh-CN" i="1">
                <a:latin typeface="Times New Roman" panose="02020603050405020304"/>
                <a:ea typeface="宋体" panose="02010600030101010101" pitchFamily="2" charset="-122"/>
                <a:sym typeface="+mn-ea"/>
              </a:rPr>
              <a:t>d</a:t>
            </a:r>
            <a:r>
              <a:rPr lang="zh-CN" altLang="en-US">
                <a:latin typeface="宋体" panose="02010600030101010101" pitchFamily="2" charset="-122"/>
                <a:ea typeface="宋体" panose="02010600030101010101" pitchFamily="2" charset="-122"/>
                <a:sym typeface="+mn-ea"/>
              </a:rPr>
              <a:t>；其中</a:t>
            </a:r>
            <a:r>
              <a:rPr lang="en-US" altLang="zh-CN" i="1">
                <a:latin typeface="Times New Roman" panose="02020603050405020304"/>
                <a:ea typeface="宋体" panose="02010600030101010101" pitchFamily="2" charset="-122"/>
                <a:sym typeface="+mn-ea"/>
              </a:rPr>
              <a:t>k</a:t>
            </a:r>
            <a:r>
              <a:rPr lang="zh-CN" altLang="en-US">
                <a:latin typeface="宋体" panose="02010600030101010101" pitchFamily="2" charset="-122"/>
                <a:ea typeface="宋体" panose="02010600030101010101" pitchFamily="2" charset="-122"/>
                <a:sym typeface="+mn-ea"/>
              </a:rPr>
              <a:t>为衍射级次，</a:t>
            </a:r>
            <a:r>
              <a:rPr lang="en-US" altLang="zh-CN" i="1">
                <a:latin typeface="Times New Roman" panose="02020603050405020304"/>
                <a:ea typeface="宋体" panose="02010600030101010101" pitchFamily="2" charset="-122"/>
                <a:sym typeface="+mn-ea"/>
              </a:rPr>
              <a:t>λ</a:t>
            </a:r>
            <a:r>
              <a:rPr lang="zh-CN" altLang="en-US">
                <a:latin typeface="宋体" panose="02010600030101010101" pitchFamily="2" charset="-122"/>
                <a:ea typeface="宋体" panose="02010600030101010101" pitchFamily="2" charset="-122"/>
                <a:sym typeface="+mn-ea"/>
              </a:rPr>
              <a:t>为激光波长</a:t>
            </a:r>
            <a:r>
              <a:rPr lang="en-US" altLang="zh-CN">
                <a:latin typeface="宋体" panose="02010600030101010101" pitchFamily="2" charset="-122"/>
                <a:ea typeface="宋体" panose="02010600030101010101" pitchFamily="2" charset="-122"/>
                <a:sym typeface="+mn-ea"/>
              </a:rPr>
              <a:t>532nm</a:t>
            </a:r>
            <a:r>
              <a:rPr lang="zh-CN" altLang="en-US">
                <a:latin typeface="宋体" panose="02010600030101010101" pitchFamily="2" charset="-122"/>
                <a:ea typeface="宋体" panose="02010600030101010101" pitchFamily="2" charset="-122"/>
                <a:sym typeface="+mn-ea"/>
              </a:rPr>
              <a:t>。</a:t>
            </a:r>
            <a:endParaRPr kumimoji="1" lang="zh-CN" altLang="en-US"/>
          </a:p>
        </p:txBody>
      </p:sp>
      <p:sp>
        <p:nvSpPr>
          <p:cNvPr id="7" name="标题 1"/>
          <p:cNvSpPr txBox="1"/>
          <p:nvPr>
            <p:custDataLst>
              <p:tags r:id="rId4"/>
            </p:custDataLst>
          </p:nvPr>
        </p:nvSpPr>
        <p:spPr>
          <a:xfrm>
            <a:off x="11698703" y="1002165"/>
            <a:ext cx="252000" cy="252000"/>
          </a:xfrm>
          <a:custGeom>
            <a:avLst/>
            <a:gdLst>
              <a:gd name="connsiteX0" fmla="*/ 0 w 1152000"/>
              <a:gd name="connsiteY0" fmla="*/ 0 h 1152001"/>
              <a:gd name="connsiteX1" fmla="*/ 1152000 w 1152000"/>
              <a:gd name="connsiteY1" fmla="*/ 0 h 1152001"/>
              <a:gd name="connsiteX2" fmla="*/ 1152000 w 1152000"/>
              <a:gd name="connsiteY2" fmla="*/ 1 h 1152001"/>
              <a:gd name="connsiteX3" fmla="*/ 1152000 w 1152000"/>
              <a:gd name="connsiteY3" fmla="*/ 504000 h 1152001"/>
              <a:gd name="connsiteX4" fmla="*/ 1152000 w 1152000"/>
              <a:gd name="connsiteY4" fmla="*/ 1152001 h 1152001"/>
              <a:gd name="connsiteX5" fmla="*/ 648000 w 1152000"/>
              <a:gd name="connsiteY5" fmla="*/ 1152001 h 1152001"/>
              <a:gd name="connsiteX6" fmla="*/ 648000 w 1152000"/>
              <a:gd name="connsiteY6" fmla="*/ 504000 h 1152001"/>
              <a:gd name="connsiteX7" fmla="*/ 0 w 1152000"/>
              <a:gd name="connsiteY7" fmla="*/ 504000 h 1152001"/>
            </a:gdLst>
            <a:ahLst/>
            <a:cxnLst/>
            <a:rect l="l" t="t" r="r" b="b"/>
            <a:pathLst>
              <a:path w="1152000" h="1152001">
                <a:moveTo>
                  <a:pt x="0" y="0"/>
                </a:moveTo>
                <a:lnTo>
                  <a:pt x="1152000" y="0"/>
                </a:lnTo>
                <a:lnTo>
                  <a:pt x="1152000" y="1"/>
                </a:lnTo>
                <a:lnTo>
                  <a:pt x="1152000" y="504000"/>
                </a:lnTo>
                <a:lnTo>
                  <a:pt x="1152000" y="1152001"/>
                </a:lnTo>
                <a:lnTo>
                  <a:pt x="648000" y="1152001"/>
                </a:lnTo>
                <a:lnTo>
                  <a:pt x="648000" y="504000"/>
                </a:lnTo>
                <a:lnTo>
                  <a:pt x="0" y="504000"/>
                </a:lnTo>
                <a:close/>
              </a:path>
            </a:pathLst>
          </a:custGeom>
          <a:solidFill>
            <a:schemeClr val="accent1"/>
          </a:solidFill>
          <a:ln cap="sq">
            <a:noFill/>
            <a:prstDash val="solid"/>
            <a:miter/>
          </a:ln>
          <a:effectLst>
            <a:outerShdw blurRad="254000" dist="127000" dir="8100000" algn="tr" rotWithShape="0">
              <a:schemeClr val="tx1">
                <a:alpha val="40000"/>
              </a:schemeClr>
            </a:outerShdw>
          </a:effectLst>
        </p:spPr>
        <p:txBody>
          <a:bodyPr vert="horz" wrap="square" lIns="91440" tIns="45720" rIns="91440" bIns="45720" rtlCol="0" anchor="ctr"/>
          <a:p>
            <a:pPr algn="ctr">
              <a:lnSpc>
                <a:spcPct val="110000"/>
              </a:lnSpc>
            </a:pPr>
            <a:endParaRPr kumimoji="1"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标题 1"/>
          <p:cNvSpPr txBox="1"/>
          <p:nvPr/>
        </p:nvSpPr>
        <p:spPr>
          <a:xfrm>
            <a:off x="499512" y="491491"/>
            <a:ext cx="149976" cy="149974"/>
          </a:xfrm>
          <a:prstGeom prst="rect">
            <a:avLst/>
          </a:prstGeom>
          <a:solidFill>
            <a:schemeClr val="accent2">
              <a:lumMod val="60000"/>
              <a:lumOff val="40000"/>
            </a:schemeClr>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19" name="标题 1"/>
          <p:cNvSpPr txBox="1"/>
          <p:nvPr/>
        </p:nvSpPr>
        <p:spPr>
          <a:xfrm>
            <a:off x="810592" y="263750"/>
            <a:ext cx="10825147" cy="432000"/>
          </a:xfrm>
          <a:prstGeom prst="rect">
            <a:avLst/>
          </a:prstGeom>
          <a:noFill/>
          <a:ln>
            <a:noFill/>
          </a:ln>
        </p:spPr>
        <p:txBody>
          <a:bodyPr vert="horz" wrap="square" lIns="0" tIns="0" rIns="0" bIns="0" rtlCol="0" anchor="ctr"/>
          <a:p>
            <a:pPr algn="l">
              <a:lnSpc>
                <a:spcPct val="120000"/>
              </a:lnSpc>
            </a:pP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实验</a:t>
            </a:r>
            <a:r>
              <a:rPr kumimoji="1" lang="zh-CN" altLang="en-US"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内容</a:t>
            </a: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3</a:t>
            </a:r>
            <a:endPar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20" name="标题 1"/>
          <p:cNvSpPr txBox="1"/>
          <p:nvPr/>
        </p:nvSpPr>
        <p:spPr>
          <a:xfrm>
            <a:off x="338406" y="330384"/>
            <a:ext cx="236094" cy="236094"/>
          </a:xfrm>
          <a:prstGeom prst="rect">
            <a:avLst/>
          </a:prstGeom>
          <a:solidFill>
            <a:schemeClr val="accent1"/>
          </a:solidFill>
          <a:ln w="12700" cap="sq">
            <a:noFill/>
            <a:miter/>
          </a:ln>
        </p:spPr>
        <p:txBody>
          <a:bodyPr vert="horz" wrap="square" lIns="91440" tIns="45720" rIns="91440" bIns="45720" rtlCol="0" anchor="ctr"/>
          <a:p>
            <a:pPr algn="ctr">
              <a:lnSpc>
                <a:spcPct val="110000"/>
              </a:lnSpc>
            </a:pPr>
            <a:endParaRPr kumimoji="1" lang="zh-CN" altLang="en-US"/>
          </a:p>
        </p:txBody>
      </p:sp>
      <p:sp>
        <p:nvSpPr>
          <p:cNvPr id="3" name="文本框 2" descr="7b0a202020202262756c6c6574223a20227b5c2263617465676f727949645c223a5c225c222c5c2274656d706c61746549645c223a32303233313537347d220a7d0a"/>
          <p:cNvSpPr txBox="1"/>
          <p:nvPr/>
        </p:nvSpPr>
        <p:spPr>
          <a:xfrm>
            <a:off x="1199515" y="4580890"/>
            <a:ext cx="6833235" cy="645160"/>
          </a:xfrm>
          <a:prstGeom prst="rect">
            <a:avLst/>
          </a:prstGeom>
          <a:noFill/>
        </p:spPr>
        <p:txBody>
          <a:bodyPr wrap="square" rtlCol="0">
            <a:spAutoFit/>
          </a:bodyPr>
          <a:p>
            <a:r>
              <a:rPr lang="zh-CN" altLang="en-US">
                <a:solidFill>
                  <a:schemeClr val="accent6">
                    <a:lumMod val="75000"/>
                  </a:schemeClr>
                </a:solidFill>
              </a:rPr>
              <a:t>要求：</a:t>
            </a:r>
            <a:endParaRPr lang="zh-CN" altLang="en-US">
              <a:solidFill>
                <a:schemeClr val="accent6">
                  <a:lumMod val="75000"/>
                </a:schemeClr>
              </a:solidFill>
            </a:endParaRPr>
          </a:p>
          <a:p>
            <a:pPr>
              <a:buBlip>
                <a:blip r:embed="rId1"/>
              </a:buBlip>
            </a:pPr>
            <a:r>
              <a:rPr lang="zh-CN" altLang="en-US" b="1">
                <a:latin typeface="宋体" panose="02010600030101010101" pitchFamily="2" charset="-122"/>
                <a:ea typeface="宋体" panose="02010600030101010101" pitchFamily="2" charset="-122"/>
                <a:sym typeface="+mn-ea"/>
              </a:rPr>
              <a:t>自拟测试数据的记录表格。</a:t>
            </a:r>
            <a:endParaRPr lang="zh-CN" altLang="en-US"/>
          </a:p>
        </p:txBody>
      </p:sp>
      <p:sp>
        <p:nvSpPr>
          <p:cNvPr id="7" name="标题 1"/>
          <p:cNvSpPr txBox="1"/>
          <p:nvPr>
            <p:custDataLst>
              <p:tags r:id="rId2"/>
            </p:custDataLst>
          </p:nvPr>
        </p:nvSpPr>
        <p:spPr>
          <a:xfrm>
            <a:off x="11698703" y="1002165"/>
            <a:ext cx="252000" cy="252000"/>
          </a:xfrm>
          <a:custGeom>
            <a:avLst/>
            <a:gdLst>
              <a:gd name="connsiteX0" fmla="*/ 0 w 1152000"/>
              <a:gd name="connsiteY0" fmla="*/ 0 h 1152001"/>
              <a:gd name="connsiteX1" fmla="*/ 1152000 w 1152000"/>
              <a:gd name="connsiteY1" fmla="*/ 0 h 1152001"/>
              <a:gd name="connsiteX2" fmla="*/ 1152000 w 1152000"/>
              <a:gd name="connsiteY2" fmla="*/ 1 h 1152001"/>
              <a:gd name="connsiteX3" fmla="*/ 1152000 w 1152000"/>
              <a:gd name="connsiteY3" fmla="*/ 504000 h 1152001"/>
              <a:gd name="connsiteX4" fmla="*/ 1152000 w 1152000"/>
              <a:gd name="connsiteY4" fmla="*/ 1152001 h 1152001"/>
              <a:gd name="connsiteX5" fmla="*/ 648000 w 1152000"/>
              <a:gd name="connsiteY5" fmla="*/ 1152001 h 1152001"/>
              <a:gd name="connsiteX6" fmla="*/ 648000 w 1152000"/>
              <a:gd name="connsiteY6" fmla="*/ 504000 h 1152001"/>
              <a:gd name="connsiteX7" fmla="*/ 0 w 1152000"/>
              <a:gd name="connsiteY7" fmla="*/ 504000 h 1152001"/>
            </a:gdLst>
            <a:ahLst/>
            <a:cxnLst/>
            <a:rect l="l" t="t" r="r" b="b"/>
            <a:pathLst>
              <a:path w="1152000" h="1152001">
                <a:moveTo>
                  <a:pt x="0" y="0"/>
                </a:moveTo>
                <a:lnTo>
                  <a:pt x="1152000" y="0"/>
                </a:lnTo>
                <a:lnTo>
                  <a:pt x="1152000" y="1"/>
                </a:lnTo>
                <a:lnTo>
                  <a:pt x="1152000" y="504000"/>
                </a:lnTo>
                <a:lnTo>
                  <a:pt x="1152000" y="1152001"/>
                </a:lnTo>
                <a:lnTo>
                  <a:pt x="648000" y="1152001"/>
                </a:lnTo>
                <a:lnTo>
                  <a:pt x="648000" y="504000"/>
                </a:lnTo>
                <a:lnTo>
                  <a:pt x="0" y="504000"/>
                </a:lnTo>
                <a:close/>
              </a:path>
            </a:pathLst>
          </a:custGeom>
          <a:solidFill>
            <a:schemeClr val="accent1"/>
          </a:solidFill>
          <a:ln cap="sq">
            <a:noFill/>
            <a:prstDash val="solid"/>
            <a:miter/>
          </a:ln>
          <a:effectLst>
            <a:outerShdw blurRad="254000" dist="127000" dir="8100000" algn="tr" rotWithShape="0">
              <a:schemeClr val="tx1">
                <a:alpha val="40000"/>
              </a:schemeClr>
            </a:outerShdw>
          </a:effectLst>
        </p:spPr>
        <p:txBody>
          <a:bodyPr vert="horz" wrap="square" lIns="91440" tIns="45720" rIns="91440" bIns="45720" rtlCol="0" anchor="ctr"/>
          <a:p>
            <a:pPr algn="ctr">
              <a:lnSpc>
                <a:spcPct val="110000"/>
              </a:lnSpc>
            </a:pPr>
            <a:endParaRPr kumimoji="1" lang="zh-CN" altLang="en-US"/>
          </a:p>
        </p:txBody>
      </p:sp>
      <p:sp>
        <p:nvSpPr>
          <p:cNvPr id="5" name="文本框 4"/>
          <p:cNvSpPr txBox="1"/>
          <p:nvPr/>
        </p:nvSpPr>
        <p:spPr>
          <a:xfrm>
            <a:off x="1199515" y="1988820"/>
            <a:ext cx="9779635" cy="2306955"/>
          </a:xfrm>
          <a:prstGeom prst="rect">
            <a:avLst/>
          </a:prstGeom>
        </p:spPr>
        <p:txBody>
          <a:bodyPr wrap="square">
            <a:spAutoFit/>
          </a:bodyPr>
          <a:p>
            <a:pPr marL="0" indent="0" algn="just" defTabSz="266700">
              <a:lnSpc>
                <a:spcPct val="150000"/>
              </a:lnSpc>
              <a:spcBef>
                <a:spcPct val="0"/>
              </a:spcBef>
              <a:spcAft>
                <a:spcPct val="0"/>
              </a:spcAft>
              <a:buFont typeface="Times New Roman" panose="02020603050405020304"/>
              <a:buNone/>
            </a:pPr>
            <a:r>
              <a:rPr lang="zh-CN" altLang="en-US" sz="3200" b="1">
                <a:latin typeface="宋体" panose="02010600030101010101" pitchFamily="2" charset="-122"/>
                <a:ea typeface="宋体" panose="02010600030101010101" pitchFamily="2" charset="-122"/>
              </a:rPr>
              <a:t>光栅线数为</a:t>
            </a:r>
            <a:r>
              <a:rPr lang="en-US" altLang="zh-CN" sz="3200" b="1">
                <a:latin typeface="宋体" panose="02010600030101010101" pitchFamily="2" charset="-122"/>
                <a:ea typeface="宋体" panose="02010600030101010101" pitchFamily="2" charset="-122"/>
              </a:rPr>
              <a:t>100 L/mm</a:t>
            </a:r>
            <a:r>
              <a:rPr lang="zh-CN" altLang="en-US" sz="3200" b="1">
                <a:latin typeface="宋体" panose="02010600030101010101" pitchFamily="2" charset="-122"/>
                <a:ea typeface="宋体" panose="02010600030101010101" pitchFamily="2" charset="-122"/>
              </a:rPr>
              <a:t>，在实验内容</a:t>
            </a:r>
            <a:r>
              <a:rPr lang="en-US" altLang="zh-CN" sz="3200" b="1">
                <a:latin typeface="宋体" panose="02010600030101010101" pitchFamily="2" charset="-122"/>
                <a:ea typeface="宋体" panose="02010600030101010101" pitchFamily="2" charset="-122"/>
              </a:rPr>
              <a:t>1</a:t>
            </a:r>
            <a:r>
              <a:rPr lang="zh-CN" altLang="en-US" sz="3200" b="1">
                <a:latin typeface="宋体" panose="02010600030101010101" pitchFamily="2" charset="-122"/>
                <a:ea typeface="宋体" panose="02010600030101010101" pitchFamily="2" charset="-122"/>
              </a:rPr>
              <a:t>或</a:t>
            </a:r>
            <a:r>
              <a:rPr lang="en-US" altLang="zh-CN" sz="3200" b="1">
                <a:latin typeface="宋体" panose="02010600030101010101" pitchFamily="2" charset="-122"/>
                <a:ea typeface="宋体" panose="02010600030101010101" pitchFamily="2" charset="-122"/>
              </a:rPr>
              <a:t>2</a:t>
            </a:r>
            <a:r>
              <a:rPr lang="zh-CN" altLang="en-US" sz="3200" b="1">
                <a:latin typeface="宋体" panose="02010600030101010101" pitchFamily="2" charset="-122"/>
                <a:ea typeface="宋体" panose="02010600030101010101" pitchFamily="2" charset="-122"/>
              </a:rPr>
              <a:t>基础上分别对比衍射级次为</a:t>
            </a:r>
            <a:r>
              <a:rPr lang="en-US" altLang="zh-CN" sz="3200" b="1">
                <a:latin typeface="宋体" panose="02010600030101010101" pitchFamily="2" charset="-122"/>
                <a:ea typeface="宋体" panose="02010600030101010101" pitchFamily="2" charset="-122"/>
              </a:rPr>
              <a:t>±1</a:t>
            </a:r>
            <a:r>
              <a:rPr lang="zh-CN" altLang="en-US" sz="3200" b="1">
                <a:latin typeface="宋体" panose="02010600030101010101" pitchFamily="2" charset="-122"/>
                <a:ea typeface="宋体" panose="02010600030101010101" pitchFamily="2" charset="-122"/>
              </a:rPr>
              <a:t>、</a:t>
            </a:r>
            <a:r>
              <a:rPr lang="en-US" altLang="zh-CN" sz="3200" b="1">
                <a:latin typeface="宋体" panose="02010600030101010101" pitchFamily="2" charset="-122"/>
                <a:ea typeface="宋体" panose="02010600030101010101" pitchFamily="2" charset="-122"/>
              </a:rPr>
              <a:t>±2</a:t>
            </a:r>
            <a:r>
              <a:rPr lang="zh-CN" altLang="en-US" sz="3200" b="1">
                <a:latin typeface="宋体" panose="02010600030101010101" pitchFamily="2" charset="-122"/>
                <a:ea typeface="宋体" panose="02010600030101010101" pitchFamily="2" charset="-122"/>
              </a:rPr>
              <a:t>、</a:t>
            </a:r>
            <a:r>
              <a:rPr lang="en-US" altLang="zh-CN" sz="3200" b="1">
                <a:latin typeface="宋体" panose="02010600030101010101" pitchFamily="2" charset="-122"/>
                <a:ea typeface="宋体" panose="02010600030101010101" pitchFamily="2" charset="-122"/>
              </a:rPr>
              <a:t>±3</a:t>
            </a:r>
            <a:r>
              <a:rPr lang="zh-CN" altLang="en-US" sz="3200" b="1">
                <a:latin typeface="宋体" panose="02010600030101010101" pitchFamily="2" charset="-122"/>
                <a:ea typeface="宋体" panose="02010600030101010101" pitchFamily="2" charset="-122"/>
              </a:rPr>
              <a:t>、</a:t>
            </a:r>
            <a:r>
              <a:rPr lang="en-US" altLang="zh-CN" sz="3200" b="1">
                <a:latin typeface="宋体" panose="02010600030101010101" pitchFamily="2" charset="-122"/>
                <a:ea typeface="宋体" panose="02010600030101010101" pitchFamily="2" charset="-122"/>
              </a:rPr>
              <a:t>±4</a:t>
            </a:r>
            <a:r>
              <a:rPr lang="zh-CN" altLang="en-US" sz="3200" b="1">
                <a:latin typeface="宋体" panose="02010600030101010101" pitchFamily="2" charset="-122"/>
                <a:ea typeface="宋体" panose="02010600030101010101" pitchFamily="2" charset="-122"/>
              </a:rPr>
              <a:t>、</a:t>
            </a:r>
            <a:r>
              <a:rPr lang="en-US" altLang="zh-CN" sz="3200" b="1">
                <a:latin typeface="宋体" panose="02010600030101010101" pitchFamily="2" charset="-122"/>
                <a:ea typeface="宋体" panose="02010600030101010101" pitchFamily="2" charset="-122"/>
              </a:rPr>
              <a:t>±5</a:t>
            </a:r>
            <a:r>
              <a:rPr lang="zh-CN" altLang="en-US" sz="3200" b="1">
                <a:latin typeface="宋体" panose="02010600030101010101" pitchFamily="2" charset="-122"/>
                <a:ea typeface="宋体" panose="02010600030101010101" pitchFamily="2" charset="-122"/>
              </a:rPr>
              <a:t>所测得的激光波长，算出各</a:t>
            </a:r>
            <a:r>
              <a:rPr lang="zh-CN" altLang="en-US" sz="3200" b="1">
                <a:latin typeface="宋体" panose="02010600030101010101" pitchFamily="2" charset="-122"/>
                <a:ea typeface="宋体" panose="02010600030101010101" pitchFamily="2" charset="-122"/>
              </a:rPr>
              <a:t>级次的相对误差并进行比较。</a:t>
            </a:r>
            <a:endParaRPr lang="zh-CN" altLang="en-US" sz="3200" b="1">
              <a:latin typeface="宋体" panose="02010600030101010101" pitchFamily="2" charset="-122"/>
              <a:ea typeface="宋体" panose="0201060003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custDataLst>
              <p:tags r:id="rId1"/>
            </p:custDataLst>
          </p:nvPr>
        </p:nvSpPr>
        <p:spPr>
          <a:xfrm>
            <a:off x="513651" y="1870613"/>
            <a:ext cx="3420000" cy="3420000"/>
          </a:xfrm>
          <a:prstGeom prst="roundRect">
            <a:avLst>
              <a:gd name="adj" fmla="val 5969"/>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custDataLst>
              <p:tags r:id="rId2"/>
            </p:custDataLst>
          </p:nvPr>
        </p:nvSpPr>
        <p:spPr>
          <a:xfrm>
            <a:off x="783651" y="2779901"/>
            <a:ext cx="2880000" cy="2024970"/>
          </a:xfrm>
          <a:prstGeom prst="rect">
            <a:avLst/>
          </a:prstGeom>
          <a:noFill/>
          <a:ln>
            <a:noFill/>
          </a:ln>
        </p:spPr>
        <p:txBody>
          <a:bodyPr vert="horz" wrap="square" lIns="0" tIns="0" rIns="0" bIns="0" rtlCol="0" anchor="t"/>
          <a:lstStyle/>
          <a:p>
            <a:pPr algn="l">
              <a:lnSpc>
                <a:spcPct val="150000"/>
              </a:lnSpc>
            </a:pPr>
            <a:r>
              <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经过多次测量和数据处理，计算得到透射光栅的光栅常数为 ( d ) nm，与标称值接近。</a:t>
            </a:r>
            <a:endPar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endParaRPr>
          </a:p>
          <a:p>
            <a:pPr algn="l">
              <a:lnSpc>
                <a:spcPct val="150000"/>
              </a:lnSpc>
            </a:pPr>
            <a:r>
              <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测量结果的误差范围在 ( \pm ) nm以内，表明实验方法具有较高的准确性。</a:t>
            </a:r>
            <a:endPar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5" name="标题 1"/>
          <p:cNvSpPr txBox="1"/>
          <p:nvPr>
            <p:custDataLst>
              <p:tags r:id="rId3"/>
            </p:custDataLst>
          </p:nvPr>
        </p:nvSpPr>
        <p:spPr>
          <a:xfrm>
            <a:off x="783651" y="2096062"/>
            <a:ext cx="2880000" cy="612000"/>
          </a:xfrm>
          <a:prstGeom prst="rect">
            <a:avLst/>
          </a:prstGeom>
          <a:noFill/>
          <a:ln>
            <a:noFill/>
          </a:ln>
        </p:spPr>
        <p:txBody>
          <a:bodyPr vert="horz" wrap="square" lIns="0" tIns="0" rIns="0" bIns="0" rtlCol="0" anchor="ctr"/>
          <a:lstStyle/>
          <a:p>
            <a:pPr algn="ctr">
              <a:lnSpc>
                <a:spcPct val="120000"/>
              </a:lnSpc>
            </a:pPr>
            <a:r>
              <a:rPr kumimoji="1" lang="en-US" altLang="zh-CN">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rPr>
              <a:t>光栅常数的测量结果</a:t>
            </a:r>
            <a:endParaRPr kumimoji="1" lang="en-US" altLang="zh-CN">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6" name="标题 1"/>
          <p:cNvSpPr txBox="1"/>
          <p:nvPr>
            <p:custDataLst>
              <p:tags r:id="rId4"/>
            </p:custDataLst>
          </p:nvPr>
        </p:nvSpPr>
        <p:spPr>
          <a:xfrm>
            <a:off x="1936631" y="4989785"/>
            <a:ext cx="574040" cy="574040"/>
          </a:xfrm>
          <a:prstGeom prst="ellipse">
            <a:avLst/>
          </a:prstGeom>
          <a:solidFill>
            <a:schemeClr val="accent1"/>
          </a:solidFill>
          <a:ln w="254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custDataLst>
              <p:tags r:id="rId5"/>
            </p:custDataLst>
          </p:nvPr>
        </p:nvSpPr>
        <p:spPr>
          <a:xfrm>
            <a:off x="1936631" y="5122918"/>
            <a:ext cx="574040" cy="307777"/>
          </a:xfrm>
          <a:prstGeom prst="rect">
            <a:avLst/>
          </a:prstGeom>
          <a:noFill/>
          <a:ln w="12700" cap="sq">
            <a:noFill/>
            <a:miter/>
          </a:ln>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01</a:t>
            </a:r>
            <a:endParaRPr kumimoji="1" lang="zh-CN" altLang="en-US"/>
          </a:p>
        </p:txBody>
      </p:sp>
      <p:sp>
        <p:nvSpPr>
          <p:cNvPr id="8" name="标题 1"/>
          <p:cNvSpPr txBox="1"/>
          <p:nvPr>
            <p:custDataLst>
              <p:tags r:id="rId6"/>
            </p:custDataLst>
          </p:nvPr>
        </p:nvSpPr>
        <p:spPr>
          <a:xfrm flipH="1" flipV="1">
            <a:off x="3901847" y="1700575"/>
            <a:ext cx="162663" cy="162663"/>
          </a:xfrm>
          <a:prstGeom prst="teardrop">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sz="2000"/>
          </a:p>
        </p:txBody>
      </p:sp>
      <p:sp>
        <p:nvSpPr>
          <p:cNvPr id="9" name="标题 1"/>
          <p:cNvSpPr txBox="1"/>
          <p:nvPr>
            <p:custDataLst>
              <p:tags r:id="rId7"/>
            </p:custDataLst>
          </p:nvPr>
        </p:nvSpPr>
        <p:spPr>
          <a:xfrm>
            <a:off x="4353976" y="1870613"/>
            <a:ext cx="3420000" cy="3420000"/>
          </a:xfrm>
          <a:prstGeom prst="roundRect">
            <a:avLst>
              <a:gd name="adj" fmla="val 5969"/>
            </a:avLst>
          </a:prstGeom>
          <a:solidFill>
            <a:schemeClr val="bg1"/>
          </a:solidFill>
          <a:ln w="12700" cap="sq">
            <a:solidFill>
              <a:schemeClr val="accent2"/>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8"/>
            </p:custDataLst>
          </p:nvPr>
        </p:nvSpPr>
        <p:spPr>
          <a:xfrm>
            <a:off x="4550410" y="2780030"/>
            <a:ext cx="3072130" cy="2025015"/>
          </a:xfrm>
          <a:prstGeom prst="rect">
            <a:avLst/>
          </a:prstGeom>
          <a:noFill/>
          <a:ln>
            <a:noFill/>
          </a:ln>
        </p:spPr>
        <p:txBody>
          <a:bodyPr vert="horz" wrap="square" lIns="0" tIns="0" rIns="0" bIns="0" rtlCol="0" anchor="t"/>
          <a:lstStyle/>
          <a:p>
            <a:pPr algn="l">
              <a:lnSpc>
                <a:spcPct val="150000"/>
              </a:lnSpc>
            </a:pPr>
            <a:r>
              <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实验观察到的衍射条纹清晰、分布均匀，符合光栅衍射的理论规律。
不同级数条纹之间的间距随着衍射级数的增加而逐渐增大，与光栅方程的预测一致。</a:t>
            </a:r>
            <a:endPar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11" name="标题 1"/>
          <p:cNvSpPr txBox="1"/>
          <p:nvPr>
            <p:custDataLst>
              <p:tags r:id="rId9"/>
            </p:custDataLst>
          </p:nvPr>
        </p:nvSpPr>
        <p:spPr>
          <a:xfrm>
            <a:off x="4623977" y="2096062"/>
            <a:ext cx="2880000" cy="612000"/>
          </a:xfrm>
          <a:prstGeom prst="rect">
            <a:avLst/>
          </a:prstGeom>
          <a:noFill/>
          <a:ln>
            <a:noFill/>
          </a:ln>
        </p:spPr>
        <p:txBody>
          <a:bodyPr vert="horz" wrap="square" lIns="0" tIns="0" rIns="0" bIns="0" rtlCol="0" anchor="ctr"/>
          <a:lstStyle/>
          <a:p>
            <a:pPr algn="ctr">
              <a:lnSpc>
                <a:spcPct val="120000"/>
              </a:lnSpc>
            </a:pPr>
            <a:r>
              <a:rPr kumimoji="1" lang="en-US" altLang="zh-CN">
                <a:ln w="12700">
                  <a:noFill/>
                </a:ln>
                <a:solidFill>
                  <a:srgbClr val="262626">
                    <a:alpha val="100000"/>
                  </a:srgbClr>
                </a:solidFill>
                <a:highlight>
                  <a:srgbClr val="FFFF00"/>
                </a:highlight>
                <a:latin typeface="Arial" panose="020B0604020202020204" pitchFamily="34" charset="0"/>
                <a:ea typeface="黑体" panose="02010609060101010101" charset="-122"/>
                <a:cs typeface="Source Han Sans CN Bold" panose="020B0800000000000000" charset="-122"/>
              </a:rPr>
              <a:t>衍射条纹的分布规律</a:t>
            </a:r>
            <a:endParaRPr kumimoji="1" lang="en-US" altLang="zh-CN">
              <a:ln w="12700">
                <a:noFill/>
              </a:ln>
              <a:solidFill>
                <a:srgbClr val="262626">
                  <a:alpha val="100000"/>
                </a:srgbClr>
              </a:solidFill>
              <a:highlight>
                <a:srgbClr val="FFFF00"/>
              </a:highlight>
              <a:latin typeface="Arial" panose="020B0604020202020204" pitchFamily="34" charset="0"/>
              <a:ea typeface="黑体" panose="02010609060101010101" charset="-122"/>
              <a:cs typeface="Source Han Sans CN Bold" panose="020B0800000000000000" charset="-122"/>
            </a:endParaRPr>
          </a:p>
        </p:txBody>
      </p:sp>
      <p:sp>
        <p:nvSpPr>
          <p:cNvPr id="12" name="标题 1"/>
          <p:cNvSpPr txBox="1"/>
          <p:nvPr>
            <p:custDataLst>
              <p:tags r:id="rId10"/>
            </p:custDataLst>
          </p:nvPr>
        </p:nvSpPr>
        <p:spPr>
          <a:xfrm>
            <a:off x="5776957" y="4989785"/>
            <a:ext cx="574040" cy="574040"/>
          </a:xfrm>
          <a:prstGeom prst="ellipse">
            <a:avLst/>
          </a:prstGeom>
          <a:solidFill>
            <a:schemeClr val="accent2"/>
          </a:solidFill>
          <a:ln w="254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11"/>
            </p:custDataLst>
          </p:nvPr>
        </p:nvSpPr>
        <p:spPr>
          <a:xfrm>
            <a:off x="5776957" y="5122918"/>
            <a:ext cx="574040" cy="307777"/>
          </a:xfrm>
          <a:prstGeom prst="rect">
            <a:avLst/>
          </a:prstGeom>
          <a:noFill/>
          <a:ln w="12700" cap="sq">
            <a:noFill/>
            <a:miter/>
          </a:ln>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02</a:t>
            </a:r>
            <a:endParaRPr kumimoji="1" lang="zh-CN" altLang="en-US"/>
          </a:p>
        </p:txBody>
      </p:sp>
      <p:sp>
        <p:nvSpPr>
          <p:cNvPr id="14" name="标题 1"/>
          <p:cNvSpPr txBox="1"/>
          <p:nvPr>
            <p:custDataLst>
              <p:tags r:id="rId12"/>
            </p:custDataLst>
          </p:nvPr>
        </p:nvSpPr>
        <p:spPr>
          <a:xfrm flipH="1" flipV="1">
            <a:off x="7742173" y="1700575"/>
            <a:ext cx="162663" cy="162663"/>
          </a:xfrm>
          <a:prstGeom prst="teardrop">
            <a:avLst/>
          </a:prstGeom>
          <a:solidFill>
            <a:schemeClr val="accent2">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sz="2000"/>
          </a:p>
        </p:txBody>
      </p:sp>
      <p:sp>
        <p:nvSpPr>
          <p:cNvPr id="15" name="标题 1"/>
          <p:cNvSpPr txBox="1"/>
          <p:nvPr>
            <p:custDataLst>
              <p:tags r:id="rId13"/>
            </p:custDataLst>
          </p:nvPr>
        </p:nvSpPr>
        <p:spPr>
          <a:xfrm>
            <a:off x="8194302" y="1870613"/>
            <a:ext cx="3420000" cy="3420000"/>
          </a:xfrm>
          <a:prstGeom prst="roundRect">
            <a:avLst>
              <a:gd name="adj" fmla="val 6201"/>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custDataLst>
              <p:tags r:id="rId14"/>
            </p:custDataLst>
          </p:nvPr>
        </p:nvSpPr>
        <p:spPr>
          <a:xfrm>
            <a:off x="8464301" y="2779901"/>
            <a:ext cx="2880000" cy="2024970"/>
          </a:xfrm>
          <a:prstGeom prst="rect">
            <a:avLst/>
          </a:prstGeom>
          <a:noFill/>
          <a:ln>
            <a:noFill/>
          </a:ln>
        </p:spPr>
        <p:txBody>
          <a:bodyPr vert="horz" wrap="square" lIns="0" tIns="0" rIns="0" bIns="0" rtlCol="0" anchor="t"/>
          <a:lstStyle/>
          <a:p>
            <a:pPr algn="l">
              <a:lnSpc>
                <a:spcPct val="150000"/>
              </a:lnSpc>
            </a:pPr>
            <a:r>
              <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对多次测量的数据进行统计分析，计算数据的平均值、标准差等统计量，评估数据的离散程度。
绘制数据的直方图，展示数据的分布情况，进一步验证实验结果的可靠性。</a:t>
            </a:r>
            <a:endParaRPr kumimoji="1" lang="en-US" altLang="zh-CN" sz="16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17" name="标题 1"/>
          <p:cNvSpPr txBox="1"/>
          <p:nvPr>
            <p:custDataLst>
              <p:tags r:id="rId15"/>
            </p:custDataLst>
          </p:nvPr>
        </p:nvSpPr>
        <p:spPr>
          <a:xfrm>
            <a:off x="8464301" y="2096062"/>
            <a:ext cx="2880000" cy="612000"/>
          </a:xfrm>
          <a:prstGeom prst="rect">
            <a:avLst/>
          </a:prstGeom>
          <a:noFill/>
          <a:ln>
            <a:noFill/>
          </a:ln>
        </p:spPr>
        <p:txBody>
          <a:bodyPr vert="horz" wrap="square" lIns="0" tIns="0" rIns="0" bIns="0" rtlCol="0" anchor="ctr"/>
          <a:lstStyle/>
          <a:p>
            <a:pPr algn="ctr">
              <a:lnSpc>
                <a:spcPct val="120000"/>
              </a:lnSpc>
            </a:pPr>
            <a:r>
              <a:rPr kumimoji="1" lang="en-US" altLang="zh-CN">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rPr>
              <a:t>实验数据的统计分析</a:t>
            </a:r>
            <a:endParaRPr kumimoji="1" lang="en-US" altLang="zh-CN">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18" name="标题 1"/>
          <p:cNvSpPr txBox="1"/>
          <p:nvPr>
            <p:custDataLst>
              <p:tags r:id="rId16"/>
            </p:custDataLst>
          </p:nvPr>
        </p:nvSpPr>
        <p:spPr>
          <a:xfrm>
            <a:off x="9617281" y="4989785"/>
            <a:ext cx="574040" cy="574040"/>
          </a:xfrm>
          <a:prstGeom prst="ellipse">
            <a:avLst/>
          </a:prstGeom>
          <a:solidFill>
            <a:schemeClr val="accent1"/>
          </a:solidFill>
          <a:ln w="254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custDataLst>
              <p:tags r:id="rId17"/>
            </p:custDataLst>
          </p:nvPr>
        </p:nvSpPr>
        <p:spPr>
          <a:xfrm>
            <a:off x="9617281" y="5122918"/>
            <a:ext cx="574040" cy="307777"/>
          </a:xfrm>
          <a:prstGeom prst="rect">
            <a:avLst/>
          </a:prstGeom>
          <a:noFill/>
          <a:ln w="12700" cap="sq">
            <a:noFill/>
            <a:miter/>
          </a:ln>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03</a:t>
            </a:r>
            <a:endParaRPr kumimoji="1" lang="zh-CN" altLang="en-US"/>
          </a:p>
        </p:txBody>
      </p:sp>
      <p:sp>
        <p:nvSpPr>
          <p:cNvPr id="20" name="标题 1"/>
          <p:cNvSpPr txBox="1"/>
          <p:nvPr>
            <p:custDataLst>
              <p:tags r:id="rId18"/>
            </p:custDataLst>
          </p:nvPr>
        </p:nvSpPr>
        <p:spPr>
          <a:xfrm flipH="1" flipV="1">
            <a:off x="11582497" y="1700575"/>
            <a:ext cx="162663" cy="162663"/>
          </a:xfrm>
          <a:prstGeom prst="teardrop">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sz="2000"/>
          </a:p>
        </p:txBody>
      </p:sp>
      <p:sp>
        <p:nvSpPr>
          <p:cNvPr id="21" name="标题 1"/>
          <p:cNvSpPr txBox="1"/>
          <p:nvPr/>
        </p:nvSpPr>
        <p:spPr>
          <a:xfrm>
            <a:off x="499512" y="491491"/>
            <a:ext cx="149976" cy="149974"/>
          </a:xfrm>
          <a:prstGeom prst="rect">
            <a:avLst/>
          </a:prstGeom>
          <a:solidFill>
            <a:schemeClr val="accent2">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810592" y="263750"/>
            <a:ext cx="10825147" cy="432000"/>
          </a:xfrm>
          <a:prstGeom prst="rect">
            <a:avLst/>
          </a:prstGeom>
          <a:noFill/>
          <a:ln>
            <a:noFill/>
          </a:ln>
        </p:spPr>
        <p:txBody>
          <a:bodyPr vert="horz" wrap="square" lIns="0" tIns="0" rIns="0" bIns="0" rtlCol="0" anchor="ctr"/>
          <a:lstStyle/>
          <a:p>
            <a:pPr algn="l">
              <a:lnSpc>
                <a:spcPct val="120000"/>
              </a:lnSpc>
            </a:pP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实验</a:t>
            </a:r>
            <a:r>
              <a:rPr kumimoji="1" lang="zh-CN" altLang="en-US"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要求</a:t>
            </a:r>
            <a:endParaRPr kumimoji="1" lang="zh-CN" altLang="en-US"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23" name="标题 1"/>
          <p:cNvSpPr txBox="1"/>
          <p:nvPr/>
        </p:nvSpPr>
        <p:spPr>
          <a:xfrm>
            <a:off x="338406" y="330384"/>
            <a:ext cx="236094" cy="23609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文本框 23"/>
          <p:cNvSpPr txBox="1"/>
          <p:nvPr/>
        </p:nvSpPr>
        <p:spPr>
          <a:xfrm>
            <a:off x="1131570" y="980440"/>
            <a:ext cx="6999605" cy="583565"/>
          </a:xfrm>
          <a:prstGeom prst="rect">
            <a:avLst/>
          </a:prstGeom>
          <a:solidFill>
            <a:srgbClr val="86B3C0"/>
          </a:solidFill>
        </p:spPr>
        <p:txBody>
          <a:bodyPr wrap="square" rtlCol="0">
            <a:spAutoFit/>
          </a:bodyPr>
          <a:p>
            <a:r>
              <a:rPr lang="zh-CN" altLang="en-US" sz="3200" b="1">
                <a:solidFill>
                  <a:srgbClr val="FF0000"/>
                </a:solidFill>
                <a:latin typeface="+mn-ea"/>
              </a:rPr>
              <a:t>一定要记录清楚原始读取的数据</a:t>
            </a:r>
            <a:r>
              <a:rPr lang="en-US" altLang="zh-CN" sz="3200" b="1">
                <a:solidFill>
                  <a:srgbClr val="FF0000"/>
                </a:solidFill>
                <a:latin typeface="+mn-ea"/>
              </a:rPr>
              <a:t>!</a:t>
            </a:r>
            <a:endParaRPr lang="en-US" altLang="zh-CN" sz="3200" b="1">
              <a:solidFill>
                <a:srgbClr val="FF0000"/>
              </a:solidFill>
              <a:latin typeface="+mn-ea"/>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pic>
        <p:nvPicPr>
          <p:cNvPr id="3" name="图片 2" descr="D:/Users/zhouq/Pictures/衍射光栅/R-C.pngR-C"/>
          <p:cNvPicPr>
            <a:picLocks noChangeAspect="1"/>
          </p:cNvPicPr>
          <p:nvPr/>
        </p:nvPicPr>
        <p:blipFill>
          <a:blip r:embed="rId1">
            <a:alphaModFix amt="100000"/>
          </a:blip>
          <a:srcRect t="41035" b="41035"/>
          <a:stretch>
            <a:fillRect/>
          </a:stretch>
        </p:blipFill>
        <p:spPr>
          <a:xfrm>
            <a:off x="-24000" y="1239158"/>
            <a:ext cx="12240000" cy="1440000"/>
          </a:xfrm>
          <a:custGeom>
            <a:avLst/>
            <a:gdLst/>
            <a:ahLst/>
            <a:cxnLst/>
            <a:rect l="l" t="t" r="r" b="b"/>
            <a:pathLst>
              <a:path w="12240000" h="1440000">
                <a:moveTo>
                  <a:pt x="0" y="0"/>
                </a:moveTo>
                <a:lnTo>
                  <a:pt x="12240000" y="0"/>
                </a:lnTo>
                <a:lnTo>
                  <a:pt x="12240000" y="1440000"/>
                </a:lnTo>
                <a:lnTo>
                  <a:pt x="0" y="1440000"/>
                </a:lnTo>
                <a:close/>
              </a:path>
            </a:pathLst>
          </a:custGeom>
          <a:noFill/>
          <a:ln>
            <a:noFill/>
          </a:ln>
        </p:spPr>
      </p:pic>
      <p:sp>
        <p:nvSpPr>
          <p:cNvPr id="4" name="标题 1"/>
          <p:cNvSpPr txBox="1"/>
          <p:nvPr>
            <p:custDataLst>
              <p:tags r:id="rId2"/>
            </p:custDataLst>
          </p:nvPr>
        </p:nvSpPr>
        <p:spPr>
          <a:xfrm>
            <a:off x="678400" y="2331593"/>
            <a:ext cx="3204000" cy="3672000"/>
          </a:xfrm>
          <a:prstGeom prst="roundRect">
            <a:avLst>
              <a:gd name="adj" fmla="val 6162"/>
            </a:avLst>
          </a:prstGeom>
          <a:solidFill>
            <a:schemeClr val="accent1"/>
          </a:solidFill>
          <a:ln w="12700" cap="sq">
            <a:noFill/>
            <a:miter/>
          </a:ln>
          <a:effectLst>
            <a:outerShdw blurRad="317500" dist="127000" dir="5400000" algn="t" rotWithShape="0">
              <a:schemeClr val="accent1">
                <a:alpha val="10000"/>
              </a:schemeClr>
            </a:outerShdw>
          </a:effectLst>
        </p:spPr>
        <p:txBody>
          <a:bodyPr vert="horz" wrap="square" lIns="0" tIns="0" rIns="0" bIns="0" rtlCol="0" anchor="t"/>
          <a:lstStyle/>
          <a:p>
            <a:pPr algn="just">
              <a:lnSpc>
                <a:spcPct val="110000"/>
              </a:lnSpc>
            </a:pPr>
            <a:endParaRPr kumimoji="1" lang="zh-CN" altLang="en-US" sz="2400"/>
          </a:p>
        </p:txBody>
      </p:sp>
      <p:sp>
        <p:nvSpPr>
          <p:cNvPr id="5" name="标题 1"/>
          <p:cNvSpPr txBox="1"/>
          <p:nvPr>
            <p:custDataLst>
              <p:tags r:id="rId3"/>
            </p:custDataLst>
          </p:nvPr>
        </p:nvSpPr>
        <p:spPr>
          <a:xfrm>
            <a:off x="4487650" y="2331593"/>
            <a:ext cx="3204000" cy="3672000"/>
          </a:xfrm>
          <a:prstGeom prst="roundRect">
            <a:avLst>
              <a:gd name="adj" fmla="val 6162"/>
            </a:avLst>
          </a:prstGeom>
          <a:solidFill>
            <a:schemeClr val="accent1"/>
          </a:solidFill>
          <a:ln w="12700" cap="sq">
            <a:noFill/>
            <a:miter/>
          </a:ln>
          <a:effectLst>
            <a:outerShdw blurRad="317500" dist="127000" dir="5400000" algn="t" rotWithShape="0">
              <a:schemeClr val="accent1">
                <a:alpha val="10000"/>
              </a:schemeClr>
            </a:outerShdw>
          </a:effectLst>
        </p:spPr>
        <p:txBody>
          <a:bodyPr vert="horz" wrap="square" lIns="0" tIns="0" rIns="0" bIns="0" rtlCol="0" anchor="t"/>
          <a:lstStyle/>
          <a:p>
            <a:pPr algn="just">
              <a:lnSpc>
                <a:spcPct val="110000"/>
              </a:lnSpc>
            </a:pPr>
            <a:endParaRPr kumimoji="1" lang="zh-CN" altLang="en-US" sz="2400"/>
          </a:p>
        </p:txBody>
      </p:sp>
      <p:sp>
        <p:nvSpPr>
          <p:cNvPr id="6" name="标题 1"/>
          <p:cNvSpPr txBox="1"/>
          <p:nvPr>
            <p:custDataLst>
              <p:tags r:id="rId4"/>
            </p:custDataLst>
          </p:nvPr>
        </p:nvSpPr>
        <p:spPr>
          <a:xfrm>
            <a:off x="8296900" y="2331593"/>
            <a:ext cx="3204000" cy="3672000"/>
          </a:xfrm>
          <a:prstGeom prst="roundRect">
            <a:avLst>
              <a:gd name="adj" fmla="val 6162"/>
            </a:avLst>
          </a:prstGeom>
          <a:solidFill>
            <a:schemeClr val="accent1"/>
          </a:solidFill>
          <a:ln w="12700" cap="sq">
            <a:noFill/>
            <a:miter/>
          </a:ln>
          <a:effectLst>
            <a:outerShdw blurRad="317500" dist="127000" dir="5400000" algn="t" rotWithShape="0">
              <a:schemeClr val="accent1">
                <a:alpha val="10000"/>
              </a:schemeClr>
            </a:outerShdw>
          </a:effectLst>
        </p:spPr>
        <p:txBody>
          <a:bodyPr vert="horz" wrap="square" lIns="0" tIns="0" rIns="0" bIns="0" rtlCol="0" anchor="t"/>
          <a:lstStyle/>
          <a:p>
            <a:pPr algn="just">
              <a:lnSpc>
                <a:spcPct val="110000"/>
              </a:lnSpc>
            </a:pPr>
            <a:endParaRPr kumimoji="1" lang="zh-CN" altLang="en-US" sz="2400"/>
          </a:p>
        </p:txBody>
      </p:sp>
      <p:pic>
        <p:nvPicPr>
          <p:cNvPr id="7" name="图片 6" descr="D:/Users/zhouq/Pictures/衍射光栅/图片2.png图片2"/>
          <p:cNvPicPr>
            <a:picLocks noChangeAspect="1"/>
          </p:cNvPicPr>
          <p:nvPr>
            <p:custDataLst>
              <p:tags r:id="rId5"/>
            </p:custDataLst>
          </p:nvPr>
        </p:nvPicPr>
        <p:blipFill>
          <a:blip r:embed="rId6">
            <a:alphaModFix amt="71000"/>
          </a:blip>
          <a:srcRect l="30474" r="30474" b="31091"/>
          <a:stretch>
            <a:fillRect/>
          </a:stretch>
        </p:blipFill>
        <p:spPr>
          <a:xfrm>
            <a:off x="682625" y="4869180"/>
            <a:ext cx="3147695" cy="2016760"/>
          </a:xfrm>
          <a:custGeom>
            <a:avLst/>
            <a:gdLst/>
            <a:ahLst/>
            <a:cxnLst/>
            <a:rect l="l" t="t" r="r" b="b"/>
            <a:pathLst>
              <a:path w="3240000" h="3600000">
                <a:moveTo>
                  <a:pt x="226800" y="0"/>
                </a:moveTo>
                <a:lnTo>
                  <a:pt x="3013200" y="0"/>
                </a:lnTo>
                <a:cubicBezTo>
                  <a:pt x="3138459" y="0"/>
                  <a:pt x="3240000" y="94772"/>
                  <a:pt x="3240000" y="211680"/>
                </a:cubicBezTo>
                <a:lnTo>
                  <a:pt x="3240000" y="3388320"/>
                </a:lnTo>
                <a:cubicBezTo>
                  <a:pt x="3240000" y="3505228"/>
                  <a:pt x="3138459" y="3600000"/>
                  <a:pt x="3013200" y="3600000"/>
                </a:cubicBezTo>
                <a:lnTo>
                  <a:pt x="226800" y="3600000"/>
                </a:lnTo>
                <a:cubicBezTo>
                  <a:pt x="101541" y="3600000"/>
                  <a:pt x="0" y="3505228"/>
                  <a:pt x="0" y="3388320"/>
                </a:cubicBezTo>
                <a:lnTo>
                  <a:pt x="0" y="211680"/>
                </a:lnTo>
                <a:cubicBezTo>
                  <a:pt x="0" y="94772"/>
                  <a:pt x="101541" y="0"/>
                  <a:pt x="226800" y="0"/>
                </a:cubicBezTo>
                <a:close/>
              </a:path>
            </a:pathLst>
          </a:custGeom>
          <a:noFill/>
          <a:ln>
            <a:noFill/>
          </a:ln>
        </p:spPr>
      </p:pic>
      <p:sp>
        <p:nvSpPr>
          <p:cNvPr id="8" name="标题 1"/>
          <p:cNvSpPr txBox="1"/>
          <p:nvPr>
            <p:custDataLst>
              <p:tags r:id="rId7"/>
            </p:custDataLst>
          </p:nvPr>
        </p:nvSpPr>
        <p:spPr>
          <a:xfrm>
            <a:off x="642620" y="2158365"/>
            <a:ext cx="3239770" cy="4154805"/>
          </a:xfrm>
          <a:prstGeom prst="round2SameRect">
            <a:avLst>
              <a:gd name="adj1" fmla="val 6444"/>
              <a:gd name="adj2" fmla="val 0"/>
            </a:avLst>
          </a:prstGeom>
          <a:gradFill>
            <a:gsLst>
              <a:gs pos="65000">
                <a:schemeClr val="bg1"/>
              </a:gs>
              <a:gs pos="100000">
                <a:schemeClr val="bg1">
                  <a:alpha val="0"/>
                </a:schemeClr>
              </a:gs>
            </a:gsLst>
            <a:lin ang="5400000" scaled="0"/>
          </a:gradFill>
          <a:ln w="12700" cap="sq">
            <a:noFill/>
            <a:miter/>
          </a:ln>
          <a:effectLst/>
        </p:spPr>
        <p:txBody>
          <a:bodyPr vert="horz" wrap="square" lIns="0" tIns="0" rIns="0" bIns="0" rtlCol="0" anchor="t"/>
          <a:lstStyle/>
          <a:p>
            <a:pPr algn="just">
              <a:lnSpc>
                <a:spcPct val="110000"/>
              </a:lnSpc>
            </a:pPr>
            <a:endParaRPr kumimoji="1" lang="zh-CN" altLang="en-US" sz="2400"/>
          </a:p>
        </p:txBody>
      </p:sp>
      <p:pic>
        <p:nvPicPr>
          <p:cNvPr id="9" name="图片 8" descr="D:/Users/zhouq/Pictures/衍射光栅/图片4.png图片4"/>
          <p:cNvPicPr>
            <a:picLocks noChangeAspect="1"/>
          </p:cNvPicPr>
          <p:nvPr>
            <p:custDataLst>
              <p:tags r:id="rId8"/>
            </p:custDataLst>
          </p:nvPr>
        </p:nvPicPr>
        <p:blipFill>
          <a:blip r:embed="rId9">
            <a:alphaModFix amt="71000"/>
          </a:blip>
          <a:srcRect l="29609" r="29609"/>
          <a:stretch>
            <a:fillRect/>
          </a:stretch>
        </p:blipFill>
        <p:spPr>
          <a:xfrm>
            <a:off x="4478655" y="3933190"/>
            <a:ext cx="3239770" cy="2924810"/>
          </a:xfrm>
          <a:custGeom>
            <a:avLst/>
            <a:gdLst/>
            <a:ahLst/>
            <a:cxnLst/>
            <a:rect l="l" t="t" r="r" b="b"/>
            <a:pathLst>
              <a:path w="3240000" h="3600000">
                <a:moveTo>
                  <a:pt x="226800" y="0"/>
                </a:moveTo>
                <a:lnTo>
                  <a:pt x="3013200" y="0"/>
                </a:lnTo>
                <a:cubicBezTo>
                  <a:pt x="3138459" y="0"/>
                  <a:pt x="3240000" y="94772"/>
                  <a:pt x="3240000" y="211680"/>
                </a:cubicBezTo>
                <a:lnTo>
                  <a:pt x="3240000" y="3388320"/>
                </a:lnTo>
                <a:cubicBezTo>
                  <a:pt x="3240000" y="3505228"/>
                  <a:pt x="3138459" y="3600000"/>
                  <a:pt x="3013200" y="3600000"/>
                </a:cubicBezTo>
                <a:lnTo>
                  <a:pt x="226800" y="3600000"/>
                </a:lnTo>
                <a:cubicBezTo>
                  <a:pt x="101541" y="3600000"/>
                  <a:pt x="0" y="3505228"/>
                  <a:pt x="0" y="3388320"/>
                </a:cubicBezTo>
                <a:lnTo>
                  <a:pt x="0" y="211680"/>
                </a:lnTo>
                <a:cubicBezTo>
                  <a:pt x="0" y="94772"/>
                  <a:pt x="101541" y="0"/>
                  <a:pt x="226800" y="0"/>
                </a:cubicBezTo>
                <a:close/>
              </a:path>
            </a:pathLst>
          </a:custGeom>
          <a:noFill/>
          <a:ln>
            <a:noFill/>
          </a:ln>
        </p:spPr>
      </p:pic>
      <p:sp>
        <p:nvSpPr>
          <p:cNvPr id="10" name="标题 1"/>
          <p:cNvSpPr txBox="1"/>
          <p:nvPr>
            <p:custDataLst>
              <p:tags r:id="rId10"/>
            </p:custDataLst>
          </p:nvPr>
        </p:nvSpPr>
        <p:spPr>
          <a:xfrm>
            <a:off x="4469765" y="2159000"/>
            <a:ext cx="3239770" cy="4630420"/>
          </a:xfrm>
          <a:prstGeom prst="round2SameRect">
            <a:avLst>
              <a:gd name="adj1" fmla="val 6444"/>
              <a:gd name="adj2" fmla="val 0"/>
            </a:avLst>
          </a:prstGeom>
          <a:gradFill>
            <a:gsLst>
              <a:gs pos="65000">
                <a:schemeClr val="bg1"/>
              </a:gs>
              <a:gs pos="100000">
                <a:schemeClr val="bg1">
                  <a:alpha val="0"/>
                </a:schemeClr>
              </a:gs>
            </a:gsLst>
            <a:lin ang="5400000" scaled="0"/>
          </a:gradFill>
          <a:ln w="12700" cap="sq">
            <a:noFill/>
            <a:miter/>
          </a:ln>
          <a:effectLst/>
        </p:spPr>
        <p:txBody>
          <a:bodyPr vert="horz" wrap="square" lIns="0" tIns="0" rIns="0" bIns="0" rtlCol="0" anchor="t"/>
          <a:lstStyle/>
          <a:p>
            <a:pPr algn="just">
              <a:lnSpc>
                <a:spcPct val="110000"/>
              </a:lnSpc>
            </a:pPr>
            <a:endParaRPr kumimoji="1" lang="zh-CN" altLang="en-US" sz="2400"/>
          </a:p>
        </p:txBody>
      </p:sp>
      <p:pic>
        <p:nvPicPr>
          <p:cNvPr id="11" name="图片 10" descr="D:/Users/zhouq/Pictures/衍射光栅/rBwBHmTIS9SAVm2xAABqbX_7NP8345.jpgrBwBHmTIS9SAVm2xAABqbX_7NP8345"/>
          <p:cNvPicPr>
            <a:picLocks noChangeAspect="1"/>
          </p:cNvPicPr>
          <p:nvPr>
            <p:custDataLst>
              <p:tags r:id="rId11"/>
            </p:custDataLst>
          </p:nvPr>
        </p:nvPicPr>
        <p:blipFill>
          <a:blip r:embed="rId12">
            <a:alphaModFix amt="71000"/>
          </a:blip>
          <a:srcRect l="20120" r="20120"/>
          <a:stretch>
            <a:fillRect/>
          </a:stretch>
        </p:blipFill>
        <p:spPr>
          <a:xfrm>
            <a:off x="8368030" y="4005580"/>
            <a:ext cx="3239770" cy="2854325"/>
          </a:xfrm>
          <a:custGeom>
            <a:avLst/>
            <a:gdLst/>
            <a:ahLst/>
            <a:cxnLst/>
            <a:rect l="l" t="t" r="r" b="b"/>
            <a:pathLst>
              <a:path w="3240000" h="3600000">
                <a:moveTo>
                  <a:pt x="226800" y="0"/>
                </a:moveTo>
                <a:lnTo>
                  <a:pt x="3013200" y="0"/>
                </a:lnTo>
                <a:cubicBezTo>
                  <a:pt x="3138459" y="0"/>
                  <a:pt x="3240000" y="94772"/>
                  <a:pt x="3240000" y="211680"/>
                </a:cubicBezTo>
                <a:lnTo>
                  <a:pt x="3240000" y="3388320"/>
                </a:lnTo>
                <a:cubicBezTo>
                  <a:pt x="3240000" y="3505228"/>
                  <a:pt x="3138459" y="3600000"/>
                  <a:pt x="3013200" y="3600000"/>
                </a:cubicBezTo>
                <a:lnTo>
                  <a:pt x="226800" y="3600000"/>
                </a:lnTo>
                <a:cubicBezTo>
                  <a:pt x="101541" y="3600000"/>
                  <a:pt x="0" y="3505228"/>
                  <a:pt x="0" y="3388320"/>
                </a:cubicBezTo>
                <a:lnTo>
                  <a:pt x="0" y="211680"/>
                </a:lnTo>
                <a:cubicBezTo>
                  <a:pt x="0" y="94772"/>
                  <a:pt x="101541" y="0"/>
                  <a:pt x="226800" y="0"/>
                </a:cubicBezTo>
                <a:close/>
              </a:path>
            </a:pathLst>
          </a:custGeom>
          <a:noFill/>
          <a:ln>
            <a:noFill/>
          </a:ln>
        </p:spPr>
      </p:pic>
      <p:sp>
        <p:nvSpPr>
          <p:cNvPr id="12" name="标题 1"/>
          <p:cNvSpPr txBox="1"/>
          <p:nvPr>
            <p:custDataLst>
              <p:tags r:id="rId13"/>
            </p:custDataLst>
          </p:nvPr>
        </p:nvSpPr>
        <p:spPr>
          <a:xfrm>
            <a:off x="8231505" y="2159000"/>
            <a:ext cx="3474720" cy="4274820"/>
          </a:xfrm>
          <a:prstGeom prst="round2SameRect">
            <a:avLst>
              <a:gd name="adj1" fmla="val 6444"/>
              <a:gd name="adj2" fmla="val 0"/>
            </a:avLst>
          </a:prstGeom>
          <a:gradFill>
            <a:gsLst>
              <a:gs pos="65000">
                <a:schemeClr val="bg1"/>
              </a:gs>
              <a:gs pos="100000">
                <a:schemeClr val="bg1">
                  <a:alpha val="0"/>
                </a:schemeClr>
              </a:gs>
            </a:gsLst>
            <a:lin ang="5400000" scaled="0"/>
          </a:gradFill>
          <a:ln w="12700" cap="sq">
            <a:noFill/>
            <a:miter/>
          </a:ln>
          <a:effectLst/>
        </p:spPr>
        <p:txBody>
          <a:bodyPr vert="horz" wrap="square" lIns="0" tIns="0" rIns="0" bIns="0" rtlCol="0" anchor="t"/>
          <a:lstStyle/>
          <a:p>
            <a:pPr algn="just">
              <a:lnSpc>
                <a:spcPct val="110000"/>
              </a:lnSpc>
            </a:pPr>
            <a:endParaRPr kumimoji="1" lang="zh-CN" altLang="en-US" sz="2400"/>
          </a:p>
        </p:txBody>
      </p:sp>
      <p:sp>
        <p:nvSpPr>
          <p:cNvPr id="13" name="标题 1"/>
          <p:cNvSpPr txBox="1"/>
          <p:nvPr>
            <p:custDataLst>
              <p:tags r:id="rId14"/>
            </p:custDataLst>
          </p:nvPr>
        </p:nvSpPr>
        <p:spPr>
          <a:xfrm>
            <a:off x="840400" y="2485648"/>
            <a:ext cx="2880000" cy="324000"/>
          </a:xfrm>
          <a:prstGeom prst="rect">
            <a:avLst/>
          </a:prstGeom>
          <a:noFill/>
          <a:ln w="12700" cap="sq">
            <a:noFill/>
            <a:miter/>
          </a:ln>
        </p:spPr>
        <p:txBody>
          <a:bodyPr vert="horz" wrap="square" lIns="0" tIns="0" rIns="0" bIns="0" rtlCol="0" anchor="ctr"/>
          <a:lstStyle/>
          <a:p>
            <a:pPr algn="ctr">
              <a:lnSpc>
                <a:spcPct val="130000"/>
              </a:lnSpc>
            </a:pPr>
            <a:r>
              <a:rPr kumimoji="1" lang="en-US" altLang="zh-CN" sz="2000">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rPr>
              <a:t>实验误差来源分析</a:t>
            </a:r>
            <a:endParaRPr kumimoji="1" lang="en-US" altLang="zh-CN" sz="2000">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14" name="标题 1"/>
          <p:cNvSpPr txBox="1"/>
          <p:nvPr>
            <p:custDataLst>
              <p:tags r:id="rId15"/>
            </p:custDataLst>
          </p:nvPr>
        </p:nvSpPr>
        <p:spPr>
          <a:xfrm>
            <a:off x="840400" y="2977385"/>
            <a:ext cx="2880000" cy="1406988"/>
          </a:xfrm>
          <a:prstGeom prst="rect">
            <a:avLst/>
          </a:prstGeom>
          <a:noFill/>
          <a:ln>
            <a:noFill/>
          </a:ln>
        </p:spPr>
        <p:txBody>
          <a:bodyPr vert="horz" wrap="square" lIns="0" tIns="0" rIns="0" bIns="0" rtlCol="0" anchor="t"/>
          <a:lstStyle/>
          <a:p>
            <a:pPr marL="171450" indent="-171450" algn="l">
              <a:lnSpc>
                <a:spcPct val="150000"/>
              </a:lnSpc>
              <a:buFont typeface="Arial" panose="020B0604020202020204" pitchFamily="34" charset="0"/>
              <a:buChar char="•"/>
            </a:pPr>
            <a:r>
              <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rPr>
              <a:t>分析实验中可能存在的误差来源，如测量角度的误差、光栅位置的偏差、激光光源的稳定性等。</a:t>
            </a:r>
            <a:endPar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endParaRPr>
          </a:p>
          <a:p>
            <a:pPr marL="171450" indent="-171450" algn="l">
              <a:lnSpc>
                <a:spcPct val="150000"/>
              </a:lnSpc>
              <a:buFont typeface="Arial" panose="020B0604020202020204" pitchFamily="34" charset="0"/>
              <a:buChar char="•"/>
            </a:pPr>
            <a:r>
              <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rPr>
              <a:t>针对每个误差来源，讨论其对测量结果的影响程度，并提出相应的减小误差的方法。</a:t>
            </a:r>
            <a:endPar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15" name="标题 1"/>
          <p:cNvSpPr txBox="1"/>
          <p:nvPr>
            <p:custDataLst>
              <p:tags r:id="rId16"/>
            </p:custDataLst>
          </p:nvPr>
        </p:nvSpPr>
        <p:spPr>
          <a:xfrm>
            <a:off x="4649650" y="2485648"/>
            <a:ext cx="2880000" cy="324000"/>
          </a:xfrm>
          <a:prstGeom prst="rect">
            <a:avLst/>
          </a:prstGeom>
          <a:noFill/>
          <a:ln w="12700" cap="sq">
            <a:noFill/>
            <a:miter/>
          </a:ln>
        </p:spPr>
        <p:txBody>
          <a:bodyPr vert="horz" wrap="square" lIns="0" tIns="0" rIns="0" bIns="0" rtlCol="0" anchor="ctr"/>
          <a:lstStyle/>
          <a:p>
            <a:pPr algn="ctr">
              <a:lnSpc>
                <a:spcPct val="130000"/>
              </a:lnSpc>
            </a:pPr>
            <a:r>
              <a:rPr kumimoji="1" lang="en-US" altLang="zh-CN" sz="2000">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rPr>
              <a:t>实验方法的改进方向</a:t>
            </a:r>
            <a:endParaRPr kumimoji="1" lang="en-US" altLang="zh-CN" sz="2000">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16" name="标题 1"/>
          <p:cNvSpPr txBox="1"/>
          <p:nvPr>
            <p:custDataLst>
              <p:tags r:id="rId17"/>
            </p:custDataLst>
          </p:nvPr>
        </p:nvSpPr>
        <p:spPr>
          <a:xfrm>
            <a:off x="4649650" y="2977385"/>
            <a:ext cx="2880000" cy="1406988"/>
          </a:xfrm>
          <a:prstGeom prst="rect">
            <a:avLst/>
          </a:prstGeom>
          <a:noFill/>
          <a:ln>
            <a:noFill/>
          </a:ln>
        </p:spPr>
        <p:txBody>
          <a:bodyPr vert="horz" wrap="square" lIns="0" tIns="0" rIns="0" bIns="0" rtlCol="0" anchor="t"/>
          <a:lstStyle/>
          <a:p>
            <a:pPr marL="285750" indent="-285750" algn="l">
              <a:lnSpc>
                <a:spcPct val="150000"/>
              </a:lnSpc>
              <a:buFont typeface="Arial" panose="020B0604020202020204" pitchFamily="34" charset="0"/>
              <a:buChar char="•"/>
            </a:pPr>
            <a:r>
              <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rPr>
              <a:t>探讨实验方法的改进方向，如采用更高精度的测量仪器、优化实验装置的结构、增加测量次数等。</a:t>
            </a:r>
            <a:endPar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endParaRPr>
          </a:p>
          <a:p>
            <a:pPr marL="285750" indent="-285750" algn="l">
              <a:lnSpc>
                <a:spcPct val="150000"/>
              </a:lnSpc>
              <a:buFont typeface="Arial" panose="020B0604020202020204" pitchFamily="34" charset="0"/>
              <a:buChar char="•"/>
            </a:pPr>
            <a:r>
              <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rPr>
              <a:t>分析不同改进方法的可行性和预期效果，为后续实验提供参考。</a:t>
            </a:r>
            <a:endPar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17" name="标题 1"/>
          <p:cNvSpPr txBox="1"/>
          <p:nvPr>
            <p:custDataLst>
              <p:tags r:id="rId18"/>
            </p:custDataLst>
          </p:nvPr>
        </p:nvSpPr>
        <p:spPr>
          <a:xfrm>
            <a:off x="8458900" y="2485648"/>
            <a:ext cx="2880000" cy="324000"/>
          </a:xfrm>
          <a:prstGeom prst="rect">
            <a:avLst/>
          </a:prstGeom>
          <a:noFill/>
          <a:ln w="12700" cap="sq">
            <a:noFill/>
            <a:miter/>
          </a:ln>
        </p:spPr>
        <p:txBody>
          <a:bodyPr vert="horz" wrap="square" lIns="0" tIns="0" rIns="0" bIns="0" rtlCol="0" anchor="ctr"/>
          <a:lstStyle/>
          <a:p>
            <a:pPr algn="ctr">
              <a:lnSpc>
                <a:spcPct val="130000"/>
              </a:lnSpc>
            </a:pPr>
            <a:r>
              <a:rPr kumimoji="1" lang="en-US" altLang="zh-CN" sz="2000">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rPr>
              <a:t>实验结果的应用与拓展</a:t>
            </a:r>
            <a:endParaRPr kumimoji="1" lang="en-US" altLang="zh-CN" sz="2000">
              <a:ln w="12700">
                <a:noFill/>
              </a:ln>
              <a:solidFill>
                <a:srgbClr val="262626">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18" name="标题 1"/>
          <p:cNvSpPr txBox="1"/>
          <p:nvPr>
            <p:custDataLst>
              <p:tags r:id="rId19"/>
            </p:custDataLst>
          </p:nvPr>
        </p:nvSpPr>
        <p:spPr>
          <a:xfrm>
            <a:off x="8297545" y="2977515"/>
            <a:ext cx="3357245" cy="3688715"/>
          </a:xfrm>
          <a:prstGeom prst="rect">
            <a:avLst/>
          </a:prstGeom>
          <a:noFill/>
          <a:ln>
            <a:noFill/>
          </a:ln>
        </p:spPr>
        <p:txBody>
          <a:bodyPr vert="horz" wrap="square" lIns="0" tIns="0" rIns="0" bIns="0" rtlCol="0" anchor="t"/>
          <a:lstStyle/>
          <a:p>
            <a:pPr marL="285750" indent="-285750" algn="l">
              <a:lnSpc>
                <a:spcPct val="150000"/>
              </a:lnSpc>
              <a:buFont typeface="Arial" panose="020B0604020202020204" pitchFamily="34" charset="0"/>
              <a:buChar char="•"/>
            </a:pPr>
            <a:r>
              <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rPr>
              <a:t>讨论实验结果在光学测量、光谱分析等领域的应用前景。</a:t>
            </a:r>
            <a:endPar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endParaRPr>
          </a:p>
          <a:p>
            <a:pPr marL="285750" indent="-285750" algn="l">
              <a:lnSpc>
                <a:spcPct val="150000"/>
              </a:lnSpc>
              <a:buFont typeface="Arial" panose="020B0604020202020204" pitchFamily="34" charset="0"/>
              <a:buChar char="•"/>
            </a:pPr>
            <a:r>
              <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rPr>
              <a:t>提出基于透射光栅的光栅常数测量方法的拓展应用方向，如多波长光栅常数测量、光栅性能优化等。</a:t>
            </a:r>
            <a:endParaRPr kumimoji="1" lang="en-US" altLang="zh-CN">
              <a:ln w="12700">
                <a:noFill/>
              </a:ln>
              <a:solidFill>
                <a:srgbClr val="262626">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19" name="标题 1"/>
          <p:cNvSpPr txBox="1"/>
          <p:nvPr/>
        </p:nvSpPr>
        <p:spPr>
          <a:xfrm>
            <a:off x="499512" y="491491"/>
            <a:ext cx="149976" cy="149974"/>
          </a:xfrm>
          <a:prstGeom prst="rect">
            <a:avLst/>
          </a:prstGeom>
          <a:solidFill>
            <a:schemeClr val="accent2">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0" name="标题 1"/>
          <p:cNvSpPr txBox="1"/>
          <p:nvPr/>
        </p:nvSpPr>
        <p:spPr>
          <a:xfrm>
            <a:off x="810592" y="263750"/>
            <a:ext cx="10825147" cy="432000"/>
          </a:xfrm>
          <a:prstGeom prst="rect">
            <a:avLst/>
          </a:prstGeom>
          <a:noFill/>
          <a:ln>
            <a:noFill/>
          </a:ln>
        </p:spPr>
        <p:txBody>
          <a:bodyPr vert="horz" wrap="square" lIns="0" tIns="0" rIns="0" bIns="0" rtlCol="0" anchor="ctr"/>
          <a:lstStyle/>
          <a:p>
            <a:pPr algn="l">
              <a:lnSpc>
                <a:spcPct val="120000"/>
              </a:lnSpc>
            </a:pPr>
            <a:r>
              <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结果讨论与分析</a:t>
            </a:r>
            <a:endParaRPr kumimoji="1" lang="en-US" alt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21" name="标题 1"/>
          <p:cNvSpPr txBox="1"/>
          <p:nvPr/>
        </p:nvSpPr>
        <p:spPr>
          <a:xfrm>
            <a:off x="338406" y="330384"/>
            <a:ext cx="236094" cy="23609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solidFill>
            <a:schemeClr val="bg1"/>
          </a:soli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custDataLst>
              <p:tags r:id="rId1"/>
            </p:custDataLst>
          </p:nvPr>
        </p:nvSpPr>
        <p:spPr>
          <a:xfrm>
            <a:off x="513651" y="1870613"/>
            <a:ext cx="3420000" cy="3420000"/>
          </a:xfrm>
          <a:prstGeom prst="roundRect">
            <a:avLst>
              <a:gd name="adj" fmla="val 5969"/>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custDataLst>
              <p:tags r:id="rId2"/>
            </p:custDataLst>
          </p:nvPr>
        </p:nvSpPr>
        <p:spPr>
          <a:xfrm>
            <a:off x="758825" y="1934845"/>
            <a:ext cx="2903855" cy="2870200"/>
          </a:xfrm>
          <a:prstGeom prst="rect">
            <a:avLst/>
          </a:prstGeom>
          <a:noFill/>
          <a:ln>
            <a:noFill/>
          </a:ln>
        </p:spPr>
        <p:txBody>
          <a:bodyPr vert="horz" wrap="square" lIns="0" tIns="0" rIns="0" bIns="0" rtlCol="0" anchor="t"/>
          <a:lstStyle/>
          <a:p>
            <a:pPr algn="l">
              <a:lnSpc>
                <a:spcPct val="150000"/>
              </a:lnSpc>
            </a:pP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光栅方程</a:t>
            </a:r>
            <a:r>
              <a:rPr kumimoji="1" lang="en-US" altLang="zh-CN" sz="2800" i="1">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dsinθ</a:t>
            </a: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a:t>
            </a:r>
            <a:r>
              <a:rPr kumimoji="1" lang="en-US" altLang="zh-CN" sz="2800" i="1">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kλ</a:t>
            </a:r>
            <a:r>
              <a:rPr kumimoji="1" lang="en-US" altLang="zh-CN"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 </a:t>
            </a: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的前提条件是什么？在本实验中如何检查是否满足此条件？</a:t>
            </a:r>
            <a:endPar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6" name="标题 1"/>
          <p:cNvSpPr txBox="1"/>
          <p:nvPr>
            <p:custDataLst>
              <p:tags r:id="rId3"/>
            </p:custDataLst>
          </p:nvPr>
        </p:nvSpPr>
        <p:spPr>
          <a:xfrm>
            <a:off x="1936631" y="4989785"/>
            <a:ext cx="574040" cy="574040"/>
          </a:xfrm>
          <a:prstGeom prst="ellipse">
            <a:avLst/>
          </a:prstGeom>
          <a:solidFill>
            <a:schemeClr val="accent1"/>
          </a:solidFill>
          <a:ln w="25400" cap="sq">
            <a:noFill/>
            <a:miter/>
          </a:ln>
        </p:spPr>
        <p:txBody>
          <a:bodyPr vert="horz" wrap="square" lIns="91440" tIns="45720" rIns="91440" bIns="45720" rtlCol="0" anchor="ctr"/>
          <a:lstStyle/>
          <a:p>
            <a:pPr algn="ctr">
              <a:lnSpc>
                <a:spcPct val="110000"/>
              </a:lnSpc>
            </a:pPr>
            <a:endParaRPr kumimoji="1" lang="zh-CN" altLang="en-US"/>
          </a:p>
        </p:txBody>
      </p:sp>
      <p:sp>
        <p:nvSpPr>
          <p:cNvPr id="7" name="标题 1"/>
          <p:cNvSpPr txBox="1"/>
          <p:nvPr>
            <p:custDataLst>
              <p:tags r:id="rId4"/>
            </p:custDataLst>
          </p:nvPr>
        </p:nvSpPr>
        <p:spPr>
          <a:xfrm>
            <a:off x="1936631" y="5122918"/>
            <a:ext cx="574040" cy="307777"/>
          </a:xfrm>
          <a:prstGeom prst="rect">
            <a:avLst/>
          </a:prstGeom>
          <a:noFill/>
          <a:ln w="12700" cap="sq">
            <a:noFill/>
            <a:miter/>
          </a:ln>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01</a:t>
            </a:r>
            <a:endParaRPr kumimoji="1" lang="zh-CN" altLang="en-US"/>
          </a:p>
        </p:txBody>
      </p:sp>
      <p:sp>
        <p:nvSpPr>
          <p:cNvPr id="8" name="标题 1"/>
          <p:cNvSpPr txBox="1"/>
          <p:nvPr>
            <p:custDataLst>
              <p:tags r:id="rId5"/>
            </p:custDataLst>
          </p:nvPr>
        </p:nvSpPr>
        <p:spPr>
          <a:xfrm flipH="1" flipV="1">
            <a:off x="3901847" y="1700575"/>
            <a:ext cx="162663" cy="162663"/>
          </a:xfrm>
          <a:prstGeom prst="teardrop">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sz="3600"/>
          </a:p>
        </p:txBody>
      </p:sp>
      <p:sp>
        <p:nvSpPr>
          <p:cNvPr id="9" name="标题 1"/>
          <p:cNvSpPr txBox="1"/>
          <p:nvPr>
            <p:custDataLst>
              <p:tags r:id="rId6"/>
            </p:custDataLst>
          </p:nvPr>
        </p:nvSpPr>
        <p:spPr>
          <a:xfrm>
            <a:off x="4353976" y="1870613"/>
            <a:ext cx="3420000" cy="3420000"/>
          </a:xfrm>
          <a:prstGeom prst="roundRect">
            <a:avLst>
              <a:gd name="adj" fmla="val 5969"/>
            </a:avLst>
          </a:prstGeom>
          <a:solidFill>
            <a:schemeClr val="bg1"/>
          </a:solidFill>
          <a:ln w="12700" cap="sq">
            <a:solidFill>
              <a:schemeClr val="accent2"/>
            </a:solid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custDataLst>
              <p:tags r:id="rId7"/>
            </p:custDataLst>
          </p:nvPr>
        </p:nvSpPr>
        <p:spPr>
          <a:xfrm>
            <a:off x="4550410" y="1969135"/>
            <a:ext cx="3072130" cy="2835910"/>
          </a:xfrm>
          <a:prstGeom prst="rect">
            <a:avLst/>
          </a:prstGeom>
          <a:noFill/>
          <a:ln>
            <a:noFill/>
          </a:ln>
        </p:spPr>
        <p:txBody>
          <a:bodyPr vert="horz" wrap="square" lIns="0" tIns="0" rIns="0" bIns="0" rtlCol="0" anchor="t"/>
          <a:lstStyle/>
          <a:p>
            <a:pPr algn="l">
              <a:lnSpc>
                <a:spcPct val="150000"/>
              </a:lnSpc>
            </a:pPr>
            <a:r>
              <a:rPr kumimoji="1" lang="en-US" altLang="zh-CN"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2.</a:t>
            </a: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在实验中，若入射光不严格垂直于光栅平面，会对实验结果产生什么影响？</a:t>
            </a:r>
            <a:endPar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12" name="标题 1"/>
          <p:cNvSpPr txBox="1"/>
          <p:nvPr>
            <p:custDataLst>
              <p:tags r:id="rId8"/>
            </p:custDataLst>
          </p:nvPr>
        </p:nvSpPr>
        <p:spPr>
          <a:xfrm>
            <a:off x="5776957" y="4989785"/>
            <a:ext cx="574040" cy="574040"/>
          </a:xfrm>
          <a:prstGeom prst="ellipse">
            <a:avLst/>
          </a:prstGeom>
          <a:solidFill>
            <a:schemeClr val="accent2"/>
          </a:solidFill>
          <a:ln w="254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custDataLst>
              <p:tags r:id="rId9"/>
            </p:custDataLst>
          </p:nvPr>
        </p:nvSpPr>
        <p:spPr>
          <a:xfrm>
            <a:off x="5776957" y="5122918"/>
            <a:ext cx="574040" cy="307777"/>
          </a:xfrm>
          <a:prstGeom prst="rect">
            <a:avLst/>
          </a:prstGeom>
          <a:noFill/>
          <a:ln w="12700" cap="sq">
            <a:noFill/>
            <a:miter/>
          </a:ln>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02</a:t>
            </a:r>
            <a:endParaRPr kumimoji="1" lang="zh-CN" altLang="en-US"/>
          </a:p>
        </p:txBody>
      </p:sp>
      <p:sp>
        <p:nvSpPr>
          <p:cNvPr id="14" name="标题 1"/>
          <p:cNvSpPr txBox="1"/>
          <p:nvPr>
            <p:custDataLst>
              <p:tags r:id="rId10"/>
            </p:custDataLst>
          </p:nvPr>
        </p:nvSpPr>
        <p:spPr>
          <a:xfrm flipH="1" flipV="1">
            <a:off x="7742173" y="1700575"/>
            <a:ext cx="162663" cy="162663"/>
          </a:xfrm>
          <a:prstGeom prst="teardrop">
            <a:avLst/>
          </a:prstGeom>
          <a:solidFill>
            <a:schemeClr val="accent2">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sz="3600"/>
          </a:p>
        </p:txBody>
      </p:sp>
      <p:sp>
        <p:nvSpPr>
          <p:cNvPr id="15" name="标题 1"/>
          <p:cNvSpPr txBox="1"/>
          <p:nvPr>
            <p:custDataLst>
              <p:tags r:id="rId11"/>
            </p:custDataLst>
          </p:nvPr>
        </p:nvSpPr>
        <p:spPr>
          <a:xfrm>
            <a:off x="8194302" y="1870613"/>
            <a:ext cx="3420000" cy="3420000"/>
          </a:xfrm>
          <a:prstGeom prst="roundRect">
            <a:avLst>
              <a:gd name="adj" fmla="val 6201"/>
            </a:avLst>
          </a:prstGeom>
          <a:solidFill>
            <a:schemeClr val="bg1"/>
          </a:solid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6" name="标题 1"/>
          <p:cNvSpPr txBox="1"/>
          <p:nvPr>
            <p:custDataLst>
              <p:tags r:id="rId12"/>
            </p:custDataLst>
          </p:nvPr>
        </p:nvSpPr>
        <p:spPr>
          <a:xfrm>
            <a:off x="8464550" y="2006600"/>
            <a:ext cx="2879725" cy="2798445"/>
          </a:xfrm>
          <a:prstGeom prst="rect">
            <a:avLst/>
          </a:prstGeom>
          <a:noFill/>
          <a:ln>
            <a:noFill/>
          </a:ln>
        </p:spPr>
        <p:txBody>
          <a:bodyPr vert="horz" wrap="square" lIns="0" tIns="0" rIns="0" bIns="0" rtlCol="0" anchor="t"/>
          <a:lstStyle/>
          <a:p>
            <a:pPr algn="l">
              <a:lnSpc>
                <a:spcPct val="150000"/>
              </a:lnSpc>
            </a:pP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在实验内容</a:t>
            </a:r>
            <a:r>
              <a:rPr kumimoji="1" lang="en-US" altLang="zh-CN"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1</a:t>
            </a: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中，两个透镜</a:t>
            </a:r>
            <a:r>
              <a:rPr kumimoji="1" lang="en-US" altLang="zh-CN" sz="2800" i="1">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L1</a:t>
            </a: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和</a:t>
            </a:r>
            <a:r>
              <a:rPr kumimoji="1" lang="en-US" altLang="zh-CN" sz="2800" i="1">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L2</a:t>
            </a:r>
            <a:r>
              <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rPr>
              <a:t>分别起到什么作用？</a:t>
            </a:r>
            <a:endParaRPr kumimoji="1" lang="zh-CN" altLang="en-US" sz="2800">
              <a:ln w="12700">
                <a:noFill/>
              </a:ln>
              <a:solidFill>
                <a:srgbClr val="595959">
                  <a:alpha val="100000"/>
                </a:srgbClr>
              </a:solidFill>
              <a:latin typeface="Times New Roman" panose="02020603050405020304" pitchFamily="18" charset="0"/>
              <a:ea typeface="宋体" panose="02010600030101010101" pitchFamily="2" charset="-122"/>
              <a:cs typeface="Source Han Sans" panose="020B0500000000000000" charset="-122"/>
            </a:endParaRPr>
          </a:p>
        </p:txBody>
      </p:sp>
      <p:sp>
        <p:nvSpPr>
          <p:cNvPr id="18" name="标题 1"/>
          <p:cNvSpPr txBox="1"/>
          <p:nvPr>
            <p:custDataLst>
              <p:tags r:id="rId13"/>
            </p:custDataLst>
          </p:nvPr>
        </p:nvSpPr>
        <p:spPr>
          <a:xfrm>
            <a:off x="9617281" y="4989785"/>
            <a:ext cx="574040" cy="574040"/>
          </a:xfrm>
          <a:prstGeom prst="ellipse">
            <a:avLst/>
          </a:prstGeom>
          <a:solidFill>
            <a:schemeClr val="accent1"/>
          </a:solidFill>
          <a:ln w="25400" cap="sq">
            <a:noFill/>
            <a:miter/>
          </a:ln>
        </p:spPr>
        <p:txBody>
          <a:bodyPr vert="horz" wrap="square" lIns="91440" tIns="45720" rIns="91440" bIns="45720" rtlCol="0" anchor="ctr"/>
          <a:lstStyle/>
          <a:p>
            <a:pPr algn="ctr">
              <a:lnSpc>
                <a:spcPct val="110000"/>
              </a:lnSpc>
            </a:pPr>
            <a:endParaRPr kumimoji="1" lang="zh-CN" altLang="en-US"/>
          </a:p>
        </p:txBody>
      </p:sp>
      <p:sp>
        <p:nvSpPr>
          <p:cNvPr id="19" name="标题 1"/>
          <p:cNvSpPr txBox="1"/>
          <p:nvPr>
            <p:custDataLst>
              <p:tags r:id="rId14"/>
            </p:custDataLst>
          </p:nvPr>
        </p:nvSpPr>
        <p:spPr>
          <a:xfrm>
            <a:off x="9617281" y="5122918"/>
            <a:ext cx="574040" cy="307777"/>
          </a:xfrm>
          <a:prstGeom prst="rect">
            <a:avLst/>
          </a:prstGeom>
          <a:noFill/>
          <a:ln w="12700" cap="sq">
            <a:noFill/>
            <a:miter/>
          </a:ln>
        </p:spPr>
        <p:txBody>
          <a:bodyPr vert="horz" wrap="square" lIns="0" tIns="0" rIns="0" bIns="0" rtlCol="0" anchor="ctr"/>
          <a:lstStyle/>
          <a:p>
            <a:pPr algn="ctr">
              <a:lnSpc>
                <a:spcPct val="110000"/>
              </a:lnSpc>
            </a:pPr>
            <a:r>
              <a:rPr kumimoji="1" lang="en-US" altLang="zh-CN" sz="2000">
                <a:ln w="12700">
                  <a:noFill/>
                </a:ln>
                <a:solidFill>
                  <a:srgbClr val="FFFFFF">
                    <a:alpha val="100000"/>
                  </a:srgbClr>
                </a:solidFill>
                <a:latin typeface="Source Han Sans" panose="020B0500000000000000" charset="-122"/>
                <a:ea typeface="Source Han Sans" panose="020B0500000000000000" charset="-122"/>
                <a:cs typeface="Source Han Sans" panose="020B0500000000000000" charset="-122"/>
              </a:rPr>
              <a:t>03</a:t>
            </a:r>
            <a:endParaRPr kumimoji="1" lang="zh-CN" altLang="en-US"/>
          </a:p>
        </p:txBody>
      </p:sp>
      <p:sp>
        <p:nvSpPr>
          <p:cNvPr id="20" name="标题 1"/>
          <p:cNvSpPr txBox="1"/>
          <p:nvPr>
            <p:custDataLst>
              <p:tags r:id="rId15"/>
            </p:custDataLst>
          </p:nvPr>
        </p:nvSpPr>
        <p:spPr>
          <a:xfrm flipH="1" flipV="1">
            <a:off x="11582497" y="1700575"/>
            <a:ext cx="162663" cy="162663"/>
          </a:xfrm>
          <a:prstGeom prst="teardrop">
            <a:avLst/>
          </a:prstGeom>
          <a:solidFill>
            <a:schemeClr val="accent1">
              <a:lumMod val="40000"/>
              <a:lumOff val="60000"/>
            </a:schemeClr>
          </a:solidFill>
          <a:ln w="12700" cap="sq">
            <a:noFill/>
            <a:miter/>
          </a:ln>
        </p:spPr>
        <p:txBody>
          <a:bodyPr vert="horz" wrap="square" lIns="91440" tIns="45720" rIns="91440" bIns="45720" rtlCol="0" anchor="ctr"/>
          <a:lstStyle/>
          <a:p>
            <a:pPr algn="ctr">
              <a:lnSpc>
                <a:spcPct val="110000"/>
              </a:lnSpc>
            </a:pPr>
            <a:endParaRPr kumimoji="1" lang="zh-CN" altLang="en-US" sz="3600"/>
          </a:p>
        </p:txBody>
      </p:sp>
      <p:sp>
        <p:nvSpPr>
          <p:cNvPr id="21" name="标题 1"/>
          <p:cNvSpPr txBox="1"/>
          <p:nvPr/>
        </p:nvSpPr>
        <p:spPr>
          <a:xfrm>
            <a:off x="499512" y="491491"/>
            <a:ext cx="149976" cy="149974"/>
          </a:xfrm>
          <a:prstGeom prst="rect">
            <a:avLst/>
          </a:prstGeom>
          <a:solidFill>
            <a:schemeClr val="accent2">
              <a:lumMod val="60000"/>
              <a:lumOff val="40000"/>
            </a:schemeClr>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810592" y="263750"/>
            <a:ext cx="10825147" cy="432000"/>
          </a:xfrm>
          <a:prstGeom prst="rect">
            <a:avLst/>
          </a:prstGeom>
          <a:noFill/>
          <a:ln>
            <a:noFill/>
          </a:ln>
        </p:spPr>
        <p:txBody>
          <a:bodyPr vert="horz" wrap="square" lIns="0" tIns="0" rIns="0" bIns="0" rtlCol="0" anchor="ctr"/>
          <a:lstStyle/>
          <a:p>
            <a:pPr algn="l">
              <a:lnSpc>
                <a:spcPct val="120000"/>
              </a:lnSpc>
            </a:pPr>
            <a:r>
              <a:rPr kumimoji="1" 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rPr>
              <a:t>思考</a:t>
            </a:r>
            <a:endParaRPr kumimoji="1" lang="zh-CN" sz="3200">
              <a:ln w="12700">
                <a:noFill/>
              </a:ln>
              <a:solidFill>
                <a:srgbClr val="000000">
                  <a:alpha val="100000"/>
                </a:srgbClr>
              </a:solidFill>
              <a:latin typeface="Arial" panose="020B0604020202020204" pitchFamily="34" charset="0"/>
              <a:ea typeface="黑体" panose="02010609060101010101" charset="-122"/>
              <a:cs typeface="Source Han Sans CN Bold" panose="020B0800000000000000" charset="-122"/>
            </a:endParaRPr>
          </a:p>
        </p:txBody>
      </p:sp>
      <p:sp>
        <p:nvSpPr>
          <p:cNvPr id="23" name="标题 1"/>
          <p:cNvSpPr txBox="1"/>
          <p:nvPr/>
        </p:nvSpPr>
        <p:spPr>
          <a:xfrm>
            <a:off x="338406" y="330384"/>
            <a:ext cx="236094" cy="236094"/>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6.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7.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8.xml><?xml version="1.0" encoding="utf-8"?>
<p:tagLst xmlns:p="http://schemas.openxmlformats.org/presentationml/2006/main">
  <p:tag name="KSO_WM_DIAGRAM_VIRTUALLY_FRAME" val="{&quot;height&quot;:379.5,&quot;left&quot;:496,&quot;top&quot;:37.5,&quot;width&quot;:301.5}"/>
</p:tagLst>
</file>

<file path=ppt/tags/tag69.xml><?xml version="1.0" encoding="utf-8"?>
<p:tagLst xmlns:p="http://schemas.openxmlformats.org/presentationml/2006/main">
  <p:tag name="KSO_WM_DIAGRAM_VIRTUALLY_FRAME" val="{&quot;height&quot;:379.5,&quot;left&quot;:496,&quot;top&quot;:37.5,&quot;width&quot;:301.5}"/>
</p:tagLst>
</file>

<file path=ppt/tags/tag70.xml><?xml version="1.0" encoding="utf-8"?>
<p:tagLst xmlns:p="http://schemas.openxmlformats.org/presentationml/2006/main">
  <p:tag name="KSO_WM_DIAGRAM_VIRTUALLY_FRAME" val="{&quot;height&quot;:379.5,&quot;left&quot;:496,&quot;top&quot;:37.5,&quot;width&quot;:301.5}"/>
</p:tagLst>
</file>

<file path=ppt/tags/tag71.xml><?xml version="1.0" encoding="utf-8"?>
<p:tagLst xmlns:p="http://schemas.openxmlformats.org/presentationml/2006/main">
  <p:tag name="KSO_WM_DIAGRAM_VIRTUALLY_FRAME" val="{&quot;height&quot;:379.5,&quot;left&quot;:496,&quot;top&quot;:37.5,&quot;width&quot;:301.5}"/>
</p:tagLst>
</file>

<file path=ppt/tags/tag72.xml><?xml version="1.0" encoding="utf-8"?>
<p:tagLst xmlns:p="http://schemas.openxmlformats.org/presentationml/2006/main">
  <p:tag name="KSO_WM_DIAGRAM_VIRTUALLY_FRAME" val="{&quot;height&quot;:379.5,&quot;left&quot;:496,&quot;top&quot;:37.5,&quot;width&quot;:301.5}"/>
</p:tagLst>
</file>

<file path=ppt/tags/tag73.xml><?xml version="1.0" encoding="utf-8"?>
<p:tagLst xmlns:p="http://schemas.openxmlformats.org/presentationml/2006/main">
  <p:tag name="KSO_WM_DIAGRAM_VIRTUALLY_FRAME" val="{&quot;height&quot;:379.5,&quot;left&quot;:496,&quot;top&quot;:37.5,&quot;width&quot;:301.5}"/>
</p:tagLst>
</file>

<file path=ppt/tags/tag74.xml><?xml version="1.0" encoding="utf-8"?>
<p:tagLst xmlns:p="http://schemas.openxmlformats.org/presentationml/2006/main">
  <p:tag name="KSO_WM_DIAGRAM_VIRTUALLY_FRAME" val="{&quot;height&quot;:379.5,&quot;left&quot;:496,&quot;top&quot;:37.5,&quot;width&quot;:301.5}"/>
</p:tagLst>
</file>

<file path=ppt/tags/tag75.xml><?xml version="1.0" encoding="utf-8"?>
<p:tagLst xmlns:p="http://schemas.openxmlformats.org/presentationml/2006/main">
  <p:tag name="KSO_WM_DIAGRAM_VIRTUALLY_FRAME" val="{&quot;height&quot;:379.5,&quot;left&quot;:496,&quot;top&quot;:37.5,&quot;width&quot;:301.5}"/>
</p:tagLst>
</file>

<file path=ppt/tags/tag76.xml><?xml version="1.0" encoding="utf-8"?>
<p:tagLst xmlns:p="http://schemas.openxmlformats.org/presentationml/2006/main">
  <p:tag name="KSO_WM_DIAGRAM_VIRTUALLY_FRAME" val="{&quot;height&quot;:379.5,&quot;left&quot;:496,&quot;top&quot;:37.5,&quot;width&quot;:301.5}"/>
</p:tagLst>
</file>

<file path=ppt/tags/tag77.xml><?xml version="1.0" encoding="utf-8"?>
<p:tagLst xmlns:p="http://schemas.openxmlformats.org/presentationml/2006/main">
  <p:tag name="KSO_WM_DIAGRAM_VIRTUALLY_FRAME" val="{&quot;height&quot;:379.5,&quot;left&quot;:496,&quot;top&quot;:37.5,&quot;width&quot;:301.5}"/>
</p:tagLst>
</file>

<file path=ppt/tags/tag78.xml><?xml version="1.0" encoding="utf-8"?>
<p:tagLst xmlns:p="http://schemas.openxmlformats.org/presentationml/2006/main">
  <p:tag name="KSO_WM_DIAGRAM_VIRTUALLY_FRAME" val="{&quot;height&quot;:379.5,&quot;left&quot;:496,&quot;top&quot;:37.5,&quot;width&quot;:301.5}"/>
</p:tagLst>
</file>

<file path=ppt/tags/tag79.xml><?xml version="1.0" encoding="utf-8"?>
<p:tagLst xmlns:p="http://schemas.openxmlformats.org/presentationml/2006/main">
  <p:tag name="KSO_WM_DIAGRAM_VIRTUALLY_FRAME" val="{&quot;height&quot;:379.5,&quot;left&quot;:496,&quot;top&quot;:37.5,&quot;width&quot;:301.5}"/>
</p:tagLst>
</file>

<file path=ppt/tags/tag80.xml><?xml version="1.0" encoding="utf-8"?>
<p:tagLst xmlns:p="http://schemas.openxmlformats.org/presentationml/2006/main">
  <p:tag name="KSO_WM_DIAGRAM_VIRTUALLY_FRAME" val="{&quot;height&quot;:379.5,&quot;left&quot;:496,&quot;top&quot;:37.5,&quot;width&quot;:301.5}"/>
</p:tagLst>
</file>

<file path=ppt/tags/tag81.xml><?xml version="1.0" encoding="utf-8"?>
<p:tagLst xmlns:p="http://schemas.openxmlformats.org/presentationml/2006/main">
  <p:tag name="KSO_WM_DIAGRAM_VIRTUALLY_FRAME" val="{&quot;height&quot;:379.9787401574803,&quot;left&quot;:42.797401574803146,&quot;top&quot;:96.01062992125983,&quot;width&quot;:453.20283464566927}"/>
</p:tagLst>
</file>

<file path=ppt/tags/tag82.xml><?xml version="1.0" encoding="utf-8"?>
<p:tagLst xmlns:p="http://schemas.openxmlformats.org/presentationml/2006/main">
  <p:tag name="KSO_WM_DIAGRAM_VIRTUALLY_FRAME" val="{&quot;height&quot;:379.9787401574803,&quot;left&quot;:42.797401574803146,&quot;top&quot;:96.01062992125983,&quot;width&quot;:453.20283464566927}"/>
</p:tagLst>
</file>

<file path=ppt/tags/tag83.xml><?xml version="1.0" encoding="utf-8"?>
<p:tagLst xmlns:p="http://schemas.openxmlformats.org/presentationml/2006/main">
  <p:tag name="KSO_WM_DIAGRAM_VIRTUALLY_FRAME" val="{&quot;height&quot;:379.9787401574803,&quot;left&quot;:42.797401574803146,&quot;top&quot;:96.01062992125983,&quot;width&quot;:453.20283464566927}"/>
</p:tagLst>
</file>

<file path=ppt/tags/tag84.xml><?xml version="1.0" encoding="utf-8"?>
<p:tagLst xmlns:p="http://schemas.openxmlformats.org/presentationml/2006/main">
  <p:tag name="KSO_WM_DIAGRAM_VIRTUALLY_FRAME" val="{&quot;height&quot;:379.9787401574803,&quot;left&quot;:42.797401574803146,&quot;top&quot;:96.01062992125983,&quot;width&quot;:453.20283464566927}"/>
</p:tagLst>
</file>

<file path=ppt/tags/tag85.xml><?xml version="1.0" encoding="utf-8"?>
<p:tagLst xmlns:p="http://schemas.openxmlformats.org/presentationml/2006/main">
  <p:tag name="KSO_WM_DIAGRAM_VIRTUALLY_FRAME" val="{&quot;height&quot;:379.9787401574803,&quot;left&quot;:42.797401574803146,&quot;top&quot;:96.01062992125983,&quot;width&quot;:453.20283464566927}"/>
</p:tagLst>
</file>

<file path=ppt/tags/tag86.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87.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88.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89.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0.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1.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2.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3.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4.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5.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6.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7.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8.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99.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00.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01.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02.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03.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04.xml><?xml version="1.0" encoding="utf-8"?>
<p:tagLst xmlns:p="http://schemas.openxmlformats.org/presentationml/2006/main">
  <p:tag name="KSO_WM_DIAGRAM_VIRTUALLY_FRAME" val="{&quot;height&quot;:460.95,&quot;left&quot;:50.55,&quot;top&quot;:169.95,&quot;width&quot;:871.2}"/>
</p:tagLst>
</file>

<file path=ppt/tags/tag105.xml><?xml version="1.0" encoding="utf-8"?>
<p:tagLst xmlns:p="http://schemas.openxmlformats.org/presentationml/2006/main">
  <p:tag name="KSO_WM_DIAGRAM_VIRTUALLY_FRAME" val="{&quot;height&quot;:460.95,&quot;left&quot;:50.55,&quot;top&quot;:169.95,&quot;width&quot;:871.2}"/>
</p:tagLst>
</file>

<file path=ppt/tags/tag106.xml><?xml version="1.0" encoding="utf-8"?>
<p:tagLst xmlns:p="http://schemas.openxmlformats.org/presentationml/2006/main">
  <p:tag name="KSO_WM_DIAGRAM_VIRTUALLY_FRAME" val="{&quot;height&quot;:460.95,&quot;left&quot;:50.55,&quot;top&quot;:169.95,&quot;width&quot;:871.2}"/>
</p:tagLst>
</file>

<file path=ppt/tags/tag107.xml><?xml version="1.0" encoding="utf-8"?>
<p:tagLst xmlns:p="http://schemas.openxmlformats.org/presentationml/2006/main">
  <p:tag name="KSO_WM_DIAGRAM_VIRTUALLY_FRAME" val="{&quot;height&quot;:460.95,&quot;left&quot;:50.55,&quot;top&quot;:169.95,&quot;width&quot;:871.2}"/>
</p:tagLst>
</file>

<file path=ppt/tags/tag108.xml><?xml version="1.0" encoding="utf-8"?>
<p:tagLst xmlns:p="http://schemas.openxmlformats.org/presentationml/2006/main">
  <p:tag name="KSO_WM_DIAGRAM_VIRTUALLY_FRAME" val="{&quot;height&quot;:460.95,&quot;left&quot;:50.55,&quot;top&quot;:169.95,&quot;width&quot;:871.2}"/>
</p:tagLst>
</file>

<file path=ppt/tags/tag109.xml><?xml version="1.0" encoding="utf-8"?>
<p:tagLst xmlns:p="http://schemas.openxmlformats.org/presentationml/2006/main">
  <p:tag name="KSO_WM_DIAGRAM_VIRTUALLY_FRAME" val="{&quot;height&quot;:460.95,&quot;left&quot;:50.55,&quot;top&quot;:169.95,&quot;width&quot;:871.2}"/>
</p:tagLst>
</file>

<file path=ppt/tags/tag110.xml><?xml version="1.0" encoding="utf-8"?>
<p:tagLst xmlns:p="http://schemas.openxmlformats.org/presentationml/2006/main">
  <p:tag name="KSO_WM_DIAGRAM_VIRTUALLY_FRAME" val="{&quot;height&quot;:460.95,&quot;left&quot;:50.55,&quot;top&quot;:169.95,&quot;width&quot;:871.2}"/>
</p:tagLst>
</file>

<file path=ppt/tags/tag111.xml><?xml version="1.0" encoding="utf-8"?>
<p:tagLst xmlns:p="http://schemas.openxmlformats.org/presentationml/2006/main">
  <p:tag name="KSO_WM_DIAGRAM_VIRTUALLY_FRAME" val="{&quot;height&quot;:460.95,&quot;left&quot;:50.55,&quot;top&quot;:169.95,&quot;width&quot;:871.2}"/>
</p:tagLst>
</file>

<file path=ppt/tags/tag112.xml><?xml version="1.0" encoding="utf-8"?>
<p:tagLst xmlns:p="http://schemas.openxmlformats.org/presentationml/2006/main">
  <p:tag name="KSO_WM_DIAGRAM_VIRTUALLY_FRAME" val="{&quot;height&quot;:460.95,&quot;left&quot;:50.55,&quot;top&quot;:169.95,&quot;width&quot;:871.2}"/>
</p:tagLst>
</file>

<file path=ppt/tags/tag113.xml><?xml version="1.0" encoding="utf-8"?>
<p:tagLst xmlns:p="http://schemas.openxmlformats.org/presentationml/2006/main">
  <p:tag name="KSO_WM_DIAGRAM_VIRTUALLY_FRAME" val="{&quot;height&quot;:460.95,&quot;left&quot;:50.55,&quot;top&quot;:169.95,&quot;width&quot;:871.2}"/>
</p:tagLst>
</file>

<file path=ppt/tags/tag114.xml><?xml version="1.0" encoding="utf-8"?>
<p:tagLst xmlns:p="http://schemas.openxmlformats.org/presentationml/2006/main">
  <p:tag name="KSO_WM_DIAGRAM_VIRTUALLY_FRAME" val="{&quot;height&quot;:460.95,&quot;left&quot;:50.55,&quot;top&quot;:169.95,&quot;width&quot;:871.2}"/>
</p:tagLst>
</file>

<file path=ppt/tags/tag115.xml><?xml version="1.0" encoding="utf-8"?>
<p:tagLst xmlns:p="http://schemas.openxmlformats.org/presentationml/2006/main">
  <p:tag name="KSO_WM_DIAGRAM_VIRTUALLY_FRAME" val="{&quot;height&quot;:460.95,&quot;left&quot;:50.55,&quot;top&quot;:169.95,&quot;width&quot;:871.2}"/>
</p:tagLst>
</file>

<file path=ppt/tags/tag116.xml><?xml version="1.0" encoding="utf-8"?>
<p:tagLst xmlns:p="http://schemas.openxmlformats.org/presentationml/2006/main">
  <p:tag name="KSO_WM_DIAGRAM_VIRTUALLY_FRAME" val="{&quot;height&quot;:460.95,&quot;left&quot;:50.55,&quot;top&quot;:169.95,&quot;width&quot;:871.2}"/>
</p:tagLst>
</file>

<file path=ppt/tags/tag117.xml><?xml version="1.0" encoding="utf-8"?>
<p:tagLst xmlns:p="http://schemas.openxmlformats.org/presentationml/2006/main">
  <p:tag name="KSO_WM_DIAGRAM_VIRTUALLY_FRAME" val="{&quot;height&quot;:460.95,&quot;left&quot;:50.55,&quot;top&quot;:169.95,&quot;width&quot;:871.2}"/>
</p:tagLst>
</file>

<file path=ppt/tags/tag118.xml><?xml version="1.0" encoding="utf-8"?>
<p:tagLst xmlns:p="http://schemas.openxmlformats.org/presentationml/2006/main">
  <p:tag name="KSO_WM_DIAGRAM_VIRTUALLY_FRAME" val="{&quot;height&quot;:460.95,&quot;left&quot;:50.55,&quot;top&quot;:169.95,&quot;width&quot;:871.2}"/>
</p:tagLst>
</file>

<file path=ppt/tags/tag119.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0.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1.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2.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3.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4.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5.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6.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7.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8.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29.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30.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31.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32.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ags/tag133.xml><?xml version="1.0" encoding="utf-8"?>
<p:tagLst xmlns:p="http://schemas.openxmlformats.org/presentationml/2006/main">
  <p:tag name="KSO_WM_DIAGRAM_VIRTUALLY_FRAME" val="{&quot;height&quot;:304.1929133858268,&quot;left&quot;:40.444960629921255,&quot;top&quot;:133.90354330708658,&quot;width&quot;:884.3707874015747}"/>
</p:tagLst>
</file>

<file path=ppt/theme/theme1.xml><?xml version="1.0" encoding="utf-8"?>
<a:theme xmlns:a="http://schemas.openxmlformats.org/drawingml/2006/main" name="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9_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7_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8_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2_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4_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1_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2_Office 主题​​">
  <a:themeElements>
    <a:clrScheme name="Office">
      <a:dk1>
        <a:srgbClr val="000000"/>
      </a:dk1>
      <a:lt1>
        <a:srgbClr val="FFFFFF"/>
      </a:lt1>
      <a:dk2>
        <a:srgbClr val="E8E8E8"/>
      </a:dk2>
      <a:lt2>
        <a:srgbClr val="156082"/>
      </a:lt2>
      <a:accent1>
        <a:srgbClr val="358167"/>
      </a:accent1>
      <a:accent2>
        <a:srgbClr val="467886"/>
      </a:accent2>
      <a:accent3>
        <a:srgbClr val="27604D"/>
      </a:accent3>
      <a:accent4>
        <a:srgbClr val="1A4033"/>
      </a:accent4>
      <a:accent5>
        <a:srgbClr val="1A4033"/>
      </a:accent5>
      <a:accent6>
        <a:srgbClr val="467886"/>
      </a:accent6>
      <a:hlink>
        <a:srgbClr val="467886"/>
      </a:hlink>
      <a:folHlink>
        <a:srgbClr val="96607D"/>
      </a:folHlink>
    </a:clrScheme>
    <a:fontScheme name="">
      <a:majorFont>
        <a:latin typeface="Arial"/>
        <a:ea typeface="黑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2391</Words>
  <Application>WPS 演示</Application>
  <PresentationFormat/>
  <Paragraphs>319</Paragraphs>
  <Slides>22</Slides>
  <Notes>0</Notes>
  <HiddenSlides>0</HiddenSlides>
  <MMClips>0</MMClips>
  <ScaleCrop>false</ScaleCrop>
  <HeadingPairs>
    <vt:vector size="8" baseType="variant">
      <vt:variant>
        <vt:lpstr>已用的字体</vt:lpstr>
      </vt:variant>
      <vt:variant>
        <vt:i4>15</vt:i4>
      </vt:variant>
      <vt:variant>
        <vt:lpstr>主题</vt:lpstr>
      </vt:variant>
      <vt:variant>
        <vt:i4>8</vt:i4>
      </vt:variant>
      <vt:variant>
        <vt:lpstr>嵌入 OLE 服务器</vt:lpstr>
      </vt:variant>
      <vt:variant>
        <vt:i4>35</vt:i4>
      </vt:variant>
      <vt:variant>
        <vt:lpstr>幻灯片标题</vt:lpstr>
      </vt:variant>
      <vt:variant>
        <vt:i4>22</vt:i4>
      </vt:variant>
    </vt:vector>
  </HeadingPairs>
  <TitlesOfParts>
    <vt:vector size="80" baseType="lpstr">
      <vt:lpstr>Arial</vt:lpstr>
      <vt:lpstr>宋体</vt:lpstr>
      <vt:lpstr>Wingdings</vt:lpstr>
      <vt:lpstr>黑体</vt:lpstr>
      <vt:lpstr>Times New Roman</vt:lpstr>
      <vt:lpstr>Arial</vt:lpstr>
      <vt:lpstr>Times New Roman</vt:lpstr>
      <vt:lpstr>Palatino Linotype</vt:lpstr>
      <vt:lpstr>Constantia</vt:lpstr>
      <vt:lpstr>微软雅黑</vt:lpstr>
      <vt:lpstr>Arial Unicode MS</vt:lpstr>
      <vt:lpstr>Calibri</vt:lpstr>
      <vt:lpstr>Bookman Old Style</vt:lpstr>
      <vt:lpstr>Source Han Sans CN Bold</vt:lpstr>
      <vt:lpstr>Source Han Sans</vt:lpstr>
      <vt:lpstr>Office 主题​​</vt:lpstr>
      <vt:lpstr>9_Office 主题​​</vt:lpstr>
      <vt:lpstr>7_Office 主题​​</vt:lpstr>
      <vt:lpstr>8_Office 主题​​</vt:lpstr>
      <vt:lpstr>12_Office 主题​​</vt:lpstr>
      <vt:lpstr>14_Office 主题​​</vt:lpstr>
      <vt:lpstr>1_Office 主题​​</vt:lpstr>
      <vt:lpstr>2_Office 主题​​</vt:lpstr>
      <vt:lpstr>Equation.DSMT4</vt:lpstr>
      <vt:lpstr>Equation.3</vt:lpstr>
      <vt:lpstr>Equation.DSMT4</vt:lpstr>
      <vt:lpstr>Equation.3</vt:lpstr>
      <vt:lpstr>Equation.3</vt:lpstr>
      <vt:lpstr>Equation.3</vt:lpstr>
      <vt:lpstr>Equation.3</vt:lpstr>
      <vt:lpstr>Equation.3</vt:lpstr>
      <vt:lpstr>Equation.3</vt:lpstr>
      <vt:lpstr>Equation.3</vt:lpstr>
      <vt:lpstr>Equation.3</vt:lpstr>
      <vt:lpstr>Equation.DSMT4</vt:lpstr>
      <vt:lpstr>Equation.3</vt:lpstr>
      <vt:lpstr>Equation.3</vt:lpstr>
      <vt:lpstr>Equation.DSMT4</vt:lpstr>
      <vt:lpstr>Equation.3</vt:lpstr>
      <vt:lpstr>Equation.3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Equation.3</vt:lpstr>
      <vt:lpstr>Equation.DSMT4</vt:lpstr>
      <vt:lpstr>Equation.3</vt:lpstr>
      <vt:lpstr>Equation.3</vt:lpstr>
      <vt:lpstr>实验二  光栅参数测量实验</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一个笑容</cp:lastModifiedBy>
  <cp:revision>25</cp:revision>
  <dcterms:created xsi:type="dcterms:W3CDTF">2025-03-26T12:24:00Z</dcterms:created>
  <dcterms:modified xsi:type="dcterms:W3CDTF">2026-04-17T05:26:47Z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BE4F81D6DA0441328A4B5D3D5BC67798_13</vt:lpwstr>
  </property>
  <property fmtid="{D5CDD505-2E9C-101B-9397-08002B2CF9AE}" pid="3" name="KSOProductBuildVer">
    <vt:lpwstr>2052-12.1.0.25865</vt:lpwstr>
  </property>
</Properties>
</file>